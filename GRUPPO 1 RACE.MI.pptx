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rawings/drawing1.xml" ContentType="application/vnd.openxmlformats-officedocument.drawingml.chartshapes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1.xml" ContentType="application/vnd.openxmlformats-officedocument.presentationml.notesSlide+xml"/>
  <Override PartName="/ppt/charts/chartEx1.xml" ContentType="application/vnd.ms-office.chartex+xml"/>
  <Override PartName="/ppt/charts/style4.xml" ContentType="application/vnd.ms-office.chartstyle+xml"/>
  <Override PartName="/ppt/charts/colors4.xml" ContentType="application/vnd.ms-office.chartcolorstyl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charts/chart4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79" r:id="rId3"/>
    <p:sldId id="278" r:id="rId4"/>
    <p:sldId id="258" r:id="rId5"/>
    <p:sldId id="281" r:id="rId6"/>
    <p:sldId id="260" r:id="rId7"/>
    <p:sldId id="275" r:id="rId8"/>
    <p:sldId id="262" r:id="rId9"/>
    <p:sldId id="280" r:id="rId10"/>
    <p:sldId id="266" r:id="rId11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17BAD"/>
    <a:srgbClr val="13668D"/>
    <a:srgbClr val="575858"/>
    <a:srgbClr val="9C0505"/>
    <a:srgbClr val="ED677E"/>
    <a:srgbClr val="FA80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83261BC-9DEB-B54E-A71A-F140E0ECA8AB}" v="1464" dt="2026-03-10T13:33:38.943"/>
    <p1510:client id="{8B614190-26EA-487E-B754-CB429CF89A0B}" v="3265" dt="2026-03-11T16:38:25.67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ca Scialdone" userId="S::luca.scialdone@studenti.unimi.it::50ef4ba9-6c17-4692-a09d-f89ff5e50b3c" providerId="AD" clId="Web-{AF6B5B88-4730-4249-6750-CE582E73A0BA}"/>
    <pc:docChg chg="addSld modSld">
      <pc:chgData name="Luca Scialdone" userId="S::luca.scialdone@studenti.unimi.it::50ef4ba9-6c17-4692-a09d-f89ff5e50b3c" providerId="AD" clId="Web-{AF6B5B88-4730-4249-6750-CE582E73A0BA}" dt="2026-03-10T10:19:48.200" v="89" actId="20577"/>
      <pc:docMkLst>
        <pc:docMk/>
      </pc:docMkLst>
      <pc:sldChg chg="addSp delSp modSp new">
        <pc:chgData name="Luca Scialdone" userId="S::luca.scialdone@studenti.unimi.it::50ef4ba9-6c17-4692-a09d-f89ff5e50b3c" providerId="AD" clId="Web-{AF6B5B88-4730-4249-6750-CE582E73A0BA}" dt="2026-03-10T10:19:48.200" v="89" actId="20577"/>
        <pc:sldMkLst>
          <pc:docMk/>
          <pc:sldMk cId="2909959738" sldId="276"/>
        </pc:sldMkLst>
        <pc:spChg chg="del">
          <ac:chgData name="Luca Scialdone" userId="S::luca.scialdone@studenti.unimi.it::50ef4ba9-6c17-4692-a09d-f89ff5e50b3c" providerId="AD" clId="Web-{AF6B5B88-4730-4249-6750-CE582E73A0BA}" dt="2026-03-10T10:17:50.965" v="1"/>
          <ac:spMkLst>
            <pc:docMk/>
            <pc:sldMk cId="2909959738" sldId="276"/>
            <ac:spMk id="2" creationId="{B415F9C1-9BC5-8646-37B6-5866B39705E8}"/>
          </ac:spMkLst>
        </pc:spChg>
        <pc:spChg chg="del">
          <ac:chgData name="Luca Scialdone" userId="S::luca.scialdone@studenti.unimi.it::50ef4ba9-6c17-4692-a09d-f89ff5e50b3c" providerId="AD" clId="Web-{AF6B5B88-4730-4249-6750-CE582E73A0BA}" dt="2026-03-10T10:18:01.467" v="2"/>
          <ac:spMkLst>
            <pc:docMk/>
            <pc:sldMk cId="2909959738" sldId="276"/>
            <ac:spMk id="3" creationId="{2F5A106D-F311-C2D5-F5B6-716819B8BA17}"/>
          </ac:spMkLst>
        </pc:spChg>
        <pc:spChg chg="add mod">
          <ac:chgData name="Luca Scialdone" userId="S::luca.scialdone@studenti.unimi.it::50ef4ba9-6c17-4692-a09d-f89ff5e50b3c" providerId="AD" clId="Web-{AF6B5B88-4730-4249-6750-CE582E73A0BA}" dt="2026-03-10T10:19:48.200" v="89" actId="20577"/>
          <ac:spMkLst>
            <pc:docMk/>
            <pc:sldMk cId="2909959738" sldId="276"/>
            <ac:spMk id="4" creationId="{21DD8DD5-D0AA-83AF-FC38-55FF6898710C}"/>
          </ac:spMkLst>
        </pc:spChg>
      </pc:sldChg>
    </pc:docChg>
  </pc:docChgLst>
  <pc:docChgLst>
    <pc:chgData name="Andrea Minutoli" userId="9caad271-c528-4652-94a8-d8eb1062ca5d" providerId="ADAL" clId="{132A5786-F797-4370-986A-2186DC2B4255}"/>
    <pc:docChg chg="undo custSel addSld delSld modSld sldOrd">
      <pc:chgData name="Andrea Minutoli" userId="9caad271-c528-4652-94a8-d8eb1062ca5d" providerId="ADAL" clId="{132A5786-F797-4370-986A-2186DC2B4255}" dt="2026-03-11T16:38:25.670" v="4751" actId="255"/>
      <pc:docMkLst>
        <pc:docMk/>
      </pc:docMkLst>
      <pc:sldChg chg="addSp delSp modSp mod ord setBg">
        <pc:chgData name="Andrea Minutoli" userId="9caad271-c528-4652-94a8-d8eb1062ca5d" providerId="ADAL" clId="{132A5786-F797-4370-986A-2186DC2B4255}" dt="2026-03-11T16:32:33.440" v="4714" actId="21"/>
        <pc:sldMkLst>
          <pc:docMk/>
          <pc:sldMk cId="231438192" sldId="258"/>
        </pc:sldMkLst>
        <pc:spChg chg="mod">
          <ac:chgData name="Andrea Minutoli" userId="9caad271-c528-4652-94a8-d8eb1062ca5d" providerId="ADAL" clId="{132A5786-F797-4370-986A-2186DC2B4255}" dt="2026-03-10T09:31:12.379" v="2834" actId="20577"/>
          <ac:spMkLst>
            <pc:docMk/>
            <pc:sldMk cId="231438192" sldId="258"/>
            <ac:spMk id="2" creationId="{06E45162-4B96-8384-7EB2-E2BCC936876B}"/>
          </ac:spMkLst>
        </pc:spChg>
        <pc:spChg chg="add del mod">
          <ac:chgData name="Andrea Minutoli" userId="9caad271-c528-4652-94a8-d8eb1062ca5d" providerId="ADAL" clId="{132A5786-F797-4370-986A-2186DC2B4255}" dt="2026-03-11T16:32:33.440" v="4714" actId="21"/>
          <ac:spMkLst>
            <pc:docMk/>
            <pc:sldMk cId="231438192" sldId="258"/>
            <ac:spMk id="3" creationId="{44EA091F-5D39-53BE-3E31-696D2DEF9311}"/>
          </ac:spMkLst>
        </pc:spChg>
        <pc:spChg chg="add mod">
          <ac:chgData name="Andrea Minutoli" userId="9caad271-c528-4652-94a8-d8eb1062ca5d" providerId="ADAL" clId="{132A5786-F797-4370-986A-2186DC2B4255}" dt="2026-03-09T22:36:14.294" v="2472" actId="1076"/>
          <ac:spMkLst>
            <pc:docMk/>
            <pc:sldMk cId="231438192" sldId="258"/>
            <ac:spMk id="7" creationId="{A7EF9E1D-31E0-9199-67FA-3402D6E0C476}"/>
          </ac:spMkLst>
        </pc:spChg>
        <pc:spChg chg="add mod">
          <ac:chgData name="Andrea Minutoli" userId="9caad271-c528-4652-94a8-d8eb1062ca5d" providerId="ADAL" clId="{132A5786-F797-4370-986A-2186DC2B4255}" dt="2026-03-10T13:01:50.842" v="4626" actId="1076"/>
          <ac:spMkLst>
            <pc:docMk/>
            <pc:sldMk cId="231438192" sldId="258"/>
            <ac:spMk id="8" creationId="{E1CF3CE7-10DB-D9D8-4955-8FBF2F2FD978}"/>
          </ac:spMkLst>
        </pc:spChg>
        <pc:spChg chg="add">
          <ac:chgData name="Andrea Minutoli" userId="9caad271-c528-4652-94a8-d8eb1062ca5d" providerId="ADAL" clId="{132A5786-F797-4370-986A-2186DC2B4255}" dt="2026-03-09T10:25:28.025" v="130" actId="26606"/>
          <ac:spMkLst>
            <pc:docMk/>
            <pc:sldMk cId="231438192" sldId="258"/>
            <ac:spMk id="15" creationId="{7FF47CB7-972F-479F-A36D-9E72D26EC8DA}"/>
          </ac:spMkLst>
        </pc:spChg>
        <pc:spChg chg="add">
          <ac:chgData name="Andrea Minutoli" userId="9caad271-c528-4652-94a8-d8eb1062ca5d" providerId="ADAL" clId="{132A5786-F797-4370-986A-2186DC2B4255}" dt="2026-03-09T10:25:28.025" v="130" actId="26606"/>
          <ac:spMkLst>
            <pc:docMk/>
            <pc:sldMk cId="231438192" sldId="258"/>
            <ac:spMk id="16" creationId="{0D153B68-5844-490D-8E67-F616D6D721CA}"/>
          </ac:spMkLst>
        </pc:spChg>
        <pc:spChg chg="add">
          <ac:chgData name="Andrea Minutoli" userId="9caad271-c528-4652-94a8-d8eb1062ca5d" providerId="ADAL" clId="{132A5786-F797-4370-986A-2186DC2B4255}" dt="2026-03-09T10:25:28.025" v="130" actId="26606"/>
          <ac:spMkLst>
            <pc:docMk/>
            <pc:sldMk cId="231438192" sldId="258"/>
            <ac:spMk id="17" creationId="{9A0D773F-7A7D-4DBB-9DEA-86BB8B8F4BC8}"/>
          </ac:spMkLst>
        </pc:spChg>
        <pc:graphicFrameChg chg="add mod">
          <ac:chgData name="Andrea Minutoli" userId="9caad271-c528-4652-94a8-d8eb1062ca5d" providerId="ADAL" clId="{132A5786-F797-4370-986A-2186DC2B4255}" dt="2026-03-10T13:01:42.531" v="4625" actId="1076"/>
          <ac:graphicFrameMkLst>
            <pc:docMk/>
            <pc:sldMk cId="231438192" sldId="258"/>
            <ac:graphicFrameMk id="4" creationId="{5D219549-7B52-4B09-B4D5-7A23EF78EE69}"/>
          </ac:graphicFrameMkLst>
        </pc:graphicFrameChg>
      </pc:sldChg>
      <pc:sldChg chg="addSp delSp modSp del mod setBg">
        <pc:chgData name="Andrea Minutoli" userId="9caad271-c528-4652-94a8-d8eb1062ca5d" providerId="ADAL" clId="{132A5786-F797-4370-986A-2186DC2B4255}" dt="2026-03-11T16:19:48.088" v="4693" actId="2696"/>
        <pc:sldMkLst>
          <pc:docMk/>
          <pc:sldMk cId="3322863795" sldId="259"/>
        </pc:sldMkLst>
        <pc:graphicFrameChg chg="add mod">
          <ac:chgData name="Andrea Minutoli" userId="9caad271-c528-4652-94a8-d8eb1062ca5d" providerId="ADAL" clId="{132A5786-F797-4370-986A-2186DC2B4255}" dt="2026-03-10T13:02:42.640" v="4628" actId="1076"/>
          <ac:graphicFrameMkLst>
            <pc:docMk/>
            <pc:sldMk cId="3322863795" sldId="259"/>
            <ac:graphicFrameMk id="4" creationId="{67B7FC6E-0F13-4BFF-8795-810F2B409A77}"/>
          </ac:graphicFrameMkLst>
        </pc:graphicFrameChg>
      </pc:sldChg>
      <pc:sldChg chg="addSp delSp modSp mod ord">
        <pc:chgData name="Andrea Minutoli" userId="9caad271-c528-4652-94a8-d8eb1062ca5d" providerId="ADAL" clId="{132A5786-F797-4370-986A-2186DC2B4255}" dt="2026-03-11T16:33:29.801" v="4717" actId="21"/>
        <pc:sldMkLst>
          <pc:docMk/>
          <pc:sldMk cId="3025429665" sldId="260"/>
        </pc:sldMkLst>
        <pc:spChg chg="add del mod">
          <ac:chgData name="Andrea Minutoli" userId="9caad271-c528-4652-94a8-d8eb1062ca5d" providerId="ADAL" clId="{132A5786-F797-4370-986A-2186DC2B4255}" dt="2026-03-11T16:33:29.801" v="4717" actId="21"/>
          <ac:spMkLst>
            <pc:docMk/>
            <pc:sldMk cId="3025429665" sldId="260"/>
            <ac:spMk id="2" creationId="{40661DEE-EB92-09F2-2D14-B034E3023AC7}"/>
          </ac:spMkLst>
        </pc:spChg>
        <pc:spChg chg="del">
          <ac:chgData name="Andrea Minutoli" userId="9caad271-c528-4652-94a8-d8eb1062ca5d" providerId="ADAL" clId="{132A5786-F797-4370-986A-2186DC2B4255}" dt="2026-03-10T10:47:01.848" v="3449" actId="478"/>
          <ac:spMkLst>
            <pc:docMk/>
            <pc:sldMk cId="3025429665" sldId="260"/>
            <ac:spMk id="3" creationId="{3CD01A5A-25B0-0B10-87D7-0288854A232D}"/>
          </ac:spMkLst>
        </pc:spChg>
        <pc:spChg chg="add del mod">
          <ac:chgData name="Andrea Minutoli" userId="9caad271-c528-4652-94a8-d8eb1062ca5d" providerId="ADAL" clId="{132A5786-F797-4370-986A-2186DC2B4255}" dt="2026-03-10T10:47:12.724" v="3451" actId="478"/>
          <ac:spMkLst>
            <pc:docMk/>
            <pc:sldMk cId="3025429665" sldId="260"/>
            <ac:spMk id="4" creationId="{C39FB9B0-AFEE-EAB0-D0BB-BE7ACFF66731}"/>
          </ac:spMkLst>
        </pc:spChg>
        <pc:spChg chg="mod">
          <ac:chgData name="Andrea Minutoli" userId="9caad271-c528-4652-94a8-d8eb1062ca5d" providerId="ADAL" clId="{132A5786-F797-4370-986A-2186DC2B4255}" dt="2026-03-10T11:24:40.822" v="3616" actId="1076"/>
          <ac:spMkLst>
            <pc:docMk/>
            <pc:sldMk cId="3025429665" sldId="260"/>
            <ac:spMk id="7" creationId="{6BF7FA8A-C863-D753-F448-37F6770DADEF}"/>
          </ac:spMkLst>
        </pc:spChg>
        <pc:spChg chg="add mod">
          <ac:chgData name="Andrea Minutoli" userId="9caad271-c528-4652-94a8-d8eb1062ca5d" providerId="ADAL" clId="{132A5786-F797-4370-986A-2186DC2B4255}" dt="2026-03-10T11:23:39.893" v="3613" actId="113"/>
          <ac:spMkLst>
            <pc:docMk/>
            <pc:sldMk cId="3025429665" sldId="260"/>
            <ac:spMk id="8" creationId="{B17EDEDC-7979-13EA-8F5D-2D70D0E9BB66}"/>
          </ac:spMkLst>
        </pc:spChg>
        <pc:spChg chg="add del">
          <ac:chgData name="Andrea Minutoli" userId="9caad271-c528-4652-94a8-d8eb1062ca5d" providerId="ADAL" clId="{132A5786-F797-4370-986A-2186DC2B4255}" dt="2026-03-10T11:16:28.051" v="3561" actId="478"/>
          <ac:spMkLst>
            <pc:docMk/>
            <pc:sldMk cId="3025429665" sldId="260"/>
            <ac:spMk id="12" creationId="{A237D7B7-C5B8-16F1-CED6-F45AB042E04D}"/>
          </ac:spMkLst>
        </pc:spChg>
        <pc:spChg chg="add del">
          <ac:chgData name="Andrea Minutoli" userId="9caad271-c528-4652-94a8-d8eb1062ca5d" providerId="ADAL" clId="{132A5786-F797-4370-986A-2186DC2B4255}" dt="2026-03-10T11:18:08.662" v="3563" actId="478"/>
          <ac:spMkLst>
            <pc:docMk/>
            <pc:sldMk cId="3025429665" sldId="260"/>
            <ac:spMk id="13" creationId="{3D1BD191-9F4C-F410-577E-DB43F0860C55}"/>
          </ac:spMkLst>
        </pc:spChg>
        <pc:spChg chg="add del mod">
          <ac:chgData name="Andrea Minutoli" userId="9caad271-c528-4652-94a8-d8eb1062ca5d" providerId="ADAL" clId="{132A5786-F797-4370-986A-2186DC2B4255}" dt="2026-03-10T11:18:52.365" v="3566" actId="478"/>
          <ac:spMkLst>
            <pc:docMk/>
            <pc:sldMk cId="3025429665" sldId="260"/>
            <ac:spMk id="14" creationId="{AE227692-6AF1-61B1-74AA-BA8A7B44569E}"/>
          </ac:spMkLst>
        </pc:spChg>
        <pc:spChg chg="add mod">
          <ac:chgData name="Andrea Minutoli" userId="9caad271-c528-4652-94a8-d8eb1062ca5d" providerId="ADAL" clId="{132A5786-F797-4370-986A-2186DC2B4255}" dt="2026-03-10T15:28:31.822" v="4684" actId="403"/>
          <ac:spMkLst>
            <pc:docMk/>
            <pc:sldMk cId="3025429665" sldId="260"/>
            <ac:spMk id="15" creationId="{E0D88DD2-79AD-8B1F-9B0B-8EF8FE4D5F9E}"/>
          </ac:spMkLst>
        </pc:spChg>
        <pc:spChg chg="add mod">
          <ac:chgData name="Andrea Minutoli" userId="9caad271-c528-4652-94a8-d8eb1062ca5d" providerId="ADAL" clId="{132A5786-F797-4370-986A-2186DC2B4255}" dt="2026-03-10T15:16:06.328" v="4664" actId="207"/>
          <ac:spMkLst>
            <pc:docMk/>
            <pc:sldMk cId="3025429665" sldId="260"/>
            <ac:spMk id="18" creationId="{1939252F-2D07-2043-21AF-C1D7E02640D4}"/>
          </ac:spMkLst>
        </pc:spChg>
        <pc:spChg chg="add mod">
          <ac:chgData name="Andrea Minutoli" userId="9caad271-c528-4652-94a8-d8eb1062ca5d" providerId="ADAL" clId="{132A5786-F797-4370-986A-2186DC2B4255}" dt="2026-03-10T11:38:22.896" v="3647" actId="1076"/>
          <ac:spMkLst>
            <pc:docMk/>
            <pc:sldMk cId="3025429665" sldId="260"/>
            <ac:spMk id="21" creationId="{FD9146DC-4A8A-1B16-B3F6-148DC2637398}"/>
          </ac:spMkLst>
        </pc:spChg>
        <pc:spChg chg="add mod">
          <ac:chgData name="Andrea Minutoli" userId="9caad271-c528-4652-94a8-d8eb1062ca5d" providerId="ADAL" clId="{132A5786-F797-4370-986A-2186DC2B4255}" dt="2026-03-10T15:11:45.215" v="4653" actId="20577"/>
          <ac:spMkLst>
            <pc:docMk/>
            <pc:sldMk cId="3025429665" sldId="260"/>
            <ac:spMk id="25" creationId="{D3B757F1-8863-B226-7436-E40890F34C28}"/>
          </ac:spMkLst>
        </pc:spChg>
        <pc:graphicFrameChg chg="add mod">
          <ac:chgData name="Andrea Minutoli" userId="9caad271-c528-4652-94a8-d8eb1062ca5d" providerId="ADAL" clId="{132A5786-F797-4370-986A-2186DC2B4255}" dt="2026-03-10T10:58:44.594" v="3475" actId="14100"/>
          <ac:graphicFrameMkLst>
            <pc:docMk/>
            <pc:sldMk cId="3025429665" sldId="260"/>
            <ac:graphicFrameMk id="5" creationId="{CE33CE62-2492-4BCC-A100-20FD4F2A8893}"/>
          </ac:graphicFrameMkLst>
        </pc:graphicFrameChg>
        <pc:graphicFrameChg chg="add del mod">
          <ac:chgData name="Andrea Minutoli" userId="9caad271-c528-4652-94a8-d8eb1062ca5d" providerId="ADAL" clId="{132A5786-F797-4370-986A-2186DC2B4255}" dt="2026-03-10T10:48:47.351" v="3452" actId="478"/>
          <ac:graphicFrameMkLst>
            <pc:docMk/>
            <pc:sldMk cId="3025429665" sldId="260"/>
            <ac:graphicFrameMk id="6" creationId="{3C9742A3-F1C5-4D50-8500-4DA228849F11}"/>
          </ac:graphicFrameMkLst>
        </pc:graphicFrameChg>
        <pc:picChg chg="add del mod">
          <ac:chgData name="Andrea Minutoli" userId="9caad271-c528-4652-94a8-d8eb1062ca5d" providerId="ADAL" clId="{132A5786-F797-4370-986A-2186DC2B4255}" dt="2026-03-10T11:48:06.951" v="3850" actId="478"/>
          <ac:picMkLst>
            <pc:docMk/>
            <pc:sldMk cId="3025429665" sldId="260"/>
            <ac:picMk id="28" creationId="{CF0F0EFB-76A5-4B86-2355-C0684073382D}"/>
          </ac:picMkLst>
        </pc:picChg>
        <pc:cxnChg chg="add mod">
          <ac:chgData name="Andrea Minutoli" userId="9caad271-c528-4652-94a8-d8eb1062ca5d" providerId="ADAL" clId="{132A5786-F797-4370-986A-2186DC2B4255}" dt="2026-03-10T11:16:18.004" v="3559" actId="1076"/>
          <ac:cxnSpMkLst>
            <pc:docMk/>
            <pc:sldMk cId="3025429665" sldId="260"/>
            <ac:cxnSpMk id="10" creationId="{67A9D23D-E1A6-BBAB-5083-BE63BD328C69}"/>
          </ac:cxnSpMkLst>
        </pc:cxnChg>
        <pc:cxnChg chg="add">
          <ac:chgData name="Andrea Minutoli" userId="9caad271-c528-4652-94a8-d8eb1062ca5d" providerId="ADAL" clId="{132A5786-F797-4370-986A-2186DC2B4255}" dt="2026-03-10T11:21:33.664" v="3585" actId="11529"/>
          <ac:cxnSpMkLst>
            <pc:docMk/>
            <pc:sldMk cId="3025429665" sldId="260"/>
            <ac:cxnSpMk id="17" creationId="{189B2A36-C360-8314-65DC-EA3022A09C4A}"/>
          </ac:cxnSpMkLst>
        </pc:cxnChg>
        <pc:cxnChg chg="add mod">
          <ac:chgData name="Andrea Minutoli" userId="9caad271-c528-4652-94a8-d8eb1062ca5d" providerId="ADAL" clId="{132A5786-F797-4370-986A-2186DC2B4255}" dt="2026-03-10T11:23:59.384" v="3615" actId="1076"/>
          <ac:cxnSpMkLst>
            <pc:docMk/>
            <pc:sldMk cId="3025429665" sldId="260"/>
            <ac:cxnSpMk id="20" creationId="{5445B489-3083-3D76-DF62-4A8AB18AE8E1}"/>
          </ac:cxnSpMkLst>
        </pc:cxnChg>
        <pc:cxnChg chg="add mod">
          <ac:chgData name="Andrea Minutoli" userId="9caad271-c528-4652-94a8-d8eb1062ca5d" providerId="ADAL" clId="{132A5786-F797-4370-986A-2186DC2B4255}" dt="2026-03-10T11:38:34.528" v="3649" actId="14100"/>
          <ac:cxnSpMkLst>
            <pc:docMk/>
            <pc:sldMk cId="3025429665" sldId="260"/>
            <ac:cxnSpMk id="23" creationId="{F70389C9-5B6A-9E33-AA00-9FA49EFCA226}"/>
          </ac:cxnSpMkLst>
        </pc:cxnChg>
        <pc:cxnChg chg="add">
          <ac:chgData name="Andrea Minutoli" userId="9caad271-c528-4652-94a8-d8eb1062ca5d" providerId="ADAL" clId="{132A5786-F797-4370-986A-2186DC2B4255}" dt="2026-03-10T11:46:39.972" v="3848" actId="11529"/>
          <ac:cxnSpMkLst>
            <pc:docMk/>
            <pc:sldMk cId="3025429665" sldId="260"/>
            <ac:cxnSpMk id="27" creationId="{0A500047-32B2-FD28-32B8-192C235D258D}"/>
          </ac:cxnSpMkLst>
        </pc:cxnChg>
      </pc:sldChg>
      <pc:sldChg chg="addSp delSp modSp mod">
        <pc:chgData name="Andrea Minutoli" userId="9caad271-c528-4652-94a8-d8eb1062ca5d" providerId="ADAL" clId="{132A5786-F797-4370-986A-2186DC2B4255}" dt="2026-03-10T15:30:41.635" v="4686" actId="14100"/>
        <pc:sldMkLst>
          <pc:docMk/>
          <pc:sldMk cId="121758492" sldId="262"/>
        </pc:sldMkLst>
        <pc:spChg chg="add mod">
          <ac:chgData name="Andrea Minutoli" userId="9caad271-c528-4652-94a8-d8eb1062ca5d" providerId="ADAL" clId="{132A5786-F797-4370-986A-2186DC2B4255}" dt="2026-03-09T23:24:35.278" v="2723" actId="20577"/>
          <ac:spMkLst>
            <pc:docMk/>
            <pc:sldMk cId="121758492" sldId="262"/>
            <ac:spMk id="3" creationId="{B4360196-6554-9558-544F-E5C0235E3DA9}"/>
          </ac:spMkLst>
        </pc:spChg>
        <pc:spChg chg="mod">
          <ac:chgData name="Andrea Minutoli" userId="9caad271-c528-4652-94a8-d8eb1062ca5d" providerId="ADAL" clId="{132A5786-F797-4370-986A-2186DC2B4255}" dt="2026-03-10T15:30:41.635" v="4686" actId="14100"/>
          <ac:spMkLst>
            <pc:docMk/>
            <pc:sldMk cId="121758492" sldId="262"/>
            <ac:spMk id="7" creationId="{955CEDCA-98AC-9772-8C5D-77A9F975A9EE}"/>
          </ac:spMkLst>
        </pc:spChg>
        <pc:spChg chg="add mod">
          <ac:chgData name="Andrea Minutoli" userId="9caad271-c528-4652-94a8-d8eb1062ca5d" providerId="ADAL" clId="{132A5786-F797-4370-986A-2186DC2B4255}" dt="2026-03-10T15:30:32.128" v="4685" actId="14100"/>
          <ac:spMkLst>
            <pc:docMk/>
            <pc:sldMk cId="121758492" sldId="262"/>
            <ac:spMk id="8" creationId="{508E50A9-57D2-C2ED-CD74-B7CBF8510573}"/>
          </ac:spMkLst>
        </pc:spChg>
        <pc:spChg chg="add mod">
          <ac:chgData name="Andrea Minutoli" userId="9caad271-c528-4652-94a8-d8eb1062ca5d" providerId="ADAL" clId="{132A5786-F797-4370-986A-2186DC2B4255}" dt="2026-03-09T23:25:05.715" v="2724" actId="1076"/>
          <ac:spMkLst>
            <pc:docMk/>
            <pc:sldMk cId="121758492" sldId="262"/>
            <ac:spMk id="9" creationId="{70C8EE3C-E424-371E-88AA-0519960521C2}"/>
          </ac:spMkLst>
        </pc:spChg>
        <pc:spChg chg="add mod">
          <ac:chgData name="Andrea Minutoli" userId="9caad271-c528-4652-94a8-d8eb1062ca5d" providerId="ADAL" clId="{132A5786-F797-4370-986A-2186DC2B4255}" dt="2026-03-09T23:22:36.396" v="2697" actId="255"/>
          <ac:spMkLst>
            <pc:docMk/>
            <pc:sldMk cId="121758492" sldId="262"/>
            <ac:spMk id="12" creationId="{C4D4D350-2CC1-4078-2DA7-DA53838F4CAB}"/>
          </ac:spMkLst>
        </pc:spChg>
        <pc:graphicFrameChg chg="add mod">
          <ac:chgData name="Andrea Minutoli" userId="9caad271-c528-4652-94a8-d8eb1062ca5d" providerId="ADAL" clId="{132A5786-F797-4370-986A-2186DC2B4255}" dt="2026-03-09T23:23:04.393" v="2704" actId="1076"/>
          <ac:graphicFrameMkLst>
            <pc:docMk/>
            <pc:sldMk cId="121758492" sldId="262"/>
            <ac:graphicFrameMk id="4" creationId="{6B681BBC-369F-C24E-BC36-8F81E39262A4}"/>
          </ac:graphicFrameMkLst>
        </pc:graphicFrameChg>
      </pc:sldChg>
      <pc:sldChg chg="addSp delSp modSp del mod setBg">
        <pc:chgData name="Andrea Minutoli" userId="9caad271-c528-4652-94a8-d8eb1062ca5d" providerId="ADAL" clId="{132A5786-F797-4370-986A-2186DC2B4255}" dt="2026-03-10T13:04:00.648" v="4629" actId="2696"/>
        <pc:sldMkLst>
          <pc:docMk/>
          <pc:sldMk cId="1407142085" sldId="263"/>
        </pc:sldMkLst>
        <pc:spChg chg="mod">
          <ac:chgData name="Andrea Minutoli" userId="9caad271-c528-4652-94a8-d8eb1062ca5d" providerId="ADAL" clId="{132A5786-F797-4370-986A-2186DC2B4255}" dt="2026-03-10T12:47:20.087" v="4598" actId="26606"/>
          <ac:spMkLst>
            <pc:docMk/>
            <pc:sldMk cId="1407142085" sldId="263"/>
            <ac:spMk id="2" creationId="{4C7130DB-2B80-64CD-AF23-DFB365EADD1D}"/>
          </ac:spMkLst>
        </pc:spChg>
        <pc:spChg chg="add del mod">
          <ac:chgData name="Andrea Minutoli" userId="9caad271-c528-4652-94a8-d8eb1062ca5d" providerId="ADAL" clId="{132A5786-F797-4370-986A-2186DC2B4255}" dt="2026-03-10T12:47:22.177" v="4601" actId="26606"/>
          <ac:spMkLst>
            <pc:docMk/>
            <pc:sldMk cId="1407142085" sldId="263"/>
            <ac:spMk id="4" creationId="{3B258F34-49A4-1718-E917-907FC363020F}"/>
          </ac:spMkLst>
        </pc:spChg>
        <pc:spChg chg="add del">
          <ac:chgData name="Andrea Minutoli" userId="9caad271-c528-4652-94a8-d8eb1062ca5d" providerId="ADAL" clId="{132A5786-F797-4370-986A-2186DC2B4255}" dt="2026-03-10T12:47:22.177" v="4601" actId="26606"/>
          <ac:spMkLst>
            <pc:docMk/>
            <pc:sldMk cId="1407142085" sldId="263"/>
            <ac:spMk id="25" creationId="{1B15ED52-F352-441B-82BF-E0EA34836D08}"/>
          </ac:spMkLst>
        </pc:spChg>
        <pc:spChg chg="add del">
          <ac:chgData name="Andrea Minutoli" userId="9caad271-c528-4652-94a8-d8eb1062ca5d" providerId="ADAL" clId="{132A5786-F797-4370-986A-2186DC2B4255}" dt="2026-03-10T12:47:22.177" v="4601" actId="26606"/>
          <ac:spMkLst>
            <pc:docMk/>
            <pc:sldMk cId="1407142085" sldId="263"/>
            <ac:spMk id="26" creationId="{3B2E3793-BFE6-45A2-9B7B-E18844431C99}"/>
          </ac:spMkLst>
        </pc:spChg>
        <pc:spChg chg="add del">
          <ac:chgData name="Andrea Minutoli" userId="9caad271-c528-4652-94a8-d8eb1062ca5d" providerId="ADAL" clId="{132A5786-F797-4370-986A-2186DC2B4255}" dt="2026-03-10T12:47:22.177" v="4601" actId="26606"/>
          <ac:spMkLst>
            <pc:docMk/>
            <pc:sldMk cId="1407142085" sldId="263"/>
            <ac:spMk id="27" creationId="{BC4C4868-CB8F-4AF9-9CDB-8108F2C19B67}"/>
          </ac:spMkLst>
        </pc:spChg>
        <pc:spChg chg="add del">
          <ac:chgData name="Andrea Minutoli" userId="9caad271-c528-4652-94a8-d8eb1062ca5d" providerId="ADAL" clId="{132A5786-F797-4370-986A-2186DC2B4255}" dt="2026-03-10T12:47:22.177" v="4601" actId="26606"/>
          <ac:spMkLst>
            <pc:docMk/>
            <pc:sldMk cId="1407142085" sldId="263"/>
            <ac:spMk id="28" creationId="{375E0459-6403-40CD-989D-56A4407CA12E}"/>
          </ac:spMkLst>
        </pc:spChg>
        <pc:spChg chg="add del">
          <ac:chgData name="Andrea Minutoli" userId="9caad271-c528-4652-94a8-d8eb1062ca5d" providerId="ADAL" clId="{132A5786-F797-4370-986A-2186DC2B4255}" dt="2026-03-10T12:47:22.177" v="4601" actId="26606"/>
          <ac:spMkLst>
            <pc:docMk/>
            <pc:sldMk cId="1407142085" sldId="263"/>
            <ac:spMk id="29" creationId="{53E5B1A8-3AC9-4BD1-9BBC-78CA94F2D1BA}"/>
          </ac:spMkLst>
        </pc:spChg>
        <pc:spChg chg="add del">
          <ac:chgData name="Andrea Minutoli" userId="9caad271-c528-4652-94a8-d8eb1062ca5d" providerId="ADAL" clId="{132A5786-F797-4370-986A-2186DC2B4255}" dt="2026-03-10T12:47:14.848" v="4588" actId="26606"/>
          <ac:spMkLst>
            <pc:docMk/>
            <pc:sldMk cId="1407142085" sldId="263"/>
            <ac:spMk id="34" creationId="{1B15ED52-F352-441B-82BF-E0EA34836D08}"/>
          </ac:spMkLst>
        </pc:spChg>
        <pc:spChg chg="add del">
          <ac:chgData name="Andrea Minutoli" userId="9caad271-c528-4652-94a8-d8eb1062ca5d" providerId="ADAL" clId="{132A5786-F797-4370-986A-2186DC2B4255}" dt="2026-03-10T12:47:08.649" v="4582" actId="26606"/>
          <ac:spMkLst>
            <pc:docMk/>
            <pc:sldMk cId="1407142085" sldId="263"/>
            <ac:spMk id="38" creationId="{BACC6370-2D7E-4714-9D71-7542949D7D5D}"/>
          </ac:spMkLst>
        </pc:spChg>
        <pc:spChg chg="add del">
          <ac:chgData name="Andrea Minutoli" userId="9caad271-c528-4652-94a8-d8eb1062ca5d" providerId="ADAL" clId="{132A5786-F797-4370-986A-2186DC2B4255}" dt="2026-03-10T12:47:08.649" v="4582" actId="26606"/>
          <ac:spMkLst>
            <pc:docMk/>
            <pc:sldMk cId="1407142085" sldId="263"/>
            <ac:spMk id="39" creationId="{AAD0DBB9-1A4B-4391-81D4-CB19F9AB918A}"/>
          </ac:spMkLst>
        </pc:spChg>
        <pc:spChg chg="add del">
          <ac:chgData name="Andrea Minutoli" userId="9caad271-c528-4652-94a8-d8eb1062ca5d" providerId="ADAL" clId="{132A5786-F797-4370-986A-2186DC2B4255}" dt="2026-03-10T12:47:08.649" v="4582" actId="26606"/>
          <ac:spMkLst>
            <pc:docMk/>
            <pc:sldMk cId="1407142085" sldId="263"/>
            <ac:spMk id="41" creationId="{063BBA22-50EA-4C4D-BE05-F1CE4E63AA56}"/>
          </ac:spMkLst>
        </pc:spChg>
        <pc:spChg chg="add del">
          <ac:chgData name="Andrea Minutoli" userId="9caad271-c528-4652-94a8-d8eb1062ca5d" providerId="ADAL" clId="{132A5786-F797-4370-986A-2186DC2B4255}" dt="2026-03-10T12:47:14.848" v="4588" actId="26606"/>
          <ac:spMkLst>
            <pc:docMk/>
            <pc:sldMk cId="1407142085" sldId="263"/>
            <ac:spMk id="42" creationId="{53E5B1A8-3AC9-4BD1-9BBC-78CA94F2D1BA}"/>
          </ac:spMkLst>
        </pc:spChg>
        <pc:spChg chg="add del">
          <ac:chgData name="Andrea Minutoli" userId="9caad271-c528-4652-94a8-d8eb1062ca5d" providerId="ADAL" clId="{132A5786-F797-4370-986A-2186DC2B4255}" dt="2026-03-10T12:47:10.115" v="4584" actId="26606"/>
          <ac:spMkLst>
            <pc:docMk/>
            <pc:sldMk cId="1407142085" sldId="263"/>
            <ac:spMk id="44" creationId="{F68B3F68-107C-434F-AA38-110D5EA91B85}"/>
          </ac:spMkLst>
        </pc:spChg>
        <pc:spChg chg="add del">
          <ac:chgData name="Andrea Minutoli" userId="9caad271-c528-4652-94a8-d8eb1062ca5d" providerId="ADAL" clId="{132A5786-F797-4370-986A-2186DC2B4255}" dt="2026-03-10T12:47:10.115" v="4584" actId="26606"/>
          <ac:spMkLst>
            <pc:docMk/>
            <pc:sldMk cId="1407142085" sldId="263"/>
            <ac:spMk id="45" creationId="{AAD0DBB9-1A4B-4391-81D4-CB19F9AB918A}"/>
          </ac:spMkLst>
        </pc:spChg>
        <pc:spChg chg="add del">
          <ac:chgData name="Andrea Minutoli" userId="9caad271-c528-4652-94a8-d8eb1062ca5d" providerId="ADAL" clId="{132A5786-F797-4370-986A-2186DC2B4255}" dt="2026-03-10T12:47:10.115" v="4584" actId="26606"/>
          <ac:spMkLst>
            <pc:docMk/>
            <pc:sldMk cId="1407142085" sldId="263"/>
            <ac:spMk id="46" creationId="{063BBA22-50EA-4C4D-BE05-F1CE4E63AA56}"/>
          </ac:spMkLst>
        </pc:spChg>
        <pc:spChg chg="add del">
          <ac:chgData name="Andrea Minutoli" userId="9caad271-c528-4652-94a8-d8eb1062ca5d" providerId="ADAL" clId="{132A5786-F797-4370-986A-2186DC2B4255}" dt="2026-03-10T12:47:11.407" v="4586" actId="26606"/>
          <ac:spMkLst>
            <pc:docMk/>
            <pc:sldMk cId="1407142085" sldId="263"/>
            <ac:spMk id="51" creationId="{3B258F34-49A4-1718-E917-907FC363020F}"/>
          </ac:spMkLst>
        </pc:spChg>
        <pc:spChg chg="add del">
          <ac:chgData name="Andrea Minutoli" userId="9caad271-c528-4652-94a8-d8eb1062ca5d" providerId="ADAL" clId="{132A5786-F797-4370-986A-2186DC2B4255}" dt="2026-03-10T12:47:14.848" v="4588" actId="26606"/>
          <ac:spMkLst>
            <pc:docMk/>
            <pc:sldMk cId="1407142085" sldId="263"/>
            <ac:spMk id="53" creationId="{BC4C4868-CB8F-4AF9-9CDB-8108F2C19B67}"/>
          </ac:spMkLst>
        </pc:spChg>
        <pc:spChg chg="add del">
          <ac:chgData name="Andrea Minutoli" userId="9caad271-c528-4652-94a8-d8eb1062ca5d" providerId="ADAL" clId="{132A5786-F797-4370-986A-2186DC2B4255}" dt="2026-03-10T12:47:14.848" v="4588" actId="26606"/>
          <ac:spMkLst>
            <pc:docMk/>
            <pc:sldMk cId="1407142085" sldId="263"/>
            <ac:spMk id="54" creationId="{375E0459-6403-40CD-989D-56A4407CA12E}"/>
          </ac:spMkLst>
        </pc:spChg>
        <pc:spChg chg="add del">
          <ac:chgData name="Andrea Minutoli" userId="9caad271-c528-4652-94a8-d8eb1062ca5d" providerId="ADAL" clId="{132A5786-F797-4370-986A-2186DC2B4255}" dt="2026-03-10T12:47:14.848" v="4588" actId="26606"/>
          <ac:spMkLst>
            <pc:docMk/>
            <pc:sldMk cId="1407142085" sldId="263"/>
            <ac:spMk id="55" creationId="{3B258F34-49A4-1718-E917-907FC363020F}"/>
          </ac:spMkLst>
        </pc:spChg>
        <pc:spChg chg="add del">
          <ac:chgData name="Andrea Minutoli" userId="9caad271-c528-4652-94a8-d8eb1062ca5d" providerId="ADAL" clId="{132A5786-F797-4370-986A-2186DC2B4255}" dt="2026-03-10T12:47:15.925" v="4590" actId="26606"/>
          <ac:spMkLst>
            <pc:docMk/>
            <pc:sldMk cId="1407142085" sldId="263"/>
            <ac:spMk id="58" creationId="{FCC2D84B-6969-4F00-BEBA-81C2EBCD3299}"/>
          </ac:spMkLst>
        </pc:spChg>
        <pc:spChg chg="add del">
          <ac:chgData name="Andrea Minutoli" userId="9caad271-c528-4652-94a8-d8eb1062ca5d" providerId="ADAL" clId="{132A5786-F797-4370-986A-2186DC2B4255}" dt="2026-03-10T12:47:15.925" v="4590" actId="26606"/>
          <ac:spMkLst>
            <pc:docMk/>
            <pc:sldMk cId="1407142085" sldId="263"/>
            <ac:spMk id="59" creationId="{B0D282BE-4461-4794-89A5-394723CDF2F3}"/>
          </ac:spMkLst>
        </pc:spChg>
        <pc:spChg chg="add del">
          <ac:chgData name="Andrea Minutoli" userId="9caad271-c528-4652-94a8-d8eb1062ca5d" providerId="ADAL" clId="{132A5786-F797-4370-986A-2186DC2B4255}" dt="2026-03-10T12:47:15.925" v="4590" actId="26606"/>
          <ac:spMkLst>
            <pc:docMk/>
            <pc:sldMk cId="1407142085" sldId="263"/>
            <ac:spMk id="60" creationId="{3B258F34-49A4-1718-E917-907FC363020F}"/>
          </ac:spMkLst>
        </pc:spChg>
        <pc:spChg chg="add del">
          <ac:chgData name="Andrea Minutoli" userId="9caad271-c528-4652-94a8-d8eb1062ca5d" providerId="ADAL" clId="{132A5786-F797-4370-986A-2186DC2B4255}" dt="2026-03-10T12:47:16.956" v="4592" actId="26606"/>
          <ac:spMkLst>
            <pc:docMk/>
            <pc:sldMk cId="1407142085" sldId="263"/>
            <ac:spMk id="62" creationId="{EDDBB197-D710-4A4F-A9CA-FD2177498BE8}"/>
          </ac:spMkLst>
        </pc:spChg>
        <pc:spChg chg="add del">
          <ac:chgData name="Andrea Minutoli" userId="9caad271-c528-4652-94a8-d8eb1062ca5d" providerId="ADAL" clId="{132A5786-F797-4370-986A-2186DC2B4255}" dt="2026-03-10T12:47:16.956" v="4592" actId="26606"/>
          <ac:spMkLst>
            <pc:docMk/>
            <pc:sldMk cId="1407142085" sldId="263"/>
            <ac:spMk id="63" creationId="{975D1CFA-2CDB-4B64-BD9F-85744E8DA12F}"/>
          </ac:spMkLst>
        </pc:spChg>
        <pc:spChg chg="add del">
          <ac:chgData name="Andrea Minutoli" userId="9caad271-c528-4652-94a8-d8eb1062ca5d" providerId="ADAL" clId="{132A5786-F797-4370-986A-2186DC2B4255}" dt="2026-03-10T12:47:16.956" v="4592" actId="26606"/>
          <ac:spMkLst>
            <pc:docMk/>
            <pc:sldMk cId="1407142085" sldId="263"/>
            <ac:spMk id="64" creationId="{3B258F34-49A4-1718-E917-907FC363020F}"/>
          </ac:spMkLst>
        </pc:spChg>
        <pc:spChg chg="add del">
          <ac:chgData name="Andrea Minutoli" userId="9caad271-c528-4652-94a8-d8eb1062ca5d" providerId="ADAL" clId="{132A5786-F797-4370-986A-2186DC2B4255}" dt="2026-03-10T12:47:18.285" v="4594" actId="26606"/>
          <ac:spMkLst>
            <pc:docMk/>
            <pc:sldMk cId="1407142085" sldId="263"/>
            <ac:spMk id="71" creationId="{5D7F64A8-D625-4F61-A290-B499BB62ACFF}"/>
          </ac:spMkLst>
        </pc:spChg>
        <pc:spChg chg="add del">
          <ac:chgData name="Andrea Minutoli" userId="9caad271-c528-4652-94a8-d8eb1062ca5d" providerId="ADAL" clId="{132A5786-F797-4370-986A-2186DC2B4255}" dt="2026-03-10T12:47:18.285" v="4594" actId="26606"/>
          <ac:spMkLst>
            <pc:docMk/>
            <pc:sldMk cId="1407142085" sldId="263"/>
            <ac:spMk id="73" creationId="{3B258F34-49A4-1718-E917-907FC363020F}"/>
          </ac:spMkLst>
        </pc:spChg>
        <pc:spChg chg="add del">
          <ac:chgData name="Andrea Minutoli" userId="9caad271-c528-4652-94a8-d8eb1062ca5d" providerId="ADAL" clId="{132A5786-F797-4370-986A-2186DC2B4255}" dt="2026-03-10T12:47:19.445" v="4596" actId="26606"/>
          <ac:spMkLst>
            <pc:docMk/>
            <pc:sldMk cId="1407142085" sldId="263"/>
            <ac:spMk id="76" creationId="{5D7F64A8-D625-4F61-A290-B499BB62ACFF}"/>
          </ac:spMkLst>
        </pc:spChg>
        <pc:spChg chg="add del">
          <ac:chgData name="Andrea Minutoli" userId="9caad271-c528-4652-94a8-d8eb1062ca5d" providerId="ADAL" clId="{132A5786-F797-4370-986A-2186DC2B4255}" dt="2026-03-10T12:47:19.445" v="4596" actId="26606"/>
          <ac:spMkLst>
            <pc:docMk/>
            <pc:sldMk cId="1407142085" sldId="263"/>
            <ac:spMk id="78" creationId="{3B258F34-49A4-1718-E917-907FC363020F}"/>
          </ac:spMkLst>
        </pc:spChg>
        <pc:spChg chg="add del">
          <ac:chgData name="Andrea Minutoli" userId="9caad271-c528-4652-94a8-d8eb1062ca5d" providerId="ADAL" clId="{132A5786-F797-4370-986A-2186DC2B4255}" dt="2026-03-10T12:47:20.087" v="4598" actId="26606"/>
          <ac:spMkLst>
            <pc:docMk/>
            <pc:sldMk cId="1407142085" sldId="263"/>
            <ac:spMk id="81" creationId="{55F7ABCA-A68A-47DD-B732-76FF34C6FB7D}"/>
          </ac:spMkLst>
        </pc:spChg>
        <pc:spChg chg="add del">
          <ac:chgData name="Andrea Minutoli" userId="9caad271-c528-4652-94a8-d8eb1062ca5d" providerId="ADAL" clId="{132A5786-F797-4370-986A-2186DC2B4255}" dt="2026-03-10T12:47:20.087" v="4598" actId="26606"/>
          <ac:spMkLst>
            <pc:docMk/>
            <pc:sldMk cId="1407142085" sldId="263"/>
            <ac:spMk id="83" creationId="{3B258F34-49A4-1718-E917-907FC363020F}"/>
          </ac:spMkLst>
        </pc:spChg>
        <pc:spChg chg="add del">
          <ac:chgData name="Andrea Minutoli" userId="9caad271-c528-4652-94a8-d8eb1062ca5d" providerId="ADAL" clId="{132A5786-F797-4370-986A-2186DC2B4255}" dt="2026-03-10T12:47:22.119" v="4600" actId="26606"/>
          <ac:spMkLst>
            <pc:docMk/>
            <pc:sldMk cId="1407142085" sldId="263"/>
            <ac:spMk id="85" creationId="{1B15ED52-F352-441B-82BF-E0EA34836D08}"/>
          </ac:spMkLst>
        </pc:spChg>
        <pc:spChg chg="add del">
          <ac:chgData name="Andrea Minutoli" userId="9caad271-c528-4652-94a8-d8eb1062ca5d" providerId="ADAL" clId="{132A5786-F797-4370-986A-2186DC2B4255}" dt="2026-03-10T12:47:22.119" v="4600" actId="26606"/>
          <ac:spMkLst>
            <pc:docMk/>
            <pc:sldMk cId="1407142085" sldId="263"/>
            <ac:spMk id="86" creationId="{3B2E3793-BFE6-45A2-9B7B-E18844431C99}"/>
          </ac:spMkLst>
        </pc:spChg>
        <pc:spChg chg="add del">
          <ac:chgData name="Andrea Minutoli" userId="9caad271-c528-4652-94a8-d8eb1062ca5d" providerId="ADAL" clId="{132A5786-F797-4370-986A-2186DC2B4255}" dt="2026-03-10T12:47:22.119" v="4600" actId="26606"/>
          <ac:spMkLst>
            <pc:docMk/>
            <pc:sldMk cId="1407142085" sldId="263"/>
            <ac:spMk id="87" creationId="{BC4C4868-CB8F-4AF9-9CDB-8108F2C19B67}"/>
          </ac:spMkLst>
        </pc:spChg>
        <pc:spChg chg="add del">
          <ac:chgData name="Andrea Minutoli" userId="9caad271-c528-4652-94a8-d8eb1062ca5d" providerId="ADAL" clId="{132A5786-F797-4370-986A-2186DC2B4255}" dt="2026-03-10T12:47:22.119" v="4600" actId="26606"/>
          <ac:spMkLst>
            <pc:docMk/>
            <pc:sldMk cId="1407142085" sldId="263"/>
            <ac:spMk id="88" creationId="{375E0459-6403-40CD-989D-56A4407CA12E}"/>
          </ac:spMkLst>
        </pc:spChg>
        <pc:spChg chg="add del">
          <ac:chgData name="Andrea Minutoli" userId="9caad271-c528-4652-94a8-d8eb1062ca5d" providerId="ADAL" clId="{132A5786-F797-4370-986A-2186DC2B4255}" dt="2026-03-10T12:47:22.119" v="4600" actId="26606"/>
          <ac:spMkLst>
            <pc:docMk/>
            <pc:sldMk cId="1407142085" sldId="263"/>
            <ac:spMk id="89" creationId="{53E5B1A8-3AC9-4BD1-9BBC-78CA94F2D1BA}"/>
          </ac:spMkLst>
        </pc:spChg>
        <pc:spChg chg="add">
          <ac:chgData name="Andrea Minutoli" userId="9caad271-c528-4652-94a8-d8eb1062ca5d" providerId="ADAL" clId="{132A5786-F797-4370-986A-2186DC2B4255}" dt="2026-03-10T12:47:22.177" v="4601" actId="26606"/>
          <ac:spMkLst>
            <pc:docMk/>
            <pc:sldMk cId="1407142085" sldId="263"/>
            <ac:spMk id="92" creationId="{1B15ED52-F352-441B-82BF-E0EA34836D08}"/>
          </ac:spMkLst>
        </pc:spChg>
        <pc:spChg chg="add">
          <ac:chgData name="Andrea Minutoli" userId="9caad271-c528-4652-94a8-d8eb1062ca5d" providerId="ADAL" clId="{132A5786-F797-4370-986A-2186DC2B4255}" dt="2026-03-10T12:47:22.177" v="4601" actId="26606"/>
          <ac:spMkLst>
            <pc:docMk/>
            <pc:sldMk cId="1407142085" sldId="263"/>
            <ac:spMk id="93" creationId="{3B2E3793-BFE6-45A2-9B7B-E18844431C99}"/>
          </ac:spMkLst>
        </pc:spChg>
        <pc:spChg chg="add">
          <ac:chgData name="Andrea Minutoli" userId="9caad271-c528-4652-94a8-d8eb1062ca5d" providerId="ADAL" clId="{132A5786-F797-4370-986A-2186DC2B4255}" dt="2026-03-10T12:47:22.177" v="4601" actId="26606"/>
          <ac:spMkLst>
            <pc:docMk/>
            <pc:sldMk cId="1407142085" sldId="263"/>
            <ac:spMk id="94" creationId="{BC4C4868-CB8F-4AF9-9CDB-8108F2C19B67}"/>
          </ac:spMkLst>
        </pc:spChg>
        <pc:spChg chg="add">
          <ac:chgData name="Andrea Minutoli" userId="9caad271-c528-4652-94a8-d8eb1062ca5d" providerId="ADAL" clId="{132A5786-F797-4370-986A-2186DC2B4255}" dt="2026-03-10T12:47:22.177" v="4601" actId="26606"/>
          <ac:spMkLst>
            <pc:docMk/>
            <pc:sldMk cId="1407142085" sldId="263"/>
            <ac:spMk id="96" creationId="{53E5B1A8-3AC9-4BD1-9BBC-78CA94F2D1BA}"/>
          </ac:spMkLst>
        </pc:spChg>
        <pc:picChg chg="add del">
          <ac:chgData name="Andrea Minutoli" userId="9caad271-c528-4652-94a8-d8eb1062ca5d" providerId="ADAL" clId="{132A5786-F797-4370-986A-2186DC2B4255}" dt="2026-03-10T12:47:05.017" v="4580" actId="26606"/>
          <ac:picMkLst>
            <pc:docMk/>
            <pc:sldMk cId="1407142085" sldId="263"/>
            <ac:picMk id="31" creationId="{9BA5B080-58AA-F71B-E0A1-2C2D15A40443}"/>
          </ac:picMkLst>
        </pc:picChg>
        <pc:picChg chg="add del">
          <ac:chgData name="Andrea Minutoli" userId="9caad271-c528-4652-94a8-d8eb1062ca5d" providerId="ADAL" clId="{132A5786-F797-4370-986A-2186DC2B4255}" dt="2026-03-10T12:47:11.407" v="4586" actId="26606"/>
          <ac:picMkLst>
            <pc:docMk/>
            <pc:sldMk cId="1407142085" sldId="263"/>
            <ac:picMk id="49" creationId="{9BA5B080-58AA-F71B-E0A1-2C2D15A40443}"/>
          </ac:picMkLst>
        </pc:picChg>
        <pc:picChg chg="add del">
          <ac:chgData name="Andrea Minutoli" userId="9caad271-c528-4652-94a8-d8eb1062ca5d" providerId="ADAL" clId="{132A5786-F797-4370-986A-2186DC2B4255}" dt="2026-03-10T12:47:18.285" v="4594" actId="26606"/>
          <ac:picMkLst>
            <pc:docMk/>
            <pc:sldMk cId="1407142085" sldId="263"/>
            <ac:picMk id="72" creationId="{B80E7863-E2FC-EC96-5E21-73A6DD1D1217}"/>
          </ac:picMkLst>
        </pc:picChg>
        <pc:picChg chg="add del">
          <ac:chgData name="Andrea Minutoli" userId="9caad271-c528-4652-94a8-d8eb1062ca5d" providerId="ADAL" clId="{132A5786-F797-4370-986A-2186DC2B4255}" dt="2026-03-10T12:47:19.445" v="4596" actId="26606"/>
          <ac:picMkLst>
            <pc:docMk/>
            <pc:sldMk cId="1407142085" sldId="263"/>
            <ac:picMk id="77" creationId="{D909564E-14D5-A718-DEFE-824955ED44D1}"/>
          </ac:picMkLst>
        </pc:picChg>
        <pc:picChg chg="add del">
          <ac:chgData name="Andrea Minutoli" userId="9caad271-c528-4652-94a8-d8eb1062ca5d" providerId="ADAL" clId="{132A5786-F797-4370-986A-2186DC2B4255}" dt="2026-03-10T12:47:20.087" v="4598" actId="26606"/>
          <ac:picMkLst>
            <pc:docMk/>
            <pc:sldMk cId="1407142085" sldId="263"/>
            <ac:picMk id="82" creationId="{86072188-2DD0-B3CF-B8B5-1415CC0003B8}"/>
          </ac:picMkLst>
        </pc:picChg>
        <pc:cxnChg chg="add del">
          <ac:chgData name="Andrea Minutoli" userId="9caad271-c528-4652-94a8-d8eb1062ca5d" providerId="ADAL" clId="{132A5786-F797-4370-986A-2186DC2B4255}" dt="2026-03-10T12:47:05.017" v="4580" actId="26606"/>
          <ac:cxnSpMkLst>
            <pc:docMk/>
            <pc:sldMk cId="1407142085" sldId="263"/>
            <ac:cxnSpMk id="35" creationId="{249EDD1B-F94D-B4E6-ACAA-566B9A26FDE3}"/>
          </ac:cxnSpMkLst>
        </pc:cxnChg>
        <pc:cxnChg chg="add del">
          <ac:chgData name="Andrea Minutoli" userId="9caad271-c528-4652-94a8-d8eb1062ca5d" providerId="ADAL" clId="{132A5786-F797-4370-986A-2186DC2B4255}" dt="2026-03-10T12:47:11.407" v="4586" actId="26606"/>
          <ac:cxnSpMkLst>
            <pc:docMk/>
            <pc:sldMk cId="1407142085" sldId="263"/>
            <ac:cxnSpMk id="50" creationId="{249EDD1B-F94D-B4E6-ACAA-566B9A26FDE3}"/>
          </ac:cxnSpMkLst>
        </pc:cxnChg>
      </pc:sldChg>
      <pc:sldChg chg="addSp delSp modSp new mod modNotesTx">
        <pc:chgData name="Andrea Minutoli" userId="9caad271-c528-4652-94a8-d8eb1062ca5d" providerId="ADAL" clId="{132A5786-F797-4370-986A-2186DC2B4255}" dt="2026-03-11T16:34:42.345" v="4730" actId="478"/>
        <pc:sldMkLst>
          <pc:docMk/>
          <pc:sldMk cId="766381129" sldId="266"/>
        </pc:sldMkLst>
        <pc:spChg chg="mod">
          <ac:chgData name="Andrea Minutoli" userId="9caad271-c528-4652-94a8-d8eb1062ca5d" providerId="ADAL" clId="{132A5786-F797-4370-986A-2186DC2B4255}" dt="2026-03-09T11:20:13.919" v="1341" actId="5793"/>
          <ac:spMkLst>
            <pc:docMk/>
            <pc:sldMk cId="766381129" sldId="266"/>
            <ac:spMk id="2" creationId="{CC9FDC01-0797-7BF9-CA8A-7BA6F7443730}"/>
          </ac:spMkLst>
        </pc:spChg>
        <pc:spChg chg="mod">
          <ac:chgData name="Andrea Minutoli" userId="9caad271-c528-4652-94a8-d8eb1062ca5d" providerId="ADAL" clId="{132A5786-F797-4370-986A-2186DC2B4255}" dt="2026-03-11T16:34:37.626" v="4728"/>
          <ac:spMkLst>
            <pc:docMk/>
            <pc:sldMk cId="766381129" sldId="266"/>
            <ac:spMk id="3" creationId="{BDB48D9C-C132-39D7-E3DE-D190A798AFCE}"/>
          </ac:spMkLst>
        </pc:spChg>
        <pc:spChg chg="add del mod">
          <ac:chgData name="Andrea Minutoli" userId="9caad271-c528-4652-94a8-d8eb1062ca5d" providerId="ADAL" clId="{132A5786-F797-4370-986A-2186DC2B4255}" dt="2026-03-11T16:34:40.842" v="4729" actId="478"/>
          <ac:spMkLst>
            <pc:docMk/>
            <pc:sldMk cId="766381129" sldId="266"/>
            <ac:spMk id="4" creationId="{40661DEE-EB92-09F2-2D14-B034E3023AC7}"/>
          </ac:spMkLst>
        </pc:spChg>
        <pc:spChg chg="add del mod">
          <ac:chgData name="Andrea Minutoli" userId="9caad271-c528-4652-94a8-d8eb1062ca5d" providerId="ADAL" clId="{132A5786-F797-4370-986A-2186DC2B4255}" dt="2026-03-11T16:34:42.345" v="4730" actId="478"/>
          <ac:spMkLst>
            <pc:docMk/>
            <pc:sldMk cId="766381129" sldId="266"/>
            <ac:spMk id="5" creationId="{28634417-8CB4-A6FE-C284-465A30CDA811}"/>
          </ac:spMkLst>
        </pc:spChg>
      </pc:sldChg>
      <pc:sldChg chg="modSp new del mod">
        <pc:chgData name="Andrea Minutoli" userId="9caad271-c528-4652-94a8-d8eb1062ca5d" providerId="ADAL" clId="{132A5786-F797-4370-986A-2186DC2B4255}" dt="2026-03-10T12:49:33.787" v="4602" actId="2696"/>
        <pc:sldMkLst>
          <pc:docMk/>
          <pc:sldMk cId="3376693258" sldId="267"/>
        </pc:sldMkLst>
      </pc:sldChg>
      <pc:sldChg chg="addSp delSp mod">
        <pc:chgData name="Andrea Minutoli" userId="9caad271-c528-4652-94a8-d8eb1062ca5d" providerId="ADAL" clId="{132A5786-F797-4370-986A-2186DC2B4255}" dt="2026-03-10T10:23:55.575" v="2840" actId="478"/>
        <pc:sldMkLst>
          <pc:docMk/>
          <pc:sldMk cId="1609652814" sldId="274"/>
        </pc:sldMkLst>
        <pc:graphicFrameChg chg="add del">
          <ac:chgData name="Andrea Minutoli" userId="9caad271-c528-4652-94a8-d8eb1062ca5d" providerId="ADAL" clId="{132A5786-F797-4370-986A-2186DC2B4255}" dt="2026-03-10T10:23:55.575" v="2840" actId="478"/>
          <ac:graphicFrameMkLst>
            <pc:docMk/>
            <pc:sldMk cId="1609652814" sldId="274"/>
            <ac:graphicFrameMk id="4" creationId="{FCF4199F-9532-EDBC-4AA3-9968ADAE6F8A}"/>
          </ac:graphicFrameMkLst>
        </pc:graphicFrameChg>
      </pc:sldChg>
      <pc:sldChg chg="addSp delSp modSp mod modNotesTx">
        <pc:chgData name="Andrea Minutoli" userId="9caad271-c528-4652-94a8-d8eb1062ca5d" providerId="ADAL" clId="{132A5786-F797-4370-986A-2186DC2B4255}" dt="2026-03-11T16:38:25.670" v="4751" actId="255"/>
        <pc:sldMkLst>
          <pc:docMk/>
          <pc:sldMk cId="787326658" sldId="275"/>
        </pc:sldMkLst>
        <pc:spChg chg="add del mod">
          <ac:chgData name="Andrea Minutoli" userId="9caad271-c528-4652-94a8-d8eb1062ca5d" providerId="ADAL" clId="{132A5786-F797-4370-986A-2186DC2B4255}" dt="2026-03-10T12:17:17.054" v="4240" actId="478"/>
          <ac:spMkLst>
            <pc:docMk/>
            <pc:sldMk cId="787326658" sldId="275"/>
            <ac:spMk id="3" creationId="{CFE9E301-6FE6-A5BE-0C57-85C21D8434ED}"/>
          </ac:spMkLst>
        </pc:spChg>
        <pc:spChg chg="mod">
          <ac:chgData name="Andrea Minutoli" userId="9caad271-c528-4652-94a8-d8eb1062ca5d" providerId="ADAL" clId="{132A5786-F797-4370-986A-2186DC2B4255}" dt="2026-03-10T12:17:32.391" v="4273" actId="20577"/>
          <ac:spMkLst>
            <pc:docMk/>
            <pc:sldMk cId="787326658" sldId="275"/>
            <ac:spMk id="5" creationId="{E736E872-0421-C3F4-B539-135D94029A64}"/>
          </ac:spMkLst>
        </pc:spChg>
        <pc:spChg chg="add del mod">
          <ac:chgData name="Andrea Minutoli" userId="9caad271-c528-4652-94a8-d8eb1062ca5d" providerId="ADAL" clId="{132A5786-F797-4370-986A-2186DC2B4255}" dt="2026-03-10T12:26:22.271" v="4284" actId="478"/>
          <ac:spMkLst>
            <pc:docMk/>
            <pc:sldMk cId="787326658" sldId="275"/>
            <ac:spMk id="6" creationId="{36D1DBE9-0ADD-3B36-4C56-073A307DF1C2}"/>
          </ac:spMkLst>
        </pc:spChg>
        <pc:graphicFrameChg chg="add mod">
          <ac:chgData name="Andrea Minutoli" userId="9caad271-c528-4652-94a8-d8eb1062ca5d" providerId="ADAL" clId="{132A5786-F797-4370-986A-2186DC2B4255}" dt="2026-03-10T12:30:13.790" v="4345" actId="1076"/>
          <ac:graphicFrameMkLst>
            <pc:docMk/>
            <pc:sldMk cId="787326658" sldId="275"/>
            <ac:graphicFrameMk id="4" creationId="{3C9742A3-F1C5-4D50-8500-4DA228849F11}"/>
          </ac:graphicFrameMkLst>
        </pc:graphicFrameChg>
        <pc:graphicFrameChg chg="add mod modGraphic">
          <ac:chgData name="Andrea Minutoli" userId="9caad271-c528-4652-94a8-d8eb1062ca5d" providerId="ADAL" clId="{132A5786-F797-4370-986A-2186DC2B4255}" dt="2026-03-11T16:38:25.670" v="4751" actId="255"/>
          <ac:graphicFrameMkLst>
            <pc:docMk/>
            <pc:sldMk cId="787326658" sldId="275"/>
            <ac:graphicFrameMk id="7" creationId="{3074C021-16CE-24CE-68CA-CAEB82EC77F4}"/>
          </ac:graphicFrameMkLst>
        </pc:graphicFrameChg>
        <pc:graphicFrameChg chg="del">
          <ac:chgData name="Andrea Minutoli" userId="9caad271-c528-4652-94a8-d8eb1062ca5d" providerId="ADAL" clId="{132A5786-F797-4370-986A-2186DC2B4255}" dt="2026-03-10T12:17:11.057" v="4239" actId="478"/>
          <ac:graphicFrameMkLst>
            <pc:docMk/>
            <pc:sldMk cId="787326658" sldId="275"/>
            <ac:graphicFrameMk id="10" creationId="{52219232-9149-3310-C582-A3C53CD5F1B6}"/>
          </ac:graphicFrameMkLst>
        </pc:graphicFrameChg>
      </pc:sldChg>
      <pc:sldChg chg="modSp new mod">
        <pc:chgData name="Andrea Minutoli" userId="9caad271-c528-4652-94a8-d8eb1062ca5d" providerId="ADAL" clId="{132A5786-F797-4370-986A-2186DC2B4255}" dt="2026-03-10T10:30:01.259" v="2861" actId="20577"/>
        <pc:sldMkLst>
          <pc:docMk/>
          <pc:sldMk cId="3971152542" sldId="277"/>
        </pc:sldMkLst>
        <pc:spChg chg="mod">
          <ac:chgData name="Andrea Minutoli" userId="9caad271-c528-4652-94a8-d8eb1062ca5d" providerId="ADAL" clId="{132A5786-F797-4370-986A-2186DC2B4255}" dt="2026-03-10T10:30:01.259" v="2861" actId="20577"/>
          <ac:spMkLst>
            <pc:docMk/>
            <pc:sldMk cId="3971152542" sldId="277"/>
            <ac:spMk id="2" creationId="{0DFBD4EF-66FC-8849-435A-A3AE9E021A64}"/>
          </ac:spMkLst>
        </pc:spChg>
      </pc:sldChg>
      <pc:sldChg chg="addSp delSp modSp new mod">
        <pc:chgData name="Andrea Minutoli" userId="9caad271-c528-4652-94a8-d8eb1062ca5d" providerId="ADAL" clId="{132A5786-F797-4370-986A-2186DC2B4255}" dt="2026-03-11T16:36:17.898" v="4733" actId="255"/>
        <pc:sldMkLst>
          <pc:docMk/>
          <pc:sldMk cId="1373813625" sldId="278"/>
        </pc:sldMkLst>
        <pc:spChg chg="mod">
          <ac:chgData name="Andrea Minutoli" userId="9caad271-c528-4652-94a8-d8eb1062ca5d" providerId="ADAL" clId="{132A5786-F797-4370-986A-2186DC2B4255}" dt="2026-03-10T12:11:13.404" v="4204" actId="122"/>
          <ac:spMkLst>
            <pc:docMk/>
            <pc:sldMk cId="1373813625" sldId="278"/>
            <ac:spMk id="2" creationId="{C0741DA8-BA7A-06B5-CF5B-E44CEED026F8}"/>
          </ac:spMkLst>
        </pc:spChg>
        <pc:spChg chg="del">
          <ac:chgData name="Andrea Minutoli" userId="9caad271-c528-4652-94a8-d8eb1062ca5d" providerId="ADAL" clId="{132A5786-F797-4370-986A-2186DC2B4255}" dt="2026-03-10T10:34:46.111" v="2888" actId="12084"/>
          <ac:spMkLst>
            <pc:docMk/>
            <pc:sldMk cId="1373813625" sldId="278"/>
            <ac:spMk id="3" creationId="{95E2B612-CB60-AF17-73E7-828FEF3E560C}"/>
          </ac:spMkLst>
        </pc:spChg>
        <pc:spChg chg="add del mod">
          <ac:chgData name="Andrea Minutoli" userId="9caad271-c528-4652-94a8-d8eb1062ca5d" providerId="ADAL" clId="{132A5786-F797-4370-986A-2186DC2B4255}" dt="2026-03-10T11:55:35.827" v="3862" actId="1032"/>
          <ac:spMkLst>
            <pc:docMk/>
            <pc:sldMk cId="1373813625" sldId="278"/>
            <ac:spMk id="6" creationId="{F8512F19-4C0B-894C-BECB-E13E0A86A8D2}"/>
          </ac:spMkLst>
        </pc:spChg>
        <pc:spChg chg="add del mod">
          <ac:chgData name="Andrea Minutoli" userId="9caad271-c528-4652-94a8-d8eb1062ca5d" providerId="ADAL" clId="{132A5786-F797-4370-986A-2186DC2B4255}" dt="2026-03-10T12:00:42.859" v="3998" actId="478"/>
          <ac:spMkLst>
            <pc:docMk/>
            <pc:sldMk cId="1373813625" sldId="278"/>
            <ac:spMk id="8" creationId="{64411477-B434-3A21-5134-B44C1A4D6018}"/>
          </ac:spMkLst>
        </pc:spChg>
        <pc:spChg chg="add del mod">
          <ac:chgData name="Andrea Minutoli" userId="9caad271-c528-4652-94a8-d8eb1062ca5d" providerId="ADAL" clId="{132A5786-F797-4370-986A-2186DC2B4255}" dt="2026-03-10T12:00:44.657" v="3999" actId="478"/>
          <ac:spMkLst>
            <pc:docMk/>
            <pc:sldMk cId="1373813625" sldId="278"/>
            <ac:spMk id="9" creationId="{10129098-6605-AAE6-063D-49F539C95547}"/>
          </ac:spMkLst>
        </pc:spChg>
        <pc:spChg chg="add del mod">
          <ac:chgData name="Andrea Minutoli" userId="9caad271-c528-4652-94a8-d8eb1062ca5d" providerId="ADAL" clId="{132A5786-F797-4370-986A-2186DC2B4255}" dt="2026-03-10T12:00:34.379" v="3994" actId="478"/>
          <ac:spMkLst>
            <pc:docMk/>
            <pc:sldMk cId="1373813625" sldId="278"/>
            <ac:spMk id="10" creationId="{DD397FB7-B2FC-DF01-182C-ED5E4BBECCDA}"/>
          </ac:spMkLst>
        </pc:spChg>
        <pc:spChg chg="add del mod">
          <ac:chgData name="Andrea Minutoli" userId="9caad271-c528-4652-94a8-d8eb1062ca5d" providerId="ADAL" clId="{132A5786-F797-4370-986A-2186DC2B4255}" dt="2026-03-10T12:00:31.872" v="3992" actId="478"/>
          <ac:spMkLst>
            <pc:docMk/>
            <pc:sldMk cId="1373813625" sldId="278"/>
            <ac:spMk id="13" creationId="{C73130CE-0D77-8C97-710D-5AB6761152A7}"/>
          </ac:spMkLst>
        </pc:spChg>
        <pc:spChg chg="add mod">
          <ac:chgData name="Andrea Minutoli" userId="9caad271-c528-4652-94a8-d8eb1062ca5d" providerId="ADAL" clId="{132A5786-F797-4370-986A-2186DC2B4255}" dt="2026-03-10T12:07:28.352" v="4200" actId="1076"/>
          <ac:spMkLst>
            <pc:docMk/>
            <pc:sldMk cId="1373813625" sldId="278"/>
            <ac:spMk id="14" creationId="{98BCA6B1-C539-6BE4-8809-745A19CA8129}"/>
          </ac:spMkLst>
        </pc:spChg>
        <pc:spChg chg="add mod">
          <ac:chgData name="Andrea Minutoli" userId="9caad271-c528-4652-94a8-d8eb1062ca5d" providerId="ADAL" clId="{132A5786-F797-4370-986A-2186DC2B4255}" dt="2026-03-10T15:08:44.867" v="4651" actId="20577"/>
          <ac:spMkLst>
            <pc:docMk/>
            <pc:sldMk cId="1373813625" sldId="278"/>
            <ac:spMk id="15" creationId="{B35D041B-F96A-0CF6-5394-590539F0A249}"/>
          </ac:spMkLst>
        </pc:spChg>
        <pc:spChg chg="add mod">
          <ac:chgData name="Andrea Minutoli" userId="9caad271-c528-4652-94a8-d8eb1062ca5d" providerId="ADAL" clId="{132A5786-F797-4370-986A-2186DC2B4255}" dt="2026-03-10T12:06:49.695" v="4192" actId="404"/>
          <ac:spMkLst>
            <pc:docMk/>
            <pc:sldMk cId="1373813625" sldId="278"/>
            <ac:spMk id="16" creationId="{DF411E02-ED6B-CEF6-A767-C38D7198D066}"/>
          </ac:spMkLst>
        </pc:spChg>
        <pc:spChg chg="add del mod">
          <ac:chgData name="Andrea Minutoli" userId="9caad271-c528-4652-94a8-d8eb1062ca5d" providerId="ADAL" clId="{132A5786-F797-4370-986A-2186DC2B4255}" dt="2026-03-10T12:13:05.828" v="4219" actId="478"/>
          <ac:spMkLst>
            <pc:docMk/>
            <pc:sldMk cId="1373813625" sldId="278"/>
            <ac:spMk id="17" creationId="{80A5E7DB-FD96-B4A7-661E-9568A0EEF644}"/>
          </ac:spMkLst>
        </pc:spChg>
        <pc:graphicFrameChg chg="add del mod modGraphic">
          <ac:chgData name="Andrea Minutoli" userId="9caad271-c528-4652-94a8-d8eb1062ca5d" providerId="ADAL" clId="{132A5786-F797-4370-986A-2186DC2B4255}" dt="2026-03-10T11:55:08.821" v="3861" actId="478"/>
          <ac:graphicFrameMkLst>
            <pc:docMk/>
            <pc:sldMk cId="1373813625" sldId="278"/>
            <ac:graphicFrameMk id="4" creationId="{09A9D902-3F40-C8FA-E397-4DD4330E1852}"/>
          </ac:graphicFrameMkLst>
        </pc:graphicFrameChg>
        <pc:graphicFrameChg chg="add del mod modGraphic">
          <ac:chgData name="Andrea Minutoli" userId="9caad271-c528-4652-94a8-d8eb1062ca5d" providerId="ADAL" clId="{132A5786-F797-4370-986A-2186DC2B4255}" dt="2026-03-10T12:00:22.448" v="3991" actId="478"/>
          <ac:graphicFrameMkLst>
            <pc:docMk/>
            <pc:sldMk cId="1373813625" sldId="278"/>
            <ac:graphicFrameMk id="7" creationId="{9DD0017E-412C-8032-46CB-13512AE337E3}"/>
          </ac:graphicFrameMkLst>
        </pc:graphicFrameChg>
        <pc:graphicFrameChg chg="add mod modGraphic">
          <ac:chgData name="Andrea Minutoli" userId="9caad271-c528-4652-94a8-d8eb1062ca5d" providerId="ADAL" clId="{132A5786-F797-4370-986A-2186DC2B4255}" dt="2026-03-11T16:36:17.898" v="4733" actId="255"/>
          <ac:graphicFrameMkLst>
            <pc:docMk/>
            <pc:sldMk cId="1373813625" sldId="278"/>
            <ac:graphicFrameMk id="11" creationId="{F2717282-8DA4-BC61-7B6B-8011E93F4DEE}"/>
          </ac:graphicFrameMkLst>
        </pc:graphicFrameChg>
      </pc:sldChg>
      <pc:sldChg chg="modSp mod">
        <pc:chgData name="Andrea Minutoli" userId="9caad271-c528-4652-94a8-d8eb1062ca5d" providerId="ADAL" clId="{132A5786-F797-4370-986A-2186DC2B4255}" dt="2026-03-10T15:36:12.150" v="4690" actId="20577"/>
        <pc:sldMkLst>
          <pc:docMk/>
          <pc:sldMk cId="2896601016" sldId="279"/>
        </pc:sldMkLst>
        <pc:graphicFrameChg chg="modGraphic">
          <ac:chgData name="Andrea Minutoli" userId="9caad271-c528-4652-94a8-d8eb1062ca5d" providerId="ADAL" clId="{132A5786-F797-4370-986A-2186DC2B4255}" dt="2026-03-10T15:23:36.871" v="4683" actId="20577"/>
          <ac:graphicFrameMkLst>
            <pc:docMk/>
            <pc:sldMk cId="2896601016" sldId="279"/>
            <ac:graphicFrameMk id="4" creationId="{E521B392-3073-18EB-AF3E-51C663CC36F4}"/>
          </ac:graphicFrameMkLst>
        </pc:graphicFrameChg>
        <pc:graphicFrameChg chg="modGraphic">
          <ac:chgData name="Andrea Minutoli" userId="9caad271-c528-4652-94a8-d8eb1062ca5d" providerId="ADAL" clId="{132A5786-F797-4370-986A-2186DC2B4255}" dt="2026-03-10T15:36:12.150" v="4690" actId="20577"/>
          <ac:graphicFrameMkLst>
            <pc:docMk/>
            <pc:sldMk cId="2896601016" sldId="279"/>
            <ac:graphicFrameMk id="11" creationId="{2B0803BE-042F-0933-6712-28C7A518395B}"/>
          </ac:graphicFrameMkLst>
        </pc:graphicFrameChg>
      </pc:sldChg>
      <pc:sldChg chg="addSp delSp modSp new mod setBg">
        <pc:chgData name="Andrea Minutoli" userId="9caad271-c528-4652-94a8-d8eb1062ca5d" providerId="ADAL" clId="{132A5786-F797-4370-986A-2186DC2B4255}" dt="2026-03-10T12:52:14.237" v="4618" actId="20577"/>
        <pc:sldMkLst>
          <pc:docMk/>
          <pc:sldMk cId="1773951660" sldId="280"/>
        </pc:sldMkLst>
        <pc:spChg chg="mod">
          <ac:chgData name="Andrea Minutoli" userId="9caad271-c528-4652-94a8-d8eb1062ca5d" providerId="ADAL" clId="{132A5786-F797-4370-986A-2186DC2B4255}" dt="2026-03-10T12:46:32.099" v="4578" actId="26606"/>
          <ac:spMkLst>
            <pc:docMk/>
            <pc:sldMk cId="1773951660" sldId="280"/>
            <ac:spMk id="2" creationId="{EDB22D3A-49A0-2A28-20D2-64461AFA4B9A}"/>
          </ac:spMkLst>
        </pc:spChg>
        <pc:spChg chg="del mod">
          <ac:chgData name="Andrea Minutoli" userId="9caad271-c528-4652-94a8-d8eb1062ca5d" providerId="ADAL" clId="{132A5786-F797-4370-986A-2186DC2B4255}" dt="2026-03-10T12:44:08.555" v="4553"/>
          <ac:spMkLst>
            <pc:docMk/>
            <pc:sldMk cId="1773951660" sldId="280"/>
            <ac:spMk id="3" creationId="{37E70D90-2586-0C2D-8DA3-336D8495EE2A}"/>
          </ac:spMkLst>
        </pc:spChg>
        <pc:spChg chg="add del mod">
          <ac:chgData name="Andrea Minutoli" userId="9caad271-c528-4652-94a8-d8eb1062ca5d" providerId="ADAL" clId="{132A5786-F797-4370-986A-2186DC2B4255}" dt="2026-03-10T12:46:32.099" v="4578" actId="26606"/>
          <ac:spMkLst>
            <pc:docMk/>
            <pc:sldMk cId="1773951660" sldId="280"/>
            <ac:spMk id="4" creationId="{B9A947F4-8B01-DA04-59BB-8365EF009A61}"/>
          </ac:spMkLst>
        </pc:spChg>
        <pc:spChg chg="add del">
          <ac:chgData name="Andrea Minutoli" userId="9caad271-c528-4652-94a8-d8eb1062ca5d" providerId="ADAL" clId="{132A5786-F797-4370-986A-2186DC2B4255}" dt="2026-03-10T12:46:32.029" v="4577" actId="26606"/>
          <ac:spMkLst>
            <pc:docMk/>
            <pc:sldMk cId="1773951660" sldId="280"/>
            <ac:spMk id="10" creationId="{BACC6370-2D7E-4714-9D71-7542949D7D5D}"/>
          </ac:spMkLst>
        </pc:spChg>
        <pc:spChg chg="add del">
          <ac:chgData name="Andrea Minutoli" userId="9caad271-c528-4652-94a8-d8eb1062ca5d" providerId="ADAL" clId="{132A5786-F797-4370-986A-2186DC2B4255}" dt="2026-03-10T12:46:32.029" v="4577" actId="26606"/>
          <ac:spMkLst>
            <pc:docMk/>
            <pc:sldMk cId="1773951660" sldId="280"/>
            <ac:spMk id="12" creationId="{F68B3F68-107C-434F-AA38-110D5EA91B85}"/>
          </ac:spMkLst>
        </pc:spChg>
        <pc:spChg chg="add del">
          <ac:chgData name="Andrea Minutoli" userId="9caad271-c528-4652-94a8-d8eb1062ca5d" providerId="ADAL" clId="{132A5786-F797-4370-986A-2186DC2B4255}" dt="2026-03-10T12:46:32.029" v="4577" actId="26606"/>
          <ac:spMkLst>
            <pc:docMk/>
            <pc:sldMk cId="1773951660" sldId="280"/>
            <ac:spMk id="14" creationId="{AAD0DBB9-1A4B-4391-81D4-CB19F9AB918A}"/>
          </ac:spMkLst>
        </pc:spChg>
        <pc:spChg chg="add del">
          <ac:chgData name="Andrea Minutoli" userId="9caad271-c528-4652-94a8-d8eb1062ca5d" providerId="ADAL" clId="{132A5786-F797-4370-986A-2186DC2B4255}" dt="2026-03-10T12:46:32.029" v="4577" actId="26606"/>
          <ac:spMkLst>
            <pc:docMk/>
            <pc:sldMk cId="1773951660" sldId="280"/>
            <ac:spMk id="16" creationId="{063BBA22-50EA-4C4D-BE05-F1CE4E63AA56}"/>
          </ac:spMkLst>
        </pc:spChg>
        <pc:spChg chg="add">
          <ac:chgData name="Andrea Minutoli" userId="9caad271-c528-4652-94a8-d8eb1062ca5d" providerId="ADAL" clId="{132A5786-F797-4370-986A-2186DC2B4255}" dt="2026-03-10T12:46:32.099" v="4578" actId="26606"/>
          <ac:spMkLst>
            <pc:docMk/>
            <pc:sldMk cId="1773951660" sldId="280"/>
            <ac:spMk id="18" creationId="{BACC6370-2D7E-4714-9D71-7542949D7D5D}"/>
          </ac:spMkLst>
        </pc:spChg>
        <pc:spChg chg="add">
          <ac:chgData name="Andrea Minutoli" userId="9caad271-c528-4652-94a8-d8eb1062ca5d" providerId="ADAL" clId="{132A5786-F797-4370-986A-2186DC2B4255}" dt="2026-03-10T12:46:32.099" v="4578" actId="26606"/>
          <ac:spMkLst>
            <pc:docMk/>
            <pc:sldMk cId="1773951660" sldId="280"/>
            <ac:spMk id="19" creationId="{F68B3F68-107C-434F-AA38-110D5EA91B85}"/>
          </ac:spMkLst>
        </pc:spChg>
        <pc:spChg chg="add">
          <ac:chgData name="Andrea Minutoli" userId="9caad271-c528-4652-94a8-d8eb1062ca5d" providerId="ADAL" clId="{132A5786-F797-4370-986A-2186DC2B4255}" dt="2026-03-10T12:46:32.099" v="4578" actId="26606"/>
          <ac:spMkLst>
            <pc:docMk/>
            <pc:sldMk cId="1773951660" sldId="280"/>
            <ac:spMk id="20" creationId="{AAD0DBB9-1A4B-4391-81D4-CB19F9AB918A}"/>
          </ac:spMkLst>
        </pc:spChg>
        <pc:spChg chg="add">
          <ac:chgData name="Andrea Minutoli" userId="9caad271-c528-4652-94a8-d8eb1062ca5d" providerId="ADAL" clId="{132A5786-F797-4370-986A-2186DC2B4255}" dt="2026-03-10T12:46:32.099" v="4578" actId="26606"/>
          <ac:spMkLst>
            <pc:docMk/>
            <pc:sldMk cId="1773951660" sldId="280"/>
            <ac:spMk id="21" creationId="{063BBA22-50EA-4C4D-BE05-F1CE4E63AA56}"/>
          </ac:spMkLst>
        </pc:spChg>
        <pc:graphicFrameChg chg="add del">
          <ac:chgData name="Andrea Minutoli" userId="9caad271-c528-4652-94a8-d8eb1062ca5d" providerId="ADAL" clId="{132A5786-F797-4370-986A-2186DC2B4255}" dt="2026-03-10T12:46:32.029" v="4577" actId="26606"/>
          <ac:graphicFrameMkLst>
            <pc:docMk/>
            <pc:sldMk cId="1773951660" sldId="280"/>
            <ac:graphicFrameMk id="6" creationId="{F5455E8F-0C23-29DC-FC05-52159CA56709}"/>
          </ac:graphicFrameMkLst>
        </pc:graphicFrameChg>
        <pc:graphicFrameChg chg="add modGraphic">
          <ac:chgData name="Andrea Minutoli" userId="9caad271-c528-4652-94a8-d8eb1062ca5d" providerId="ADAL" clId="{132A5786-F797-4370-986A-2186DC2B4255}" dt="2026-03-10T12:52:14.237" v="4618" actId="20577"/>
          <ac:graphicFrameMkLst>
            <pc:docMk/>
            <pc:sldMk cId="1773951660" sldId="280"/>
            <ac:graphicFrameMk id="22" creationId="{8DB87768-FD56-CB73-F34C-AAA816DE7B05}"/>
          </ac:graphicFrameMkLst>
        </pc:graphicFrameChg>
      </pc:sldChg>
      <pc:sldChg chg="addSp delSp modSp new del mod">
        <pc:chgData name="Andrea Minutoli" userId="9caad271-c528-4652-94a8-d8eb1062ca5d" providerId="ADAL" clId="{132A5786-F797-4370-986A-2186DC2B4255}" dt="2026-03-10T12:35:16.877" v="4493" actId="2696"/>
        <pc:sldMkLst>
          <pc:docMk/>
          <pc:sldMk cId="1942912256" sldId="280"/>
        </pc:sldMkLst>
        <pc:spChg chg="del">
          <ac:chgData name="Andrea Minutoli" userId="9caad271-c528-4652-94a8-d8eb1062ca5d" providerId="ADAL" clId="{132A5786-F797-4370-986A-2186DC2B4255}" dt="2026-03-10T12:17:01.028" v="4236" actId="478"/>
          <ac:spMkLst>
            <pc:docMk/>
            <pc:sldMk cId="1942912256" sldId="280"/>
            <ac:spMk id="3" creationId="{3B7AD127-648C-6092-A972-9DF20791D814}"/>
          </ac:spMkLst>
        </pc:spChg>
        <pc:spChg chg="add mod">
          <ac:chgData name="Andrea Minutoli" userId="9caad271-c528-4652-94a8-d8eb1062ca5d" providerId="ADAL" clId="{132A5786-F797-4370-986A-2186DC2B4255}" dt="2026-03-10T12:26:34.645" v="4287" actId="21"/>
          <ac:spMkLst>
            <pc:docMk/>
            <pc:sldMk cId="1942912256" sldId="280"/>
            <ac:spMk id="6" creationId="{167D6AD8-3CAF-0B67-020A-63DCDFE18C86}"/>
          </ac:spMkLst>
        </pc:spChg>
        <pc:graphicFrameChg chg="add del mod">
          <ac:chgData name="Andrea Minutoli" userId="9caad271-c528-4652-94a8-d8eb1062ca5d" providerId="ADAL" clId="{132A5786-F797-4370-986A-2186DC2B4255}" dt="2026-03-10T12:26:34.645" v="4287" actId="21"/>
          <ac:graphicFrameMkLst>
            <pc:docMk/>
            <pc:sldMk cId="1942912256" sldId="280"/>
            <ac:graphicFrameMk id="4" creationId="{2C26B866-9C4D-F5A4-7684-66539E002677}"/>
          </ac:graphicFrameMkLst>
        </pc:graphicFrameChg>
      </pc:sldChg>
      <pc:sldChg chg="addSp delSp modSp mod">
        <pc:chgData name="Andrea Minutoli" userId="9caad271-c528-4652-94a8-d8eb1062ca5d" providerId="ADAL" clId="{132A5786-F797-4370-986A-2186DC2B4255}" dt="2026-03-11T16:34:23.408" v="4723" actId="21"/>
        <pc:sldMkLst>
          <pc:docMk/>
          <pc:sldMk cId="1741859652" sldId="281"/>
        </pc:sldMkLst>
        <pc:spChg chg="add del mod">
          <ac:chgData name="Andrea Minutoli" userId="9caad271-c528-4652-94a8-d8eb1062ca5d" providerId="ADAL" clId="{132A5786-F797-4370-986A-2186DC2B4255}" dt="2026-03-11T16:34:23.408" v="4723" actId="21"/>
          <ac:spMkLst>
            <pc:docMk/>
            <pc:sldMk cId="1741859652" sldId="281"/>
            <ac:spMk id="3" creationId="{28634417-8CB4-A6FE-C284-465A30CDA811}"/>
          </ac:spMkLst>
        </pc:spChg>
        <pc:spChg chg="mod">
          <ac:chgData name="Andrea Minutoli" userId="9caad271-c528-4652-94a8-d8eb1062ca5d" providerId="ADAL" clId="{132A5786-F797-4370-986A-2186DC2B4255}" dt="2026-03-10T15:12:59.261" v="4658" actId="208"/>
          <ac:spMkLst>
            <pc:docMk/>
            <pc:sldMk cId="1741859652" sldId="281"/>
            <ac:spMk id="7" creationId="{AD02A2A4-40CF-5933-B815-095E04894EC1}"/>
          </ac:spMkLst>
        </pc:spChg>
        <pc:spChg chg="mod">
          <ac:chgData name="Andrea Minutoli" userId="9caad271-c528-4652-94a8-d8eb1062ca5d" providerId="ADAL" clId="{132A5786-F797-4370-986A-2186DC2B4255}" dt="2026-03-10T15:13:06.915" v="4660" actId="20577"/>
          <ac:spMkLst>
            <pc:docMk/>
            <pc:sldMk cId="1741859652" sldId="281"/>
            <ac:spMk id="9" creationId="{BBC8E6B7-E843-7B35-9609-D7999D1613D8}"/>
          </ac:spMkLst>
        </pc:spChg>
        <pc:spChg chg="mod">
          <ac:chgData name="Andrea Minutoli" userId="9caad271-c528-4652-94a8-d8eb1062ca5d" providerId="ADAL" clId="{132A5786-F797-4370-986A-2186DC2B4255}" dt="2026-03-10T15:12:27.468" v="4656" actId="207"/>
          <ac:spMkLst>
            <pc:docMk/>
            <pc:sldMk cId="1741859652" sldId="281"/>
            <ac:spMk id="11" creationId="{B2CC688F-C143-7131-6DEC-384BE0310489}"/>
          </ac:spMkLst>
        </pc:spChg>
      </pc:sldChg>
    </pc:docChg>
  </pc:docChgLst>
  <pc:docChgLst>
    <pc:chgData name="Luca Scialdone" userId="50ef4ba9-6c17-4692-a09d-f89ff5e50b3c" providerId="ADAL" clId="{29775E5D-A879-57B5-87EF-1FD397FE42CA}"/>
    <pc:docChg chg="undo redo custSel addSld delSld modSld modMainMaster">
      <pc:chgData name="Luca Scialdone" userId="50ef4ba9-6c17-4692-a09d-f89ff5e50b3c" providerId="ADAL" clId="{29775E5D-A879-57B5-87EF-1FD397FE42CA}" dt="2026-03-10T15:26:18.034" v="3357"/>
      <pc:docMkLst>
        <pc:docMk/>
      </pc:docMkLst>
      <pc:sldChg chg="addSp delSp modSp mod setBg">
        <pc:chgData name="Luca Scialdone" userId="50ef4ba9-6c17-4692-a09d-f89ff5e50b3c" providerId="ADAL" clId="{29775E5D-A879-57B5-87EF-1FD397FE42CA}" dt="2026-03-10T12:58:40.777" v="3249"/>
        <pc:sldMkLst>
          <pc:docMk/>
          <pc:sldMk cId="3962583941" sldId="256"/>
        </pc:sldMkLst>
        <pc:spChg chg="mod">
          <ac:chgData name="Luca Scialdone" userId="50ef4ba9-6c17-4692-a09d-f89ff5e50b3c" providerId="ADAL" clId="{29775E5D-A879-57B5-87EF-1FD397FE42CA}" dt="2026-03-10T12:35:55.803" v="3138" actId="1076"/>
          <ac:spMkLst>
            <pc:docMk/>
            <pc:sldMk cId="3962583941" sldId="256"/>
            <ac:spMk id="2" creationId="{00000000-0000-0000-0000-000000000000}"/>
          </ac:spMkLst>
        </pc:spChg>
        <pc:spChg chg="mod">
          <ac:chgData name="Luca Scialdone" userId="50ef4ba9-6c17-4692-a09d-f89ff5e50b3c" providerId="ADAL" clId="{29775E5D-A879-57B5-87EF-1FD397FE42CA}" dt="2026-03-10T12:57:14.294" v="3244" actId="207"/>
          <ac:spMkLst>
            <pc:docMk/>
            <pc:sldMk cId="3962583941" sldId="256"/>
            <ac:spMk id="3" creationId="{00000000-0000-0000-0000-000000000000}"/>
          </ac:spMkLst>
        </pc:spChg>
        <pc:picChg chg="add mod">
          <ac:chgData name="Luca Scialdone" userId="50ef4ba9-6c17-4692-a09d-f89ff5e50b3c" providerId="ADAL" clId="{29775E5D-A879-57B5-87EF-1FD397FE42CA}" dt="2026-03-10T12:34:28.217" v="3118" actId="1076"/>
          <ac:picMkLst>
            <pc:docMk/>
            <pc:sldMk cId="3962583941" sldId="256"/>
            <ac:picMk id="6" creationId="{1D783E20-DB60-0793-46F4-ED96E90664E1}"/>
          </ac:picMkLst>
        </pc:picChg>
        <pc:cxnChg chg="del">
          <ac:chgData name="Luca Scialdone" userId="50ef4ba9-6c17-4692-a09d-f89ff5e50b3c" providerId="ADAL" clId="{29775E5D-A879-57B5-87EF-1FD397FE42CA}" dt="2026-03-10T12:34:40.807" v="3120" actId="478"/>
          <ac:cxnSpMkLst>
            <pc:docMk/>
            <pc:sldMk cId="3962583941" sldId="256"/>
            <ac:cxnSpMk id="5" creationId="{79779910-FA6A-8010-9643-C2F361D626CC}"/>
          </ac:cxnSpMkLst>
        </pc:cxnChg>
      </pc:sldChg>
      <pc:sldChg chg="addSp delSp modSp mod setBg">
        <pc:chgData name="Luca Scialdone" userId="50ef4ba9-6c17-4692-a09d-f89ff5e50b3c" providerId="ADAL" clId="{29775E5D-A879-57B5-87EF-1FD397FE42CA}" dt="2026-03-10T15:12:29.534" v="3254" actId="20577"/>
        <pc:sldMkLst>
          <pc:docMk/>
          <pc:sldMk cId="231438192" sldId="258"/>
        </pc:sldMkLst>
        <pc:spChg chg="mod">
          <ac:chgData name="Luca Scialdone" userId="50ef4ba9-6c17-4692-a09d-f89ff5e50b3c" providerId="ADAL" clId="{29775E5D-A879-57B5-87EF-1FD397FE42CA}" dt="2026-03-10T12:12:14.552" v="2966" actId="1076"/>
          <ac:spMkLst>
            <pc:docMk/>
            <pc:sldMk cId="231438192" sldId="258"/>
            <ac:spMk id="2" creationId="{06E45162-4B96-8384-7EB2-E2BCC936876B}"/>
          </ac:spMkLst>
        </pc:spChg>
        <pc:spChg chg="add mod">
          <ac:chgData name="Luca Scialdone" userId="50ef4ba9-6c17-4692-a09d-f89ff5e50b3c" providerId="ADAL" clId="{29775E5D-A879-57B5-87EF-1FD397FE42CA}" dt="2026-03-10T11:55:18.979" v="2494" actId="767"/>
          <ac:spMkLst>
            <pc:docMk/>
            <pc:sldMk cId="231438192" sldId="258"/>
            <ac:spMk id="5" creationId="{6055CC25-B823-EBAE-6F09-646295C0A18D}"/>
          </ac:spMkLst>
        </pc:spChg>
        <pc:spChg chg="mod">
          <ac:chgData name="Luca Scialdone" userId="50ef4ba9-6c17-4692-a09d-f89ff5e50b3c" providerId="ADAL" clId="{29775E5D-A879-57B5-87EF-1FD397FE42CA}" dt="2026-03-10T15:12:29.534" v="3254" actId="20577"/>
          <ac:spMkLst>
            <pc:docMk/>
            <pc:sldMk cId="231438192" sldId="258"/>
            <ac:spMk id="7" creationId="{A7EF9E1D-31E0-9199-67FA-3402D6E0C476}"/>
          </ac:spMkLst>
        </pc:spChg>
        <pc:spChg chg="add del mod">
          <ac:chgData name="Luca Scialdone" userId="50ef4ba9-6c17-4692-a09d-f89ff5e50b3c" providerId="ADAL" clId="{29775E5D-A879-57B5-87EF-1FD397FE42CA}" dt="2026-03-10T12:01:26.592" v="2632" actId="478"/>
          <ac:spMkLst>
            <pc:docMk/>
            <pc:sldMk cId="231438192" sldId="258"/>
            <ac:spMk id="9" creationId="{1986FC2F-A1D4-144F-795C-7A2FE4D0BE34}"/>
          </ac:spMkLst>
        </pc:spChg>
        <pc:spChg chg="add del mod">
          <ac:chgData name="Luca Scialdone" userId="50ef4ba9-6c17-4692-a09d-f89ff5e50b3c" providerId="ADAL" clId="{29775E5D-A879-57B5-87EF-1FD397FE42CA}" dt="2026-03-10T12:12:23.759" v="2969"/>
          <ac:spMkLst>
            <pc:docMk/>
            <pc:sldMk cId="231438192" sldId="258"/>
            <ac:spMk id="10" creationId="{EF3045B0-32F0-AD02-66A3-9C21AC401000}"/>
          </ac:spMkLst>
        </pc:spChg>
        <pc:graphicFrameChg chg="mod">
          <ac:chgData name="Luca Scialdone" userId="50ef4ba9-6c17-4692-a09d-f89ff5e50b3c" providerId="ADAL" clId="{29775E5D-A879-57B5-87EF-1FD397FE42CA}" dt="2026-03-10T12:08:23.419" v="2803" actId="14100"/>
          <ac:graphicFrameMkLst>
            <pc:docMk/>
            <pc:sldMk cId="231438192" sldId="258"/>
            <ac:graphicFrameMk id="4" creationId="{5D219549-7B52-4B09-B4D5-7A23EF78EE69}"/>
          </ac:graphicFrameMkLst>
        </pc:graphicFrameChg>
      </pc:sldChg>
      <pc:sldChg chg="modSp mod setBg">
        <pc:chgData name="Luca Scialdone" userId="50ef4ba9-6c17-4692-a09d-f89ff5e50b3c" providerId="ADAL" clId="{29775E5D-A879-57B5-87EF-1FD397FE42CA}" dt="2026-03-10T15:09:43.918" v="3251" actId="1076"/>
        <pc:sldMkLst>
          <pc:docMk/>
          <pc:sldMk cId="3322863795" sldId="259"/>
        </pc:sldMkLst>
        <pc:spChg chg="mod">
          <ac:chgData name="Luca Scialdone" userId="50ef4ba9-6c17-4692-a09d-f89ff5e50b3c" providerId="ADAL" clId="{29775E5D-A879-57B5-87EF-1FD397FE42CA}" dt="2026-03-10T15:09:43.918" v="3251" actId="1076"/>
          <ac:spMkLst>
            <pc:docMk/>
            <pc:sldMk cId="3322863795" sldId="259"/>
            <ac:spMk id="2" creationId="{F25936D9-3F07-1904-D871-E30EE4CD3242}"/>
          </ac:spMkLst>
        </pc:spChg>
        <pc:graphicFrameChg chg="mod">
          <ac:chgData name="Luca Scialdone" userId="50ef4ba9-6c17-4692-a09d-f89ff5e50b3c" providerId="ADAL" clId="{29775E5D-A879-57B5-87EF-1FD397FE42CA}" dt="2026-03-10T12:11:06.708" v="2961"/>
          <ac:graphicFrameMkLst>
            <pc:docMk/>
            <pc:sldMk cId="3322863795" sldId="259"/>
            <ac:graphicFrameMk id="4" creationId="{67B7FC6E-0F13-4BFF-8795-810F2B409A77}"/>
          </ac:graphicFrameMkLst>
        </pc:graphicFrameChg>
      </pc:sldChg>
      <pc:sldChg chg="addSp delSp modSp mod setBg">
        <pc:chgData name="Luca Scialdone" userId="50ef4ba9-6c17-4692-a09d-f89ff5e50b3c" providerId="ADAL" clId="{29775E5D-A879-57B5-87EF-1FD397FE42CA}" dt="2026-03-10T15:17:10.766" v="3276" actId="207"/>
        <pc:sldMkLst>
          <pc:docMk/>
          <pc:sldMk cId="3025429665" sldId="260"/>
        </pc:sldMkLst>
        <pc:spChg chg="add del mod">
          <ac:chgData name="Luca Scialdone" userId="50ef4ba9-6c17-4692-a09d-f89ff5e50b3c" providerId="ADAL" clId="{29775E5D-A879-57B5-87EF-1FD397FE42CA}" dt="2026-03-10T12:26:55.543" v="3097"/>
          <ac:spMkLst>
            <pc:docMk/>
            <pc:sldMk cId="3025429665" sldId="260"/>
            <ac:spMk id="2" creationId="{2B95A5E9-D97C-84BD-CD7C-B300437CC835}"/>
          </ac:spMkLst>
        </pc:spChg>
        <pc:spChg chg="mod">
          <ac:chgData name="Luca Scialdone" userId="50ef4ba9-6c17-4692-a09d-f89ff5e50b3c" providerId="ADAL" clId="{29775E5D-A879-57B5-87EF-1FD397FE42CA}" dt="2026-03-10T12:27:29.242" v="3103" actId="207"/>
          <ac:spMkLst>
            <pc:docMk/>
            <pc:sldMk cId="3025429665" sldId="260"/>
            <ac:spMk id="7" creationId="{6BF7FA8A-C863-D753-F448-37F6770DADEF}"/>
          </ac:spMkLst>
        </pc:spChg>
        <pc:spChg chg="mod">
          <ac:chgData name="Luca Scialdone" userId="50ef4ba9-6c17-4692-a09d-f89ff5e50b3c" providerId="ADAL" clId="{29775E5D-A879-57B5-87EF-1FD397FE42CA}" dt="2026-03-10T15:17:05.951" v="3275" actId="207"/>
          <ac:spMkLst>
            <pc:docMk/>
            <pc:sldMk cId="3025429665" sldId="260"/>
            <ac:spMk id="8" creationId="{B17EDEDC-7979-13EA-8F5D-2D70D0E9BB66}"/>
          </ac:spMkLst>
        </pc:spChg>
        <pc:spChg chg="mod">
          <ac:chgData name="Luca Scialdone" userId="50ef4ba9-6c17-4692-a09d-f89ff5e50b3c" providerId="ADAL" clId="{29775E5D-A879-57B5-87EF-1FD397FE42CA}" dt="2026-03-10T15:16:36.477" v="3272" actId="207"/>
          <ac:spMkLst>
            <pc:docMk/>
            <pc:sldMk cId="3025429665" sldId="260"/>
            <ac:spMk id="15" creationId="{E0D88DD2-79AD-8B1F-9B0B-8EF8FE4D5F9E}"/>
          </ac:spMkLst>
        </pc:spChg>
        <pc:spChg chg="mod">
          <ac:chgData name="Luca Scialdone" userId="50ef4ba9-6c17-4692-a09d-f89ff5e50b3c" providerId="ADAL" clId="{29775E5D-A879-57B5-87EF-1FD397FE42CA}" dt="2026-03-10T15:16:57.805" v="3274" actId="207"/>
          <ac:spMkLst>
            <pc:docMk/>
            <pc:sldMk cId="3025429665" sldId="260"/>
            <ac:spMk id="18" creationId="{1939252F-2D07-2043-21AF-C1D7E02640D4}"/>
          </ac:spMkLst>
        </pc:spChg>
        <pc:spChg chg="mod">
          <ac:chgData name="Luca Scialdone" userId="50ef4ba9-6c17-4692-a09d-f89ff5e50b3c" providerId="ADAL" clId="{29775E5D-A879-57B5-87EF-1FD397FE42CA}" dt="2026-03-10T15:16:48.394" v="3273" actId="207"/>
          <ac:spMkLst>
            <pc:docMk/>
            <pc:sldMk cId="3025429665" sldId="260"/>
            <ac:spMk id="21" creationId="{FD9146DC-4A8A-1B16-B3F6-148DC2637398}"/>
          </ac:spMkLst>
        </pc:spChg>
        <pc:spChg chg="mod">
          <ac:chgData name="Luca Scialdone" userId="50ef4ba9-6c17-4692-a09d-f89ff5e50b3c" providerId="ADAL" clId="{29775E5D-A879-57B5-87EF-1FD397FE42CA}" dt="2026-03-10T15:17:10.766" v="3276" actId="207"/>
          <ac:spMkLst>
            <pc:docMk/>
            <pc:sldMk cId="3025429665" sldId="260"/>
            <ac:spMk id="25" creationId="{D3B757F1-8863-B226-7436-E40890F34C28}"/>
          </ac:spMkLst>
        </pc:spChg>
        <pc:graphicFrameChg chg="mod">
          <ac:chgData name="Luca Scialdone" userId="50ef4ba9-6c17-4692-a09d-f89ff5e50b3c" providerId="ADAL" clId="{29775E5D-A879-57B5-87EF-1FD397FE42CA}" dt="2026-03-10T12:25:30.288" v="3042"/>
          <ac:graphicFrameMkLst>
            <pc:docMk/>
            <pc:sldMk cId="3025429665" sldId="260"/>
            <ac:graphicFrameMk id="5" creationId="{CE33CE62-2492-4BCC-A100-20FD4F2A8893}"/>
          </ac:graphicFrameMkLst>
        </pc:graphicFrameChg>
      </pc:sldChg>
      <pc:sldChg chg="setBg">
        <pc:chgData name="Luca Scialdone" userId="50ef4ba9-6c17-4692-a09d-f89ff5e50b3c" providerId="ADAL" clId="{29775E5D-A879-57B5-87EF-1FD397FE42CA}" dt="2026-03-10T12:58:40.777" v="3249"/>
        <pc:sldMkLst>
          <pc:docMk/>
          <pc:sldMk cId="121758492" sldId="262"/>
        </pc:sldMkLst>
      </pc:sldChg>
      <pc:sldChg chg="modSp mod setBg">
        <pc:chgData name="Luca Scialdone" userId="50ef4ba9-6c17-4692-a09d-f89ff5e50b3c" providerId="ADAL" clId="{29775E5D-A879-57B5-87EF-1FD397FE42CA}" dt="2026-03-10T12:58:40.777" v="3249"/>
        <pc:sldMkLst>
          <pc:docMk/>
          <pc:sldMk cId="1407142085" sldId="263"/>
        </pc:sldMkLst>
        <pc:spChg chg="mod">
          <ac:chgData name="Luca Scialdone" userId="50ef4ba9-6c17-4692-a09d-f89ff5e50b3c" providerId="ADAL" clId="{29775E5D-A879-57B5-87EF-1FD397FE42CA}" dt="2026-03-10T12:54:31.728" v="3233" actId="1076"/>
          <ac:spMkLst>
            <pc:docMk/>
            <pc:sldMk cId="1407142085" sldId="263"/>
            <ac:spMk id="2" creationId="{4C7130DB-2B80-64CD-AF23-DFB365EADD1D}"/>
          </ac:spMkLst>
        </pc:spChg>
      </pc:sldChg>
      <pc:sldChg chg="modSp mod setBg">
        <pc:chgData name="Luca Scialdone" userId="50ef4ba9-6c17-4692-a09d-f89ff5e50b3c" providerId="ADAL" clId="{29775E5D-A879-57B5-87EF-1FD397FE42CA}" dt="2026-03-10T15:14:30.949" v="3260" actId="20577"/>
        <pc:sldMkLst>
          <pc:docMk/>
          <pc:sldMk cId="766381129" sldId="266"/>
        </pc:sldMkLst>
        <pc:spChg chg="mod">
          <ac:chgData name="Luca Scialdone" userId="50ef4ba9-6c17-4692-a09d-f89ff5e50b3c" providerId="ADAL" clId="{29775E5D-A879-57B5-87EF-1FD397FE42CA}" dt="2026-03-10T12:53:58.294" v="3230" actId="1076"/>
          <ac:spMkLst>
            <pc:docMk/>
            <pc:sldMk cId="766381129" sldId="266"/>
            <ac:spMk id="2" creationId="{CC9FDC01-0797-7BF9-CA8A-7BA6F7443730}"/>
          </ac:spMkLst>
        </pc:spChg>
        <pc:spChg chg="mod">
          <ac:chgData name="Luca Scialdone" userId="50ef4ba9-6c17-4692-a09d-f89ff5e50b3c" providerId="ADAL" clId="{29775E5D-A879-57B5-87EF-1FD397FE42CA}" dt="2026-03-10T15:14:30.949" v="3260" actId="20577"/>
          <ac:spMkLst>
            <pc:docMk/>
            <pc:sldMk cId="766381129" sldId="266"/>
            <ac:spMk id="3" creationId="{BDB48D9C-C132-39D7-E3DE-D190A798AFCE}"/>
          </ac:spMkLst>
        </pc:spChg>
      </pc:sldChg>
      <pc:sldChg chg="setBg">
        <pc:chgData name="Luca Scialdone" userId="50ef4ba9-6c17-4692-a09d-f89ff5e50b3c" providerId="ADAL" clId="{29775E5D-A879-57B5-87EF-1FD397FE42CA}" dt="2026-03-10T11:58:41.161" v="2514"/>
        <pc:sldMkLst>
          <pc:docMk/>
          <pc:sldMk cId="3376693258" sldId="267"/>
        </pc:sldMkLst>
      </pc:sldChg>
      <pc:sldChg chg="del">
        <pc:chgData name="Luca Scialdone" userId="50ef4ba9-6c17-4692-a09d-f89ff5e50b3c" providerId="ADAL" clId="{29775E5D-A879-57B5-87EF-1FD397FE42CA}" dt="2026-03-10T11:12:00.628" v="2284" actId="2696"/>
        <pc:sldMkLst>
          <pc:docMk/>
          <pc:sldMk cId="3365558774" sldId="269"/>
        </pc:sldMkLst>
      </pc:sldChg>
      <pc:sldChg chg="modSp del mod">
        <pc:chgData name="Luca Scialdone" userId="50ef4ba9-6c17-4692-a09d-f89ff5e50b3c" providerId="ADAL" clId="{29775E5D-A879-57B5-87EF-1FD397FE42CA}" dt="2026-03-10T11:41:11.418" v="2390" actId="2696"/>
        <pc:sldMkLst>
          <pc:docMk/>
          <pc:sldMk cId="1609652814" sldId="274"/>
        </pc:sldMkLst>
        <pc:spChg chg="mod">
          <ac:chgData name="Luca Scialdone" userId="50ef4ba9-6c17-4692-a09d-f89ff5e50b3c" providerId="ADAL" clId="{29775E5D-A879-57B5-87EF-1FD397FE42CA}" dt="2026-03-10T11:14:13.517" v="2291" actId="20577"/>
          <ac:spMkLst>
            <pc:docMk/>
            <pc:sldMk cId="1609652814" sldId="274"/>
            <ac:spMk id="3" creationId="{39CE73B2-9326-3491-F06E-5ED2A465B563}"/>
          </ac:spMkLst>
        </pc:spChg>
      </pc:sldChg>
      <pc:sldChg chg="addSp delSp modSp mod setBg">
        <pc:chgData name="Luca Scialdone" userId="50ef4ba9-6c17-4692-a09d-f89ff5e50b3c" providerId="ADAL" clId="{29775E5D-A879-57B5-87EF-1FD397FE42CA}" dt="2026-03-10T12:58:40.777" v="3249"/>
        <pc:sldMkLst>
          <pc:docMk/>
          <pc:sldMk cId="787326658" sldId="275"/>
        </pc:sldMkLst>
        <pc:spChg chg="add del mod">
          <ac:chgData name="Luca Scialdone" userId="50ef4ba9-6c17-4692-a09d-f89ff5e50b3c" providerId="ADAL" clId="{29775E5D-A879-57B5-87EF-1FD397FE42CA}" dt="2026-03-10T12:43:58.932" v="3192"/>
          <ac:spMkLst>
            <pc:docMk/>
            <pc:sldMk cId="787326658" sldId="275"/>
            <ac:spMk id="2" creationId="{9618925B-3693-CFA3-3A3D-7F974F950C3B}"/>
          </ac:spMkLst>
        </pc:spChg>
        <pc:graphicFrameChg chg="mod modGraphic">
          <ac:chgData name="Luca Scialdone" userId="50ef4ba9-6c17-4692-a09d-f89ff5e50b3c" providerId="ADAL" clId="{29775E5D-A879-57B5-87EF-1FD397FE42CA}" dt="2026-03-10T12:45:23.372" v="3206" actId="14100"/>
          <ac:graphicFrameMkLst>
            <pc:docMk/>
            <pc:sldMk cId="787326658" sldId="275"/>
            <ac:graphicFrameMk id="4" creationId="{3C9742A3-F1C5-4D50-8500-4DA228849F11}"/>
          </ac:graphicFrameMkLst>
        </pc:graphicFrameChg>
        <pc:graphicFrameChg chg="mod modGraphic">
          <ac:chgData name="Luca Scialdone" userId="50ef4ba9-6c17-4692-a09d-f89ff5e50b3c" providerId="ADAL" clId="{29775E5D-A879-57B5-87EF-1FD397FE42CA}" dt="2026-03-10T12:46:52.327" v="3225" actId="403"/>
          <ac:graphicFrameMkLst>
            <pc:docMk/>
            <pc:sldMk cId="787326658" sldId="275"/>
            <ac:graphicFrameMk id="7" creationId="{3074C021-16CE-24CE-68CA-CAEB82EC77F4}"/>
          </ac:graphicFrameMkLst>
        </pc:graphicFrameChg>
      </pc:sldChg>
      <pc:sldChg chg="addSp delSp modSp del mod">
        <pc:chgData name="Luca Scialdone" userId="50ef4ba9-6c17-4692-a09d-f89ff5e50b3c" providerId="ADAL" clId="{29775E5D-A879-57B5-87EF-1FD397FE42CA}" dt="2026-03-10T11:12:02.342" v="2285" actId="2696"/>
        <pc:sldMkLst>
          <pc:docMk/>
          <pc:sldMk cId="2909959738" sldId="276"/>
        </pc:sldMkLst>
        <pc:spChg chg="del mod">
          <ac:chgData name="Luca Scialdone" userId="50ef4ba9-6c17-4692-a09d-f89ff5e50b3c" providerId="ADAL" clId="{29775E5D-A879-57B5-87EF-1FD397FE42CA}" dt="2026-03-10T10:27:51.901" v="1101" actId="478"/>
          <ac:spMkLst>
            <pc:docMk/>
            <pc:sldMk cId="2909959738" sldId="276"/>
            <ac:spMk id="4" creationId="{21DD8DD5-D0AA-83AF-FC38-55FF6898710C}"/>
          </ac:spMkLst>
        </pc:spChg>
        <pc:graphicFrameChg chg="add mod modGraphic">
          <ac:chgData name="Luca Scialdone" userId="50ef4ba9-6c17-4692-a09d-f89ff5e50b3c" providerId="ADAL" clId="{29775E5D-A879-57B5-87EF-1FD397FE42CA}" dt="2026-03-10T10:31:15.198" v="1300" actId="14100"/>
          <ac:graphicFrameMkLst>
            <pc:docMk/>
            <pc:sldMk cId="2909959738" sldId="276"/>
            <ac:graphicFrameMk id="2" creationId="{9A43FB29-6819-77A0-D476-23FD1F80F52B}"/>
          </ac:graphicFrameMkLst>
        </pc:graphicFrameChg>
      </pc:sldChg>
      <pc:sldChg chg="addSp modSp del mod">
        <pc:chgData name="Luca Scialdone" userId="50ef4ba9-6c17-4692-a09d-f89ff5e50b3c" providerId="ADAL" clId="{29775E5D-A879-57B5-87EF-1FD397FE42CA}" dt="2026-03-10T11:09:10.747" v="2260" actId="2696"/>
        <pc:sldMkLst>
          <pc:docMk/>
          <pc:sldMk cId="3971152542" sldId="277"/>
        </pc:sldMkLst>
        <pc:spChg chg="mod">
          <ac:chgData name="Luca Scialdone" userId="50ef4ba9-6c17-4692-a09d-f89ff5e50b3c" providerId="ADAL" clId="{29775E5D-A879-57B5-87EF-1FD397FE42CA}" dt="2026-03-10T10:34:51.726" v="1338" actId="1076"/>
          <ac:spMkLst>
            <pc:docMk/>
            <pc:sldMk cId="3971152542" sldId="277"/>
            <ac:spMk id="2" creationId="{0DFBD4EF-66FC-8849-435A-A3AE9E021A64}"/>
          </ac:spMkLst>
        </pc:spChg>
        <pc:spChg chg="mod">
          <ac:chgData name="Luca Scialdone" userId="50ef4ba9-6c17-4692-a09d-f89ff5e50b3c" providerId="ADAL" clId="{29775E5D-A879-57B5-87EF-1FD397FE42CA}" dt="2026-03-10T10:35:18.897" v="1346" actId="14100"/>
          <ac:spMkLst>
            <pc:docMk/>
            <pc:sldMk cId="3971152542" sldId="277"/>
            <ac:spMk id="3" creationId="{49A04A51-B0FA-43B3-B4BF-B64276819F80}"/>
          </ac:spMkLst>
        </pc:spChg>
        <pc:spChg chg="add mod">
          <ac:chgData name="Luca Scialdone" userId="50ef4ba9-6c17-4692-a09d-f89ff5e50b3c" providerId="ADAL" clId="{29775E5D-A879-57B5-87EF-1FD397FE42CA}" dt="2026-03-10T10:45:10.970" v="2060" actId="207"/>
          <ac:spMkLst>
            <pc:docMk/>
            <pc:sldMk cId="3971152542" sldId="277"/>
            <ac:spMk id="5" creationId="{BAAE19BC-302F-4810-4C53-5701531A5ACE}"/>
          </ac:spMkLst>
        </pc:spChg>
        <pc:spChg chg="add mod">
          <ac:chgData name="Luca Scialdone" userId="50ef4ba9-6c17-4692-a09d-f89ff5e50b3c" providerId="ADAL" clId="{29775E5D-A879-57B5-87EF-1FD397FE42CA}" dt="2026-03-10T10:44:30.260" v="2054" actId="207"/>
          <ac:spMkLst>
            <pc:docMk/>
            <pc:sldMk cId="3971152542" sldId="277"/>
            <ac:spMk id="6" creationId="{2D72F627-782C-7643-EC31-DA71426E5DF9}"/>
          </ac:spMkLst>
        </pc:spChg>
        <pc:spChg chg="add mod">
          <ac:chgData name="Luca Scialdone" userId="50ef4ba9-6c17-4692-a09d-f89ff5e50b3c" providerId="ADAL" clId="{29775E5D-A879-57B5-87EF-1FD397FE42CA}" dt="2026-03-10T10:44:34.614" v="2056" actId="207"/>
          <ac:spMkLst>
            <pc:docMk/>
            <pc:sldMk cId="3971152542" sldId="277"/>
            <ac:spMk id="7" creationId="{96725222-A280-FC39-2F25-1308D3ADF5D9}"/>
          </ac:spMkLst>
        </pc:spChg>
        <pc:spChg chg="add mod">
          <ac:chgData name="Luca Scialdone" userId="50ef4ba9-6c17-4692-a09d-f89ff5e50b3c" providerId="ADAL" clId="{29775E5D-A879-57B5-87EF-1FD397FE42CA}" dt="2026-03-10T10:44:38.634" v="2058" actId="207"/>
          <ac:spMkLst>
            <pc:docMk/>
            <pc:sldMk cId="3971152542" sldId="277"/>
            <ac:spMk id="8" creationId="{8A12B2E5-9FDE-F2E8-0941-B249E4462937}"/>
          </ac:spMkLst>
        </pc:spChg>
        <pc:graphicFrameChg chg="add mod modGraphic">
          <ac:chgData name="Luca Scialdone" userId="50ef4ba9-6c17-4692-a09d-f89ff5e50b3c" providerId="ADAL" clId="{29775E5D-A879-57B5-87EF-1FD397FE42CA}" dt="2026-03-10T10:44:50.489" v="2059" actId="12100"/>
          <ac:graphicFrameMkLst>
            <pc:docMk/>
            <pc:sldMk cId="3971152542" sldId="277"/>
            <ac:graphicFrameMk id="4" creationId="{8F7FAF3F-5241-F9BD-CDAD-D42A8ED0D95E}"/>
          </ac:graphicFrameMkLst>
        </pc:graphicFrameChg>
      </pc:sldChg>
      <pc:sldChg chg="addSp delSp modSp mod setBg">
        <pc:chgData name="Luca Scialdone" userId="50ef4ba9-6c17-4692-a09d-f89ff5e50b3c" providerId="ADAL" clId="{29775E5D-A879-57B5-87EF-1FD397FE42CA}" dt="2026-03-10T15:26:18.034" v="3357"/>
        <pc:sldMkLst>
          <pc:docMk/>
          <pc:sldMk cId="1373813625" sldId="278"/>
        </pc:sldMkLst>
        <pc:spChg chg="mod">
          <ac:chgData name="Luca Scialdone" userId="50ef4ba9-6c17-4692-a09d-f89ff5e50b3c" providerId="ADAL" clId="{29775E5D-A879-57B5-87EF-1FD397FE42CA}" dt="2026-03-10T15:21:23.870" v="3354" actId="207"/>
          <ac:spMkLst>
            <pc:docMk/>
            <pc:sldMk cId="1373813625" sldId="278"/>
            <ac:spMk id="2" creationId="{C0741DA8-BA7A-06B5-CF5B-E44CEED026F8}"/>
          </ac:spMkLst>
        </pc:spChg>
        <pc:spChg chg="add del mod">
          <ac:chgData name="Luca Scialdone" userId="50ef4ba9-6c17-4692-a09d-f89ff5e50b3c" providerId="ADAL" clId="{29775E5D-A879-57B5-87EF-1FD397FE42CA}" dt="2026-03-10T12:24:29.610" v="3036" actId="478"/>
          <ac:spMkLst>
            <pc:docMk/>
            <pc:sldMk cId="1373813625" sldId="278"/>
            <ac:spMk id="3" creationId="{5AB1256C-D32D-A0DC-B7A1-905878A7F490}"/>
          </ac:spMkLst>
        </pc:spChg>
        <pc:spChg chg="del">
          <ac:chgData name="Luca Scialdone" userId="50ef4ba9-6c17-4692-a09d-f89ff5e50b3c" providerId="ADAL" clId="{29775E5D-A879-57B5-87EF-1FD397FE42CA}" dt="2026-03-10T11:55:47.670" v="2496" actId="692"/>
          <ac:spMkLst>
            <pc:docMk/>
            <pc:sldMk cId="1373813625" sldId="278"/>
            <ac:spMk id="6" creationId="{F8512F19-4C0B-894C-BECB-E13E0A86A8D2}"/>
          </ac:spMkLst>
        </pc:spChg>
        <pc:spChg chg="mod">
          <ac:chgData name="Luca Scialdone" userId="50ef4ba9-6c17-4692-a09d-f89ff5e50b3c" providerId="ADAL" clId="{29775E5D-A879-57B5-87EF-1FD397FE42CA}" dt="2026-03-10T12:22:39.058" v="2996" actId="113"/>
          <ac:spMkLst>
            <pc:docMk/>
            <pc:sldMk cId="1373813625" sldId="278"/>
            <ac:spMk id="14" creationId="{98BCA6B1-C539-6BE4-8809-745A19CA8129}"/>
          </ac:spMkLst>
        </pc:spChg>
        <pc:spChg chg="mod">
          <ac:chgData name="Luca Scialdone" userId="50ef4ba9-6c17-4692-a09d-f89ff5e50b3c" providerId="ADAL" clId="{29775E5D-A879-57B5-87EF-1FD397FE42CA}" dt="2026-03-10T12:22:50.119" v="2999" actId="1076"/>
          <ac:spMkLst>
            <pc:docMk/>
            <pc:sldMk cId="1373813625" sldId="278"/>
            <ac:spMk id="15" creationId="{B35D041B-F96A-0CF6-5394-590539F0A249}"/>
          </ac:spMkLst>
        </pc:spChg>
        <pc:spChg chg="mod">
          <ac:chgData name="Luca Scialdone" userId="50ef4ba9-6c17-4692-a09d-f89ff5e50b3c" providerId="ADAL" clId="{29775E5D-A879-57B5-87EF-1FD397FE42CA}" dt="2026-03-10T12:22:57.125" v="3000" actId="113"/>
          <ac:spMkLst>
            <pc:docMk/>
            <pc:sldMk cId="1373813625" sldId="278"/>
            <ac:spMk id="16" creationId="{DF411E02-ED6B-CEF6-A767-C38D7198D066}"/>
          </ac:spMkLst>
        </pc:spChg>
        <pc:graphicFrameChg chg="add">
          <ac:chgData name="Luca Scialdone" userId="50ef4ba9-6c17-4692-a09d-f89ff5e50b3c" providerId="ADAL" clId="{29775E5D-A879-57B5-87EF-1FD397FE42CA}" dt="2026-03-10T11:55:47.670" v="2496" actId="692"/>
          <ac:graphicFrameMkLst>
            <pc:docMk/>
            <pc:sldMk cId="1373813625" sldId="278"/>
            <ac:graphicFrameMk id="7" creationId="{9DD0017E-412C-8032-46CB-13512AE337E3}"/>
          </ac:graphicFrameMkLst>
        </pc:graphicFrameChg>
        <pc:graphicFrameChg chg="mod">
          <ac:chgData name="Luca Scialdone" userId="50ef4ba9-6c17-4692-a09d-f89ff5e50b3c" providerId="ADAL" clId="{29775E5D-A879-57B5-87EF-1FD397FE42CA}" dt="2026-03-10T15:26:18.034" v="3357"/>
          <ac:graphicFrameMkLst>
            <pc:docMk/>
            <pc:sldMk cId="1373813625" sldId="278"/>
            <ac:graphicFrameMk id="11" creationId="{F2717282-8DA4-BC61-7B6B-8011E93F4DEE}"/>
          </ac:graphicFrameMkLst>
        </pc:graphicFrameChg>
      </pc:sldChg>
      <pc:sldChg chg="addSp delSp modSp new mod setBg">
        <pc:chgData name="Luca Scialdone" userId="50ef4ba9-6c17-4692-a09d-f89ff5e50b3c" providerId="ADAL" clId="{29775E5D-A879-57B5-87EF-1FD397FE42CA}" dt="2026-03-10T12:58:40.777" v="3249"/>
        <pc:sldMkLst>
          <pc:docMk/>
          <pc:sldMk cId="2896601016" sldId="279"/>
        </pc:sldMkLst>
        <pc:spChg chg="del">
          <ac:chgData name="Luca Scialdone" userId="50ef4ba9-6c17-4692-a09d-f89ff5e50b3c" providerId="ADAL" clId="{29775E5D-A879-57B5-87EF-1FD397FE42CA}" dt="2026-03-10T11:01:18.417" v="2199" actId="478"/>
          <ac:spMkLst>
            <pc:docMk/>
            <pc:sldMk cId="2896601016" sldId="279"/>
            <ac:spMk id="2" creationId="{B6982647-C2F2-234F-9CCF-CE1ADC2F847B}"/>
          </ac:spMkLst>
        </pc:spChg>
        <pc:spChg chg="del">
          <ac:chgData name="Luca Scialdone" userId="50ef4ba9-6c17-4692-a09d-f89ff5e50b3c" providerId="ADAL" clId="{29775E5D-A879-57B5-87EF-1FD397FE42CA}" dt="2026-03-10T10:48:47.593" v="2062" actId="1032"/>
          <ac:spMkLst>
            <pc:docMk/>
            <pc:sldMk cId="2896601016" sldId="279"/>
            <ac:spMk id="3" creationId="{FA372627-283D-3BDE-9661-98A0F20428B7}"/>
          </ac:spMkLst>
        </pc:spChg>
        <pc:spChg chg="add mod">
          <ac:chgData name="Luca Scialdone" userId="50ef4ba9-6c17-4692-a09d-f89ff5e50b3c" providerId="ADAL" clId="{29775E5D-A879-57B5-87EF-1FD397FE42CA}" dt="2026-03-10T11:39:11.456" v="2386" actId="207"/>
          <ac:spMkLst>
            <pc:docMk/>
            <pc:sldMk cId="2896601016" sldId="279"/>
            <ac:spMk id="5" creationId="{4BE2DCC0-3F62-1CE2-DEB1-3278B0CB9E6B}"/>
          </ac:spMkLst>
        </pc:spChg>
        <pc:spChg chg="add mod">
          <ac:chgData name="Luca Scialdone" userId="50ef4ba9-6c17-4692-a09d-f89ff5e50b3c" providerId="ADAL" clId="{29775E5D-A879-57B5-87EF-1FD397FE42CA}" dt="2026-03-10T11:39:29.214" v="2388" actId="1076"/>
          <ac:spMkLst>
            <pc:docMk/>
            <pc:sldMk cId="2896601016" sldId="279"/>
            <ac:spMk id="6" creationId="{D160B44E-5DA3-1AE9-3D8C-986E521B643E}"/>
          </ac:spMkLst>
        </pc:spChg>
        <pc:spChg chg="add mod">
          <ac:chgData name="Luca Scialdone" userId="50ef4ba9-6c17-4692-a09d-f89ff5e50b3c" providerId="ADAL" clId="{29775E5D-A879-57B5-87EF-1FD397FE42CA}" dt="2026-03-10T11:39:35.433" v="2389" actId="1076"/>
          <ac:spMkLst>
            <pc:docMk/>
            <pc:sldMk cId="2896601016" sldId="279"/>
            <ac:spMk id="7" creationId="{30B85779-4B99-D38E-49D1-F2958874E1DA}"/>
          </ac:spMkLst>
        </pc:spChg>
        <pc:spChg chg="add mod">
          <ac:chgData name="Luca Scialdone" userId="50ef4ba9-6c17-4692-a09d-f89ff5e50b3c" providerId="ADAL" clId="{29775E5D-A879-57B5-87EF-1FD397FE42CA}" dt="2026-03-10T11:39:04.496" v="2385" actId="207"/>
          <ac:spMkLst>
            <pc:docMk/>
            <pc:sldMk cId="2896601016" sldId="279"/>
            <ac:spMk id="8" creationId="{F6AE9796-2C9A-0DA1-6814-BA1A4EC77676}"/>
          </ac:spMkLst>
        </pc:spChg>
        <pc:spChg chg="add del mod">
          <ac:chgData name="Luca Scialdone" userId="50ef4ba9-6c17-4692-a09d-f89ff5e50b3c" providerId="ADAL" clId="{29775E5D-A879-57B5-87EF-1FD397FE42CA}" dt="2026-03-10T10:58:49.863" v="2155"/>
          <ac:spMkLst>
            <pc:docMk/>
            <pc:sldMk cId="2896601016" sldId="279"/>
            <ac:spMk id="9" creationId="{47C50C1F-1104-A2F2-0744-B7DAA4B7D3E4}"/>
          </ac:spMkLst>
        </pc:spChg>
        <pc:spChg chg="add mod">
          <ac:chgData name="Luca Scialdone" userId="50ef4ba9-6c17-4692-a09d-f89ff5e50b3c" providerId="ADAL" clId="{29775E5D-A879-57B5-87EF-1FD397FE42CA}" dt="2026-03-10T11:25:00.839" v="2375" actId="14100"/>
          <ac:spMkLst>
            <pc:docMk/>
            <pc:sldMk cId="2896601016" sldId="279"/>
            <ac:spMk id="12" creationId="{AEBE369A-D4F5-9809-726C-1C6903C8994F}"/>
          </ac:spMkLst>
        </pc:spChg>
        <pc:spChg chg="add del mod">
          <ac:chgData name="Luca Scialdone" userId="50ef4ba9-6c17-4692-a09d-f89ff5e50b3c" providerId="ADAL" clId="{29775E5D-A879-57B5-87EF-1FD397FE42CA}" dt="2026-03-10T11:49:43.317" v="2399"/>
          <ac:spMkLst>
            <pc:docMk/>
            <pc:sldMk cId="2896601016" sldId="279"/>
            <ac:spMk id="13" creationId="{2BEB6923-3611-6DF7-0198-A3B4809FE50C}"/>
          </ac:spMkLst>
        </pc:spChg>
        <pc:spChg chg="add del mod">
          <ac:chgData name="Luca Scialdone" userId="50ef4ba9-6c17-4692-a09d-f89ff5e50b3c" providerId="ADAL" clId="{29775E5D-A879-57B5-87EF-1FD397FE42CA}" dt="2026-03-10T11:53:32.363" v="2481"/>
          <ac:spMkLst>
            <pc:docMk/>
            <pc:sldMk cId="2896601016" sldId="279"/>
            <ac:spMk id="14" creationId="{7F56CBD8-CBA2-2B35-A97E-7457538AFF77}"/>
          </ac:spMkLst>
        </pc:spChg>
        <pc:graphicFrameChg chg="add mod modGraphic">
          <ac:chgData name="Luca Scialdone" userId="50ef4ba9-6c17-4692-a09d-f89ff5e50b3c" providerId="ADAL" clId="{29775E5D-A879-57B5-87EF-1FD397FE42CA}" dt="2026-03-10T12:58:20.389" v="3246"/>
          <ac:graphicFrameMkLst>
            <pc:docMk/>
            <pc:sldMk cId="2896601016" sldId="279"/>
            <ac:graphicFrameMk id="4" creationId="{E521B392-3073-18EB-AF3E-51C663CC36F4}"/>
          </ac:graphicFrameMkLst>
        </pc:graphicFrameChg>
        <pc:graphicFrameChg chg="add del modGraphic">
          <ac:chgData name="Luca Scialdone" userId="50ef4ba9-6c17-4692-a09d-f89ff5e50b3c" providerId="ADAL" clId="{29775E5D-A879-57B5-87EF-1FD397FE42CA}" dt="2026-03-10T11:19:52.048" v="2306" actId="478"/>
          <ac:graphicFrameMkLst>
            <pc:docMk/>
            <pc:sldMk cId="2896601016" sldId="279"/>
            <ac:graphicFrameMk id="10" creationId="{5B46399B-CF0B-399C-1133-595BCE083BFB}"/>
          </ac:graphicFrameMkLst>
        </pc:graphicFrameChg>
        <pc:graphicFrameChg chg="add mod modGraphic">
          <ac:chgData name="Luca Scialdone" userId="50ef4ba9-6c17-4692-a09d-f89ff5e50b3c" providerId="ADAL" clId="{29775E5D-A879-57B5-87EF-1FD397FE42CA}" dt="2026-03-10T12:29:23.692" v="3109" actId="403"/>
          <ac:graphicFrameMkLst>
            <pc:docMk/>
            <pc:sldMk cId="2896601016" sldId="279"/>
            <ac:graphicFrameMk id="11" creationId="{2B0803BE-042F-0933-6712-28C7A518395B}"/>
          </ac:graphicFrameMkLst>
        </pc:graphicFrameChg>
      </pc:sldChg>
      <pc:sldChg chg="modSp mod setBg">
        <pc:chgData name="Luca Scialdone" userId="50ef4ba9-6c17-4692-a09d-f89ff5e50b3c" providerId="ADAL" clId="{29775E5D-A879-57B5-87EF-1FD397FE42CA}" dt="2026-03-10T12:58:40.777" v="3249"/>
        <pc:sldMkLst>
          <pc:docMk/>
          <pc:sldMk cId="1773951660" sldId="280"/>
        </pc:sldMkLst>
        <pc:spChg chg="mod">
          <ac:chgData name="Luca Scialdone" userId="50ef4ba9-6c17-4692-a09d-f89ff5e50b3c" providerId="ADAL" clId="{29775E5D-A879-57B5-87EF-1FD397FE42CA}" dt="2026-03-10T12:55:01.406" v="3239" actId="113"/>
          <ac:spMkLst>
            <pc:docMk/>
            <pc:sldMk cId="1773951660" sldId="280"/>
            <ac:spMk id="2" creationId="{EDB22D3A-49A0-2A28-20D2-64461AFA4B9A}"/>
          </ac:spMkLst>
        </pc:spChg>
      </pc:sldChg>
      <pc:sldChg chg="setBg">
        <pc:chgData name="Luca Scialdone" userId="50ef4ba9-6c17-4692-a09d-f89ff5e50b3c" providerId="ADAL" clId="{29775E5D-A879-57B5-87EF-1FD397FE42CA}" dt="2026-03-10T12:27:51.510" v="3104"/>
        <pc:sldMkLst>
          <pc:docMk/>
          <pc:sldMk cId="1942912256" sldId="280"/>
        </pc:sldMkLst>
      </pc:sldChg>
      <pc:sldChg chg="modSp mod">
        <pc:chgData name="Luca Scialdone" userId="50ef4ba9-6c17-4692-a09d-f89ff5e50b3c" providerId="ADAL" clId="{29775E5D-A879-57B5-87EF-1FD397FE42CA}" dt="2026-03-10T15:16:05.444" v="3271" actId="207"/>
        <pc:sldMkLst>
          <pc:docMk/>
          <pc:sldMk cId="1741859652" sldId="281"/>
        </pc:sldMkLst>
        <pc:spChg chg="mod">
          <ac:chgData name="Luca Scialdone" userId="50ef4ba9-6c17-4692-a09d-f89ff5e50b3c" providerId="ADAL" clId="{29775E5D-A879-57B5-87EF-1FD397FE42CA}" dt="2026-03-10T15:14:43.003" v="3261" actId="207"/>
          <ac:spMkLst>
            <pc:docMk/>
            <pc:sldMk cId="1741859652" sldId="281"/>
            <ac:spMk id="7" creationId="{AD02A2A4-40CF-5933-B815-095E04894EC1}"/>
          </ac:spMkLst>
        </pc:spChg>
        <pc:spChg chg="mod">
          <ac:chgData name="Luca Scialdone" userId="50ef4ba9-6c17-4692-a09d-f89ff5e50b3c" providerId="ADAL" clId="{29775E5D-A879-57B5-87EF-1FD397FE42CA}" dt="2026-03-10T15:16:00.296" v="3270" actId="207"/>
          <ac:spMkLst>
            <pc:docMk/>
            <pc:sldMk cId="1741859652" sldId="281"/>
            <ac:spMk id="9" creationId="{BBC8E6B7-E843-7B35-9609-D7999D1613D8}"/>
          </ac:spMkLst>
        </pc:spChg>
        <pc:spChg chg="mod">
          <ac:chgData name="Luca Scialdone" userId="50ef4ba9-6c17-4692-a09d-f89ff5e50b3c" providerId="ADAL" clId="{29775E5D-A879-57B5-87EF-1FD397FE42CA}" dt="2026-03-10T15:16:05.444" v="3271" actId="207"/>
          <ac:spMkLst>
            <pc:docMk/>
            <pc:sldMk cId="1741859652" sldId="281"/>
            <ac:spMk id="11" creationId="{B2CC688F-C143-7131-6DEC-384BE0310489}"/>
          </ac:spMkLst>
        </pc:spChg>
      </pc:sldChg>
      <pc:sldMasterChg chg="setBg modSldLayout">
        <pc:chgData name="Luca Scialdone" userId="50ef4ba9-6c17-4692-a09d-f89ff5e50b3c" providerId="ADAL" clId="{29775E5D-A879-57B5-87EF-1FD397FE42CA}" dt="2026-03-10T12:58:40.777" v="3249"/>
        <pc:sldMasterMkLst>
          <pc:docMk/>
          <pc:sldMasterMk cId="1801931499" sldId="2147483648"/>
        </pc:sldMasterMkLst>
        <pc:sldLayoutChg chg="setBg">
          <pc:chgData name="Luca Scialdone" userId="50ef4ba9-6c17-4692-a09d-f89ff5e50b3c" providerId="ADAL" clId="{29775E5D-A879-57B5-87EF-1FD397FE42CA}" dt="2026-03-10T12:58:40.777" v="3249"/>
          <pc:sldLayoutMkLst>
            <pc:docMk/>
            <pc:sldMasterMk cId="1801931499" sldId="2147483648"/>
            <pc:sldLayoutMk cId="3186192645" sldId="2147483649"/>
          </pc:sldLayoutMkLst>
        </pc:sldLayoutChg>
        <pc:sldLayoutChg chg="setBg">
          <pc:chgData name="Luca Scialdone" userId="50ef4ba9-6c17-4692-a09d-f89ff5e50b3c" providerId="ADAL" clId="{29775E5D-A879-57B5-87EF-1FD397FE42CA}" dt="2026-03-10T12:58:40.777" v="3249"/>
          <pc:sldLayoutMkLst>
            <pc:docMk/>
            <pc:sldMasterMk cId="1801931499" sldId="2147483648"/>
            <pc:sldLayoutMk cId="126318104" sldId="2147483650"/>
          </pc:sldLayoutMkLst>
        </pc:sldLayoutChg>
        <pc:sldLayoutChg chg="setBg">
          <pc:chgData name="Luca Scialdone" userId="50ef4ba9-6c17-4692-a09d-f89ff5e50b3c" providerId="ADAL" clId="{29775E5D-A879-57B5-87EF-1FD397FE42CA}" dt="2026-03-10T12:58:40.777" v="3249"/>
          <pc:sldLayoutMkLst>
            <pc:docMk/>
            <pc:sldMasterMk cId="1801931499" sldId="2147483648"/>
            <pc:sldLayoutMk cId="3577393581" sldId="2147483651"/>
          </pc:sldLayoutMkLst>
        </pc:sldLayoutChg>
        <pc:sldLayoutChg chg="setBg">
          <pc:chgData name="Luca Scialdone" userId="50ef4ba9-6c17-4692-a09d-f89ff5e50b3c" providerId="ADAL" clId="{29775E5D-A879-57B5-87EF-1FD397FE42CA}" dt="2026-03-10T12:58:40.777" v="3249"/>
          <pc:sldLayoutMkLst>
            <pc:docMk/>
            <pc:sldMasterMk cId="1801931499" sldId="2147483648"/>
            <pc:sldLayoutMk cId="1284089777" sldId="2147483652"/>
          </pc:sldLayoutMkLst>
        </pc:sldLayoutChg>
        <pc:sldLayoutChg chg="setBg">
          <pc:chgData name="Luca Scialdone" userId="50ef4ba9-6c17-4692-a09d-f89ff5e50b3c" providerId="ADAL" clId="{29775E5D-A879-57B5-87EF-1FD397FE42CA}" dt="2026-03-10T12:58:40.777" v="3249"/>
          <pc:sldLayoutMkLst>
            <pc:docMk/>
            <pc:sldMasterMk cId="1801931499" sldId="2147483648"/>
            <pc:sldLayoutMk cId="2747982985" sldId="2147483653"/>
          </pc:sldLayoutMkLst>
        </pc:sldLayoutChg>
        <pc:sldLayoutChg chg="setBg">
          <pc:chgData name="Luca Scialdone" userId="50ef4ba9-6c17-4692-a09d-f89ff5e50b3c" providerId="ADAL" clId="{29775E5D-A879-57B5-87EF-1FD397FE42CA}" dt="2026-03-10T12:58:40.777" v="3249"/>
          <pc:sldLayoutMkLst>
            <pc:docMk/>
            <pc:sldMasterMk cId="1801931499" sldId="2147483648"/>
            <pc:sldLayoutMk cId="331782546" sldId="2147483654"/>
          </pc:sldLayoutMkLst>
        </pc:sldLayoutChg>
        <pc:sldLayoutChg chg="setBg">
          <pc:chgData name="Luca Scialdone" userId="50ef4ba9-6c17-4692-a09d-f89ff5e50b3c" providerId="ADAL" clId="{29775E5D-A879-57B5-87EF-1FD397FE42CA}" dt="2026-03-10T12:58:40.777" v="3249"/>
          <pc:sldLayoutMkLst>
            <pc:docMk/>
            <pc:sldMasterMk cId="1801931499" sldId="2147483648"/>
            <pc:sldLayoutMk cId="1894095149" sldId="2147483655"/>
          </pc:sldLayoutMkLst>
        </pc:sldLayoutChg>
        <pc:sldLayoutChg chg="setBg">
          <pc:chgData name="Luca Scialdone" userId="50ef4ba9-6c17-4692-a09d-f89ff5e50b3c" providerId="ADAL" clId="{29775E5D-A879-57B5-87EF-1FD397FE42CA}" dt="2026-03-10T12:58:40.777" v="3249"/>
          <pc:sldLayoutMkLst>
            <pc:docMk/>
            <pc:sldMasterMk cId="1801931499" sldId="2147483648"/>
            <pc:sldLayoutMk cId="2365816325" sldId="2147483656"/>
          </pc:sldLayoutMkLst>
        </pc:sldLayoutChg>
        <pc:sldLayoutChg chg="setBg">
          <pc:chgData name="Luca Scialdone" userId="50ef4ba9-6c17-4692-a09d-f89ff5e50b3c" providerId="ADAL" clId="{29775E5D-A879-57B5-87EF-1FD397FE42CA}" dt="2026-03-10T12:58:40.777" v="3249"/>
          <pc:sldLayoutMkLst>
            <pc:docMk/>
            <pc:sldMasterMk cId="1801931499" sldId="2147483648"/>
            <pc:sldLayoutMk cId="1688576698" sldId="2147483657"/>
          </pc:sldLayoutMkLst>
        </pc:sldLayoutChg>
        <pc:sldLayoutChg chg="setBg">
          <pc:chgData name="Luca Scialdone" userId="50ef4ba9-6c17-4692-a09d-f89ff5e50b3c" providerId="ADAL" clId="{29775E5D-A879-57B5-87EF-1FD397FE42CA}" dt="2026-03-10T12:58:40.777" v="3249"/>
          <pc:sldLayoutMkLst>
            <pc:docMk/>
            <pc:sldMasterMk cId="1801931499" sldId="2147483648"/>
            <pc:sldLayoutMk cId="3424469029" sldId="2147483658"/>
          </pc:sldLayoutMkLst>
        </pc:sldLayoutChg>
        <pc:sldLayoutChg chg="setBg">
          <pc:chgData name="Luca Scialdone" userId="50ef4ba9-6c17-4692-a09d-f89ff5e50b3c" providerId="ADAL" clId="{29775E5D-A879-57B5-87EF-1FD397FE42CA}" dt="2026-03-10T12:58:40.777" v="3249"/>
          <pc:sldLayoutMkLst>
            <pc:docMk/>
            <pc:sldMasterMk cId="1801931499" sldId="2147483648"/>
            <pc:sldLayoutMk cId="1026842362" sldId="2147483659"/>
          </pc:sldLayoutMkLst>
        </pc:sldLayoutChg>
      </pc:sldMasterChg>
    </pc:docChg>
  </pc:docChgLst>
  <pc:docChgLst>
    <pc:chgData name="Emma Plani" userId="S::emma.plani@studenti.unimi.it::eecc5b46-57db-4183-b681-31d4e64807e5" providerId="AD" clId="Web-{18325744-C732-A071-CDF7-C1653900683B}"/>
    <pc:docChg chg="addSld delSld modSld">
      <pc:chgData name="Emma Plani" userId="S::emma.plani@studenti.unimi.it::eecc5b46-57db-4183-b681-31d4e64807e5" providerId="AD" clId="Web-{18325744-C732-A071-CDF7-C1653900683B}" dt="2026-03-09T20:13:18.224" v="121" actId="20577"/>
      <pc:docMkLst>
        <pc:docMk/>
      </pc:docMkLst>
      <pc:sldChg chg="add del">
        <pc:chgData name="Emma Plani" userId="S::emma.plani@studenti.unimi.it::eecc5b46-57db-4183-b681-31d4e64807e5" providerId="AD" clId="Web-{18325744-C732-A071-CDF7-C1653900683B}" dt="2026-03-09T19:53:44.635" v="1"/>
        <pc:sldMkLst>
          <pc:docMk/>
          <pc:sldMk cId="1591127998" sldId="257"/>
        </pc:sldMkLst>
      </pc:sldChg>
      <pc:sldChg chg="modSp new">
        <pc:chgData name="Emma Plani" userId="S::emma.plani@studenti.unimi.it::eecc5b46-57db-4183-b681-31d4e64807e5" providerId="AD" clId="Web-{18325744-C732-A071-CDF7-C1653900683B}" dt="2026-03-09T20:13:18.224" v="121" actId="20577"/>
        <pc:sldMkLst>
          <pc:docMk/>
          <pc:sldMk cId="1609652814" sldId="274"/>
        </pc:sldMkLst>
        <pc:spChg chg="mod">
          <ac:chgData name="Emma Plani" userId="S::emma.plani@studenti.unimi.it::eecc5b46-57db-4183-b681-31d4e64807e5" providerId="AD" clId="Web-{18325744-C732-A071-CDF7-C1653900683B}" dt="2026-03-09T20:13:18.224" v="121" actId="20577"/>
          <ac:spMkLst>
            <pc:docMk/>
            <pc:sldMk cId="1609652814" sldId="274"/>
            <ac:spMk id="2" creationId="{4B49FDE0-7C0F-6749-306B-0D5A058A2B31}"/>
          </ac:spMkLst>
        </pc:spChg>
        <pc:spChg chg="mod">
          <ac:chgData name="Emma Plani" userId="S::emma.plani@studenti.unimi.it::eecc5b46-57db-4183-b681-31d4e64807e5" providerId="AD" clId="Web-{18325744-C732-A071-CDF7-C1653900683B}" dt="2026-03-09T20:13:06.019" v="83" actId="14100"/>
          <ac:spMkLst>
            <pc:docMk/>
            <pc:sldMk cId="1609652814" sldId="274"/>
            <ac:spMk id="3" creationId="{39CE73B2-9326-3491-F06E-5ED2A465B563}"/>
          </ac:spMkLst>
        </pc:spChg>
      </pc:sldChg>
    </pc:docChg>
  </pc:docChgLst>
  <pc:docChgLst>
    <pc:chgData name="Andrea Minutoli" userId="S::andrea.minutoli@studenti.unimi.it::9caad271-c528-4652-94a8-d8eb1062ca5d" providerId="AD" clId="Web-{26EDF293-41FE-836D-2D4B-4D00CC2AE04B}"/>
    <pc:docChg chg="modSld">
      <pc:chgData name="Andrea Minutoli" userId="S::andrea.minutoli@studenti.unimi.it::9caad271-c528-4652-94a8-d8eb1062ca5d" providerId="AD" clId="Web-{26EDF293-41FE-836D-2D4B-4D00CC2AE04B}" dt="2026-03-09T21:59:47.349" v="27" actId="20577"/>
      <pc:docMkLst>
        <pc:docMk/>
      </pc:docMkLst>
      <pc:sldChg chg="modSp">
        <pc:chgData name="Andrea Minutoli" userId="S::andrea.minutoli@studenti.unimi.it::9caad271-c528-4652-94a8-d8eb1062ca5d" providerId="AD" clId="Web-{26EDF293-41FE-836D-2D4B-4D00CC2AE04B}" dt="2026-03-09T21:59:47.349" v="27" actId="20577"/>
        <pc:sldMkLst>
          <pc:docMk/>
          <pc:sldMk cId="231438192" sldId="258"/>
        </pc:sldMkLst>
        <pc:spChg chg="mod">
          <ac:chgData name="Andrea Minutoli" userId="S::andrea.minutoli@studenti.unimi.it::9caad271-c528-4652-94a8-d8eb1062ca5d" providerId="AD" clId="Web-{26EDF293-41FE-836D-2D4B-4D00CC2AE04B}" dt="2026-03-09T21:59:47.349" v="27" actId="20577"/>
          <ac:spMkLst>
            <pc:docMk/>
            <pc:sldMk cId="231438192" sldId="258"/>
            <ac:spMk id="2" creationId="{06E45162-4B96-8384-7EB2-E2BCC936876B}"/>
          </ac:spMkLst>
        </pc:spChg>
        <pc:spChg chg="mod">
          <ac:chgData name="Andrea Minutoli" userId="S::andrea.minutoli@studenti.unimi.it::9caad271-c528-4652-94a8-d8eb1062ca5d" providerId="AD" clId="Web-{26EDF293-41FE-836D-2D4B-4D00CC2AE04B}" dt="2026-03-09T21:58:47.028" v="13" actId="20577"/>
          <ac:spMkLst>
            <pc:docMk/>
            <pc:sldMk cId="231438192" sldId="258"/>
            <ac:spMk id="3" creationId="{A8C64776-C328-6F73-344F-6993E639525E}"/>
          </ac:spMkLst>
        </pc:spChg>
      </pc:sldChg>
      <pc:sldChg chg="modSp">
        <pc:chgData name="Andrea Minutoli" userId="S::andrea.minutoli@studenti.unimi.it::9caad271-c528-4652-94a8-d8eb1062ca5d" providerId="AD" clId="Web-{26EDF293-41FE-836D-2D4B-4D00CC2AE04B}" dt="2026-03-09T21:57:45.877" v="8" actId="20577"/>
        <pc:sldMkLst>
          <pc:docMk/>
          <pc:sldMk cId="2506082688" sldId="270"/>
        </pc:sldMkLst>
        <pc:spChg chg="mod">
          <ac:chgData name="Andrea Minutoli" userId="S::andrea.minutoli@studenti.unimi.it::9caad271-c528-4652-94a8-d8eb1062ca5d" providerId="AD" clId="Web-{26EDF293-41FE-836D-2D4B-4D00CC2AE04B}" dt="2026-03-09T21:57:45.877" v="8" actId="20577"/>
          <ac:spMkLst>
            <pc:docMk/>
            <pc:sldMk cId="2506082688" sldId="270"/>
            <ac:spMk id="3" creationId="{3335B794-C1D0-0D65-41E6-C095253B32D6}"/>
          </ac:spMkLst>
        </pc:spChg>
      </pc:sldChg>
    </pc:docChg>
  </pc:docChgLst>
  <pc:docChgLst>
    <pc:chgData name="Rebecca Mazzarol" userId="1cc2e906-c025-4a66-8940-0256b00ab53c" providerId="ADAL" clId="{D120F8E5-54A7-5593-A4B0-C4D7B65FE459}"/>
    <pc:docChg chg="undo custSel addSld delSld modSld sldOrd">
      <pc:chgData name="Rebecca Mazzarol" userId="1cc2e906-c025-4a66-8940-0256b00ab53c" providerId="ADAL" clId="{D120F8E5-54A7-5593-A4B0-C4D7B65FE459}" dt="2026-03-10T15:28:48.080" v="1340" actId="14100"/>
      <pc:docMkLst>
        <pc:docMk/>
      </pc:docMkLst>
      <pc:sldChg chg="addSp modSp mod setBg">
        <pc:chgData name="Rebecca Mazzarol" userId="1cc2e906-c025-4a66-8940-0256b00ab53c" providerId="ADAL" clId="{D120F8E5-54A7-5593-A4B0-C4D7B65FE459}" dt="2026-03-10T13:03:59.749" v="608" actId="1076"/>
        <pc:sldMkLst>
          <pc:docMk/>
          <pc:sldMk cId="3962583941" sldId="256"/>
        </pc:sldMkLst>
        <pc:spChg chg="mod">
          <ac:chgData name="Rebecca Mazzarol" userId="1cc2e906-c025-4a66-8940-0256b00ab53c" providerId="ADAL" clId="{D120F8E5-54A7-5593-A4B0-C4D7B65FE459}" dt="2026-03-10T13:03:45.750" v="606" actId="207"/>
          <ac:spMkLst>
            <pc:docMk/>
            <pc:sldMk cId="3962583941" sldId="256"/>
            <ac:spMk id="2" creationId="{00000000-0000-0000-0000-000000000000}"/>
          </ac:spMkLst>
        </pc:spChg>
        <pc:spChg chg="mod">
          <ac:chgData name="Rebecca Mazzarol" userId="1cc2e906-c025-4a66-8940-0256b00ab53c" providerId="ADAL" clId="{D120F8E5-54A7-5593-A4B0-C4D7B65FE459}" dt="2026-03-10T13:03:33.380" v="604" actId="26606"/>
          <ac:spMkLst>
            <pc:docMk/>
            <pc:sldMk cId="3962583941" sldId="256"/>
            <ac:spMk id="3" creationId="{00000000-0000-0000-0000-000000000000}"/>
          </ac:spMkLst>
        </pc:spChg>
        <pc:spChg chg="add">
          <ac:chgData name="Rebecca Mazzarol" userId="1cc2e906-c025-4a66-8940-0256b00ab53c" providerId="ADAL" clId="{D120F8E5-54A7-5593-A4B0-C4D7B65FE459}" dt="2026-03-10T13:03:33.380" v="604" actId="26606"/>
          <ac:spMkLst>
            <pc:docMk/>
            <pc:sldMk cId="3962583941" sldId="256"/>
            <ac:spMk id="11" creationId="{22A397E7-BF60-45B2-84C7-B074B76C37A7}"/>
          </ac:spMkLst>
        </pc:spChg>
        <pc:spChg chg="add">
          <ac:chgData name="Rebecca Mazzarol" userId="1cc2e906-c025-4a66-8940-0256b00ab53c" providerId="ADAL" clId="{D120F8E5-54A7-5593-A4B0-C4D7B65FE459}" dt="2026-03-10T13:03:33.380" v="604" actId="26606"/>
          <ac:spMkLst>
            <pc:docMk/>
            <pc:sldMk cId="3962583941" sldId="256"/>
            <ac:spMk id="13" creationId="{890DEF05-784E-4B61-89E4-04C4ECF4E5A0}"/>
          </ac:spMkLst>
        </pc:spChg>
        <pc:picChg chg="mod">
          <ac:chgData name="Rebecca Mazzarol" userId="1cc2e906-c025-4a66-8940-0256b00ab53c" providerId="ADAL" clId="{D120F8E5-54A7-5593-A4B0-C4D7B65FE459}" dt="2026-03-10T13:03:59.749" v="608" actId="1076"/>
          <ac:picMkLst>
            <pc:docMk/>
            <pc:sldMk cId="3962583941" sldId="256"/>
            <ac:picMk id="6" creationId="{1D783E20-DB60-0793-46F4-ED96E90664E1}"/>
          </ac:picMkLst>
        </pc:picChg>
        <pc:cxnChg chg="add">
          <ac:chgData name="Rebecca Mazzarol" userId="1cc2e906-c025-4a66-8940-0256b00ab53c" providerId="ADAL" clId="{D120F8E5-54A7-5593-A4B0-C4D7B65FE459}" dt="2026-03-10T13:03:33.380" v="604" actId="26606"/>
          <ac:cxnSpMkLst>
            <pc:docMk/>
            <pc:sldMk cId="3962583941" sldId="256"/>
            <ac:cxnSpMk id="15" creationId="{C41BAEC7-F7B0-4224-8B18-8F74B7D87F0B}"/>
          </ac:cxnSpMkLst>
        </pc:cxnChg>
      </pc:sldChg>
      <pc:sldChg chg="modSp del mod">
        <pc:chgData name="Rebecca Mazzarol" userId="1cc2e906-c025-4a66-8940-0256b00ab53c" providerId="ADAL" clId="{D120F8E5-54A7-5593-A4B0-C4D7B65FE459}" dt="2026-03-09T21:44:14.070" v="326" actId="2696"/>
        <pc:sldMkLst>
          <pc:docMk/>
          <pc:sldMk cId="1591127998" sldId="257"/>
        </pc:sldMkLst>
      </pc:sldChg>
      <pc:sldChg chg="modSp mod">
        <pc:chgData name="Rebecca Mazzarol" userId="1cc2e906-c025-4a66-8940-0256b00ab53c" providerId="ADAL" clId="{D120F8E5-54A7-5593-A4B0-C4D7B65FE459}" dt="2026-03-10T13:32:03.950" v="827" actId="1076"/>
        <pc:sldMkLst>
          <pc:docMk/>
          <pc:sldMk cId="231438192" sldId="258"/>
        </pc:sldMkLst>
        <pc:spChg chg="mod">
          <ac:chgData name="Rebecca Mazzarol" userId="1cc2e906-c025-4a66-8940-0256b00ab53c" providerId="ADAL" clId="{D120F8E5-54A7-5593-A4B0-C4D7B65FE459}" dt="2026-03-10T13:31:58.649" v="826" actId="1076"/>
          <ac:spMkLst>
            <pc:docMk/>
            <pc:sldMk cId="231438192" sldId="258"/>
            <ac:spMk id="2" creationId="{06E45162-4B96-8384-7EB2-E2BCC936876B}"/>
          </ac:spMkLst>
        </pc:spChg>
        <pc:spChg chg="mod">
          <ac:chgData name="Rebecca Mazzarol" userId="1cc2e906-c025-4a66-8940-0256b00ab53c" providerId="ADAL" clId="{D120F8E5-54A7-5593-A4B0-C4D7B65FE459}" dt="2026-03-10T13:31:55.065" v="825" actId="1076"/>
          <ac:spMkLst>
            <pc:docMk/>
            <pc:sldMk cId="231438192" sldId="258"/>
            <ac:spMk id="7" creationId="{A7EF9E1D-31E0-9199-67FA-3402D6E0C476}"/>
          </ac:spMkLst>
        </pc:spChg>
        <pc:graphicFrameChg chg="mod">
          <ac:chgData name="Rebecca Mazzarol" userId="1cc2e906-c025-4a66-8940-0256b00ab53c" providerId="ADAL" clId="{D120F8E5-54A7-5593-A4B0-C4D7B65FE459}" dt="2026-03-10T13:32:03.950" v="827" actId="1076"/>
          <ac:graphicFrameMkLst>
            <pc:docMk/>
            <pc:sldMk cId="231438192" sldId="258"/>
            <ac:graphicFrameMk id="4" creationId="{5D219549-7B52-4B09-B4D5-7A23EF78EE69}"/>
          </ac:graphicFrameMkLst>
        </pc:graphicFrameChg>
      </pc:sldChg>
      <pc:sldChg chg="modSp mod">
        <pc:chgData name="Rebecca Mazzarol" userId="1cc2e906-c025-4a66-8940-0256b00ab53c" providerId="ADAL" clId="{D120F8E5-54A7-5593-A4B0-C4D7B65FE459}" dt="2026-03-10T11:13:34.943" v="593" actId="1076"/>
        <pc:sldMkLst>
          <pc:docMk/>
          <pc:sldMk cId="3322863795" sldId="259"/>
        </pc:sldMkLst>
        <pc:spChg chg="mod">
          <ac:chgData name="Rebecca Mazzarol" userId="1cc2e906-c025-4a66-8940-0256b00ab53c" providerId="ADAL" clId="{D120F8E5-54A7-5593-A4B0-C4D7B65FE459}" dt="2026-03-10T11:13:34.943" v="593" actId="1076"/>
          <ac:spMkLst>
            <pc:docMk/>
            <pc:sldMk cId="3322863795" sldId="259"/>
            <ac:spMk id="2" creationId="{F25936D9-3F07-1904-D871-E30EE4CD3242}"/>
          </ac:spMkLst>
        </pc:spChg>
      </pc:sldChg>
      <pc:sldChg chg="addSp delSp modSp mod ord">
        <pc:chgData name="Rebecca Mazzarol" userId="1cc2e906-c025-4a66-8940-0256b00ab53c" providerId="ADAL" clId="{D120F8E5-54A7-5593-A4B0-C4D7B65FE459}" dt="2026-03-10T15:26:53.922" v="1337" actId="17032"/>
        <pc:sldMkLst>
          <pc:docMk/>
          <pc:sldMk cId="3025429665" sldId="260"/>
        </pc:sldMkLst>
        <pc:spChg chg="mod">
          <ac:chgData name="Rebecca Mazzarol" userId="1cc2e906-c025-4a66-8940-0256b00ab53c" providerId="ADAL" clId="{D120F8E5-54A7-5593-A4B0-C4D7B65FE459}" dt="2026-03-09T21:06:22.318" v="132" actId="1076"/>
          <ac:spMkLst>
            <pc:docMk/>
            <pc:sldMk cId="3025429665" sldId="260"/>
            <ac:spMk id="2" creationId="{E1C29D7F-56DC-ABEB-55A7-4D725AC7B6EF}"/>
          </ac:spMkLst>
        </pc:spChg>
        <pc:spChg chg="mod">
          <ac:chgData name="Rebecca Mazzarol" userId="1cc2e906-c025-4a66-8940-0256b00ab53c" providerId="ADAL" clId="{D120F8E5-54A7-5593-A4B0-C4D7B65FE459}" dt="2026-03-09T22:06:39.491" v="480" actId="20577"/>
          <ac:spMkLst>
            <pc:docMk/>
            <pc:sldMk cId="3025429665" sldId="260"/>
            <ac:spMk id="3" creationId="{3CD01A5A-25B0-0B10-87D7-0288854A232D}"/>
          </ac:spMkLst>
        </pc:spChg>
        <pc:spChg chg="del">
          <ac:chgData name="Rebecca Mazzarol" userId="1cc2e906-c025-4a66-8940-0256b00ab53c" providerId="ADAL" clId="{D120F8E5-54A7-5593-A4B0-C4D7B65FE459}" dt="2026-03-09T21:58:13.415" v="432" actId="21"/>
          <ac:spMkLst>
            <pc:docMk/>
            <pc:sldMk cId="3025429665" sldId="260"/>
            <ac:spMk id="4" creationId="{55D454DB-331E-E5BA-2CA8-0D55F4348C6D}"/>
          </ac:spMkLst>
        </pc:spChg>
        <pc:spChg chg="add mod">
          <ac:chgData name="Rebecca Mazzarol" userId="1cc2e906-c025-4a66-8940-0256b00ab53c" providerId="ADAL" clId="{D120F8E5-54A7-5593-A4B0-C4D7B65FE459}" dt="2026-03-10T13:59:41.203" v="1022" actId="207"/>
          <ac:spMkLst>
            <pc:docMk/>
            <pc:sldMk cId="3025429665" sldId="260"/>
            <ac:spMk id="7" creationId="{6BF7FA8A-C863-D753-F448-37F6770DADEF}"/>
          </ac:spMkLst>
        </pc:spChg>
        <pc:spChg chg="mod">
          <ac:chgData name="Rebecca Mazzarol" userId="1cc2e906-c025-4a66-8940-0256b00ab53c" providerId="ADAL" clId="{D120F8E5-54A7-5593-A4B0-C4D7B65FE459}" dt="2026-03-10T15:26:42.973" v="1333" actId="17032"/>
          <ac:spMkLst>
            <pc:docMk/>
            <pc:sldMk cId="3025429665" sldId="260"/>
            <ac:spMk id="8" creationId="{B17EDEDC-7979-13EA-8F5D-2D70D0E9BB66}"/>
          </ac:spMkLst>
        </pc:spChg>
        <pc:spChg chg="mod">
          <ac:chgData name="Rebecca Mazzarol" userId="1cc2e906-c025-4a66-8940-0256b00ab53c" providerId="ADAL" clId="{D120F8E5-54A7-5593-A4B0-C4D7B65FE459}" dt="2026-03-10T15:26:53.922" v="1337" actId="17032"/>
          <ac:spMkLst>
            <pc:docMk/>
            <pc:sldMk cId="3025429665" sldId="260"/>
            <ac:spMk id="15" creationId="{E0D88DD2-79AD-8B1F-9B0B-8EF8FE4D5F9E}"/>
          </ac:spMkLst>
        </pc:spChg>
        <pc:spChg chg="mod">
          <ac:chgData name="Rebecca Mazzarol" userId="1cc2e906-c025-4a66-8940-0256b00ab53c" providerId="ADAL" clId="{D120F8E5-54A7-5593-A4B0-C4D7B65FE459}" dt="2026-03-10T15:26:48.955" v="1335" actId="17032"/>
          <ac:spMkLst>
            <pc:docMk/>
            <pc:sldMk cId="3025429665" sldId="260"/>
            <ac:spMk id="18" creationId="{1939252F-2D07-2043-21AF-C1D7E02640D4}"/>
          </ac:spMkLst>
        </pc:spChg>
        <pc:spChg chg="mod">
          <ac:chgData name="Rebecca Mazzarol" userId="1cc2e906-c025-4a66-8940-0256b00ab53c" providerId="ADAL" clId="{D120F8E5-54A7-5593-A4B0-C4D7B65FE459}" dt="2026-03-10T15:26:51.555" v="1336" actId="17032"/>
          <ac:spMkLst>
            <pc:docMk/>
            <pc:sldMk cId="3025429665" sldId="260"/>
            <ac:spMk id="21" creationId="{FD9146DC-4A8A-1B16-B3F6-148DC2637398}"/>
          </ac:spMkLst>
        </pc:spChg>
        <pc:spChg chg="mod">
          <ac:chgData name="Rebecca Mazzarol" userId="1cc2e906-c025-4a66-8940-0256b00ab53c" providerId="ADAL" clId="{D120F8E5-54A7-5593-A4B0-C4D7B65FE459}" dt="2026-03-10T15:26:45.588" v="1334" actId="17032"/>
          <ac:spMkLst>
            <pc:docMk/>
            <pc:sldMk cId="3025429665" sldId="260"/>
            <ac:spMk id="25" creationId="{D3B757F1-8863-B226-7436-E40890F34C28}"/>
          </ac:spMkLst>
        </pc:spChg>
        <pc:graphicFrameChg chg="mod">
          <ac:chgData name="Rebecca Mazzarol" userId="1cc2e906-c025-4a66-8940-0256b00ab53c" providerId="ADAL" clId="{D120F8E5-54A7-5593-A4B0-C4D7B65FE459}" dt="2026-03-09T21:58:27.616" v="435" actId="1076"/>
          <ac:graphicFrameMkLst>
            <pc:docMk/>
            <pc:sldMk cId="3025429665" sldId="260"/>
            <ac:graphicFrameMk id="5" creationId="{CE33CE62-2492-4BCC-A100-20FD4F2A8893}"/>
          </ac:graphicFrameMkLst>
        </pc:graphicFrameChg>
        <pc:graphicFrameChg chg="mod">
          <ac:chgData name="Rebecca Mazzarol" userId="1cc2e906-c025-4a66-8940-0256b00ab53c" providerId="ADAL" clId="{D120F8E5-54A7-5593-A4B0-C4D7B65FE459}" dt="2026-03-09T21:58:45.015" v="436" actId="1076"/>
          <ac:graphicFrameMkLst>
            <pc:docMk/>
            <pc:sldMk cId="3025429665" sldId="260"/>
            <ac:graphicFrameMk id="6" creationId="{3C9742A3-F1C5-4D50-8500-4DA228849F11}"/>
          </ac:graphicFrameMkLst>
        </pc:graphicFrameChg>
        <pc:cxnChg chg="mod">
          <ac:chgData name="Rebecca Mazzarol" userId="1cc2e906-c025-4a66-8940-0256b00ab53c" providerId="ADAL" clId="{D120F8E5-54A7-5593-A4B0-C4D7B65FE459}" dt="2026-03-10T13:56:46.875" v="994" actId="13822"/>
          <ac:cxnSpMkLst>
            <pc:docMk/>
            <pc:sldMk cId="3025429665" sldId="260"/>
            <ac:cxnSpMk id="10" creationId="{67A9D23D-E1A6-BBAB-5083-BE63BD328C69}"/>
          </ac:cxnSpMkLst>
        </pc:cxnChg>
        <pc:cxnChg chg="mod">
          <ac:chgData name="Rebecca Mazzarol" userId="1cc2e906-c025-4a66-8940-0256b00ab53c" providerId="ADAL" clId="{D120F8E5-54A7-5593-A4B0-C4D7B65FE459}" dt="2026-03-10T13:57:10.092" v="999" actId="14100"/>
          <ac:cxnSpMkLst>
            <pc:docMk/>
            <pc:sldMk cId="3025429665" sldId="260"/>
            <ac:cxnSpMk id="17" creationId="{189B2A36-C360-8314-65DC-EA3022A09C4A}"/>
          </ac:cxnSpMkLst>
        </pc:cxnChg>
        <pc:cxnChg chg="mod">
          <ac:chgData name="Rebecca Mazzarol" userId="1cc2e906-c025-4a66-8940-0256b00ab53c" providerId="ADAL" clId="{D120F8E5-54A7-5593-A4B0-C4D7B65FE459}" dt="2026-03-10T13:56:59.191" v="997" actId="13822"/>
          <ac:cxnSpMkLst>
            <pc:docMk/>
            <pc:sldMk cId="3025429665" sldId="260"/>
            <ac:cxnSpMk id="20" creationId="{5445B489-3083-3D76-DF62-4A8AB18AE8E1}"/>
          </ac:cxnSpMkLst>
        </pc:cxnChg>
        <pc:cxnChg chg="mod">
          <ac:chgData name="Rebecca Mazzarol" userId="1cc2e906-c025-4a66-8940-0256b00ab53c" providerId="ADAL" clId="{D120F8E5-54A7-5593-A4B0-C4D7B65FE459}" dt="2026-03-10T13:58:10.057" v="1010" actId="14100"/>
          <ac:cxnSpMkLst>
            <pc:docMk/>
            <pc:sldMk cId="3025429665" sldId="260"/>
            <ac:cxnSpMk id="23" creationId="{F70389C9-5B6A-9E33-AA00-9FA49EFCA226}"/>
          </ac:cxnSpMkLst>
        </pc:cxnChg>
        <pc:cxnChg chg="mod">
          <ac:chgData name="Rebecca Mazzarol" userId="1cc2e906-c025-4a66-8940-0256b00ab53c" providerId="ADAL" clId="{D120F8E5-54A7-5593-A4B0-C4D7B65FE459}" dt="2026-03-10T13:57:53.641" v="1008" actId="14100"/>
          <ac:cxnSpMkLst>
            <pc:docMk/>
            <pc:sldMk cId="3025429665" sldId="260"/>
            <ac:cxnSpMk id="27" creationId="{0A500047-32B2-FD28-32B8-192C235D258D}"/>
          </ac:cxnSpMkLst>
        </pc:cxnChg>
      </pc:sldChg>
      <pc:sldChg chg="addSp modSp del mod">
        <pc:chgData name="Rebecca Mazzarol" userId="1cc2e906-c025-4a66-8940-0256b00ab53c" providerId="ADAL" clId="{D120F8E5-54A7-5593-A4B0-C4D7B65FE459}" dt="2026-03-09T21:44:05.421" v="325" actId="2696"/>
        <pc:sldMkLst>
          <pc:docMk/>
          <pc:sldMk cId="2291745296" sldId="261"/>
        </pc:sldMkLst>
        <pc:spChg chg="mod">
          <ac:chgData name="Rebecca Mazzarol" userId="1cc2e906-c025-4a66-8940-0256b00ab53c" providerId="ADAL" clId="{D120F8E5-54A7-5593-A4B0-C4D7B65FE459}" dt="2026-03-09T21:05:47.187" v="126" actId="1076"/>
          <ac:spMkLst>
            <pc:docMk/>
            <pc:sldMk cId="2291745296" sldId="261"/>
            <ac:spMk id="2" creationId="{D70ADAD6-6B64-B51E-5E4D-A7BA3BCE7668}"/>
          </ac:spMkLst>
        </pc:spChg>
        <pc:spChg chg="mod">
          <ac:chgData name="Rebecca Mazzarol" userId="1cc2e906-c025-4a66-8940-0256b00ab53c" providerId="ADAL" clId="{D120F8E5-54A7-5593-A4B0-C4D7B65FE459}" dt="2026-03-09T21:27:44.294" v="216" actId="1076"/>
          <ac:spMkLst>
            <pc:docMk/>
            <pc:sldMk cId="2291745296" sldId="261"/>
            <ac:spMk id="3" creationId="{39AC691A-9891-88DC-803D-64C72E68E3C8}"/>
          </ac:spMkLst>
        </pc:spChg>
        <pc:graphicFrameChg chg="add mod">
          <ac:chgData name="Rebecca Mazzarol" userId="1cc2e906-c025-4a66-8940-0256b00ab53c" providerId="ADAL" clId="{D120F8E5-54A7-5593-A4B0-C4D7B65FE459}" dt="2026-03-09T20:02:18.849" v="88" actId="1076"/>
          <ac:graphicFrameMkLst>
            <pc:docMk/>
            <pc:sldMk cId="2291745296" sldId="261"/>
            <ac:graphicFrameMk id="4" creationId="{4E2B3550-0E36-1F32-938E-A03A087F2B0A}"/>
          </ac:graphicFrameMkLst>
        </pc:graphicFrameChg>
      </pc:sldChg>
      <pc:sldChg chg="addSp delSp modSp mod ord">
        <pc:chgData name="Rebecca Mazzarol" userId="1cc2e906-c025-4a66-8940-0256b00ab53c" providerId="ADAL" clId="{D120F8E5-54A7-5593-A4B0-C4D7B65FE459}" dt="2026-03-10T14:08:54.687" v="1172" actId="1076"/>
        <pc:sldMkLst>
          <pc:docMk/>
          <pc:sldMk cId="121758492" sldId="262"/>
        </pc:sldMkLst>
        <pc:spChg chg="add del mod">
          <ac:chgData name="Rebecca Mazzarol" userId="1cc2e906-c025-4a66-8940-0256b00ab53c" providerId="ADAL" clId="{D120F8E5-54A7-5593-A4B0-C4D7B65FE459}" dt="2026-03-10T14:07:33.361" v="1158"/>
          <ac:spMkLst>
            <pc:docMk/>
            <pc:sldMk cId="121758492" sldId="262"/>
            <ac:spMk id="2" creationId="{4399FCBB-4310-1B49-6ADA-64B6BEA68551}"/>
          </ac:spMkLst>
        </pc:spChg>
        <pc:spChg chg="mod">
          <ac:chgData name="Rebecca Mazzarol" userId="1cc2e906-c025-4a66-8940-0256b00ab53c" providerId="ADAL" clId="{D120F8E5-54A7-5593-A4B0-C4D7B65FE459}" dt="2026-03-09T22:01:14.800" v="468" actId="403"/>
          <ac:spMkLst>
            <pc:docMk/>
            <pc:sldMk cId="121758492" sldId="262"/>
            <ac:spMk id="2" creationId="{61C69264-B951-42DA-B35B-B2F7601A734C}"/>
          </ac:spMkLst>
        </pc:spChg>
        <pc:spChg chg="del mod">
          <ac:chgData name="Rebecca Mazzarol" userId="1cc2e906-c025-4a66-8940-0256b00ab53c" providerId="ADAL" clId="{D120F8E5-54A7-5593-A4B0-C4D7B65FE459}" dt="2026-03-09T21:47:18.776" v="336" actId="21"/>
          <ac:spMkLst>
            <pc:docMk/>
            <pc:sldMk cId="121758492" sldId="262"/>
            <ac:spMk id="3" creationId="{4DF8C55E-9FBA-5692-1C74-21257F2A80F5}"/>
          </ac:spMkLst>
        </pc:spChg>
        <pc:spChg chg="mod">
          <ac:chgData name="Rebecca Mazzarol" userId="1cc2e906-c025-4a66-8940-0256b00ab53c" providerId="ADAL" clId="{D120F8E5-54A7-5593-A4B0-C4D7B65FE459}" dt="2026-03-10T14:08:48.353" v="1171" actId="1076"/>
          <ac:spMkLst>
            <pc:docMk/>
            <pc:sldMk cId="121758492" sldId="262"/>
            <ac:spMk id="3" creationId="{B4360196-6554-9558-544F-E5C0235E3DA9}"/>
          </ac:spMkLst>
        </pc:spChg>
        <pc:spChg chg="add del mod">
          <ac:chgData name="Rebecca Mazzarol" userId="1cc2e906-c025-4a66-8940-0256b00ab53c" providerId="ADAL" clId="{D120F8E5-54A7-5593-A4B0-C4D7B65FE459}" dt="2026-03-09T21:47:31.785" v="337"/>
          <ac:spMkLst>
            <pc:docMk/>
            <pc:sldMk cId="121758492" sldId="262"/>
            <ac:spMk id="6" creationId="{502453B6-EB88-33BC-9A66-0B2020C116E5}"/>
          </ac:spMkLst>
        </pc:spChg>
        <pc:spChg chg="add mod">
          <ac:chgData name="Rebecca Mazzarol" userId="1cc2e906-c025-4a66-8940-0256b00ab53c" providerId="ADAL" clId="{D120F8E5-54A7-5593-A4B0-C4D7B65FE459}" dt="2026-03-10T14:08:16.971" v="1165" actId="1076"/>
          <ac:spMkLst>
            <pc:docMk/>
            <pc:sldMk cId="121758492" sldId="262"/>
            <ac:spMk id="7" creationId="{955CEDCA-98AC-9772-8C5D-77A9F975A9EE}"/>
          </ac:spMkLst>
        </pc:spChg>
        <pc:spChg chg="mod">
          <ac:chgData name="Rebecca Mazzarol" userId="1cc2e906-c025-4a66-8940-0256b00ab53c" providerId="ADAL" clId="{D120F8E5-54A7-5593-A4B0-C4D7B65FE459}" dt="2026-03-10T14:08:43.102" v="1169" actId="1076"/>
          <ac:spMkLst>
            <pc:docMk/>
            <pc:sldMk cId="121758492" sldId="262"/>
            <ac:spMk id="8" creationId="{508E50A9-57D2-C2ED-CD74-B7CBF8510573}"/>
          </ac:spMkLst>
        </pc:spChg>
        <pc:spChg chg="mod">
          <ac:chgData name="Rebecca Mazzarol" userId="1cc2e906-c025-4a66-8940-0256b00ab53c" providerId="ADAL" clId="{D120F8E5-54A7-5593-A4B0-C4D7B65FE459}" dt="2026-03-10T14:08:05.538" v="1163" actId="14100"/>
          <ac:spMkLst>
            <pc:docMk/>
            <pc:sldMk cId="121758492" sldId="262"/>
            <ac:spMk id="9" creationId="{70C8EE3C-E424-371E-88AA-0519960521C2}"/>
          </ac:spMkLst>
        </pc:spChg>
        <pc:spChg chg="mod">
          <ac:chgData name="Rebecca Mazzarol" userId="1cc2e906-c025-4a66-8940-0256b00ab53c" providerId="ADAL" clId="{D120F8E5-54A7-5593-A4B0-C4D7B65FE459}" dt="2026-03-10T14:08:37.870" v="1168" actId="1076"/>
          <ac:spMkLst>
            <pc:docMk/>
            <pc:sldMk cId="121758492" sldId="262"/>
            <ac:spMk id="12" creationId="{C4D4D350-2CC1-4078-2DA7-DA53838F4CAB}"/>
          </ac:spMkLst>
        </pc:spChg>
        <pc:graphicFrameChg chg="mod">
          <ac:chgData name="Rebecca Mazzarol" userId="1cc2e906-c025-4a66-8940-0256b00ab53c" providerId="ADAL" clId="{D120F8E5-54A7-5593-A4B0-C4D7B65FE459}" dt="2026-03-10T14:08:54.687" v="1172" actId="1076"/>
          <ac:graphicFrameMkLst>
            <pc:docMk/>
            <pc:sldMk cId="121758492" sldId="262"/>
            <ac:graphicFrameMk id="4" creationId="{6B681BBC-369F-C24E-BC36-8F81E39262A4}"/>
          </ac:graphicFrameMkLst>
        </pc:graphicFrameChg>
      </pc:sldChg>
      <pc:sldChg chg="modSp mod">
        <pc:chgData name="Rebecca Mazzarol" userId="1cc2e906-c025-4a66-8940-0256b00ab53c" providerId="ADAL" clId="{D120F8E5-54A7-5593-A4B0-C4D7B65FE459}" dt="2026-03-10T11:10:14.461" v="577" actId="1076"/>
        <pc:sldMkLst>
          <pc:docMk/>
          <pc:sldMk cId="1407142085" sldId="263"/>
        </pc:sldMkLst>
        <pc:spChg chg="mod">
          <ac:chgData name="Rebecca Mazzarol" userId="1cc2e906-c025-4a66-8940-0256b00ab53c" providerId="ADAL" clId="{D120F8E5-54A7-5593-A4B0-C4D7B65FE459}" dt="2026-03-10T11:10:14.461" v="577" actId="1076"/>
          <ac:spMkLst>
            <pc:docMk/>
            <pc:sldMk cId="1407142085" sldId="263"/>
            <ac:spMk id="2" creationId="{4C7130DB-2B80-64CD-AF23-DFB365EADD1D}"/>
          </ac:spMkLst>
        </pc:spChg>
        <pc:spChg chg="mod">
          <ac:chgData name="Rebecca Mazzarol" userId="1cc2e906-c025-4a66-8940-0256b00ab53c" providerId="ADAL" clId="{D120F8E5-54A7-5593-A4B0-C4D7B65FE459}" dt="2026-03-10T11:08:20.726" v="563" actId="123"/>
          <ac:spMkLst>
            <pc:docMk/>
            <pc:sldMk cId="1407142085" sldId="263"/>
            <ac:spMk id="4" creationId="{3B258F34-49A4-1718-E917-907FC363020F}"/>
          </ac:spMkLst>
        </pc:spChg>
      </pc:sldChg>
      <pc:sldChg chg="addSp modSp mod setBg">
        <pc:chgData name="Rebecca Mazzarol" userId="1cc2e906-c025-4a66-8940-0256b00ab53c" providerId="ADAL" clId="{D120F8E5-54A7-5593-A4B0-C4D7B65FE459}" dt="2026-03-10T14:09:32.636" v="1180" actId="1076"/>
        <pc:sldMkLst>
          <pc:docMk/>
          <pc:sldMk cId="766381129" sldId="266"/>
        </pc:sldMkLst>
        <pc:spChg chg="mod">
          <ac:chgData name="Rebecca Mazzarol" userId="1cc2e906-c025-4a66-8940-0256b00ab53c" providerId="ADAL" clId="{D120F8E5-54A7-5593-A4B0-C4D7B65FE459}" dt="2026-03-10T14:09:29.022" v="1179" actId="1076"/>
          <ac:spMkLst>
            <pc:docMk/>
            <pc:sldMk cId="766381129" sldId="266"/>
            <ac:spMk id="2" creationId="{CC9FDC01-0797-7BF9-CA8A-7BA6F7443730}"/>
          </ac:spMkLst>
        </pc:spChg>
        <pc:spChg chg="mod">
          <ac:chgData name="Rebecca Mazzarol" userId="1cc2e906-c025-4a66-8940-0256b00ab53c" providerId="ADAL" clId="{D120F8E5-54A7-5593-A4B0-C4D7B65FE459}" dt="2026-03-10T14:09:32.636" v="1180" actId="1076"/>
          <ac:spMkLst>
            <pc:docMk/>
            <pc:sldMk cId="766381129" sldId="266"/>
            <ac:spMk id="3" creationId="{BDB48D9C-C132-39D7-E3DE-D190A798AFCE}"/>
          </ac:spMkLst>
        </pc:spChg>
        <pc:spChg chg="add">
          <ac:chgData name="Rebecca Mazzarol" userId="1cc2e906-c025-4a66-8940-0256b00ab53c" providerId="ADAL" clId="{D120F8E5-54A7-5593-A4B0-C4D7B65FE459}" dt="2026-03-09T22:09:00.369" v="483" actId="26606"/>
          <ac:spMkLst>
            <pc:docMk/>
            <pc:sldMk cId="766381129" sldId="266"/>
            <ac:spMk id="8" creationId="{1B15ED52-F352-441B-82BF-E0EA34836D08}"/>
          </ac:spMkLst>
        </pc:spChg>
        <pc:spChg chg="add">
          <ac:chgData name="Rebecca Mazzarol" userId="1cc2e906-c025-4a66-8940-0256b00ab53c" providerId="ADAL" clId="{D120F8E5-54A7-5593-A4B0-C4D7B65FE459}" dt="2026-03-09T22:09:00.369" v="483" actId="26606"/>
          <ac:spMkLst>
            <pc:docMk/>
            <pc:sldMk cId="766381129" sldId="266"/>
            <ac:spMk id="10" creationId="{3B2E3793-BFE6-45A2-9B7B-E18844431C99}"/>
          </ac:spMkLst>
        </pc:spChg>
        <pc:spChg chg="add">
          <ac:chgData name="Rebecca Mazzarol" userId="1cc2e906-c025-4a66-8940-0256b00ab53c" providerId="ADAL" clId="{D120F8E5-54A7-5593-A4B0-C4D7B65FE459}" dt="2026-03-09T22:09:00.369" v="483" actId="26606"/>
          <ac:spMkLst>
            <pc:docMk/>
            <pc:sldMk cId="766381129" sldId="266"/>
            <ac:spMk id="12" creationId="{BC4C4868-CB8F-4AF9-9CDB-8108F2C19B67}"/>
          </ac:spMkLst>
        </pc:spChg>
        <pc:spChg chg="add">
          <ac:chgData name="Rebecca Mazzarol" userId="1cc2e906-c025-4a66-8940-0256b00ab53c" providerId="ADAL" clId="{D120F8E5-54A7-5593-A4B0-C4D7B65FE459}" dt="2026-03-09T22:09:00.369" v="483" actId="26606"/>
          <ac:spMkLst>
            <pc:docMk/>
            <pc:sldMk cId="766381129" sldId="266"/>
            <ac:spMk id="14" creationId="{375E0459-6403-40CD-989D-56A4407CA12E}"/>
          </ac:spMkLst>
        </pc:spChg>
        <pc:spChg chg="add">
          <ac:chgData name="Rebecca Mazzarol" userId="1cc2e906-c025-4a66-8940-0256b00ab53c" providerId="ADAL" clId="{D120F8E5-54A7-5593-A4B0-C4D7B65FE459}" dt="2026-03-09T22:09:00.369" v="483" actId="26606"/>
          <ac:spMkLst>
            <pc:docMk/>
            <pc:sldMk cId="766381129" sldId="266"/>
            <ac:spMk id="16" creationId="{53E5B1A8-3AC9-4BD1-9BBC-78CA94F2D1BA}"/>
          </ac:spMkLst>
        </pc:spChg>
      </pc:sldChg>
      <pc:sldChg chg="modSp">
        <pc:chgData name="Rebecca Mazzarol" userId="1cc2e906-c025-4a66-8940-0256b00ab53c" providerId="ADAL" clId="{D120F8E5-54A7-5593-A4B0-C4D7B65FE459}" dt="2026-03-09T21:54:52.589" v="380" actId="123"/>
        <pc:sldMkLst>
          <pc:docMk/>
          <pc:sldMk cId="3365558774" sldId="269"/>
        </pc:sldMkLst>
        <pc:graphicFrameChg chg="mod">
          <ac:chgData name="Rebecca Mazzarol" userId="1cc2e906-c025-4a66-8940-0256b00ab53c" providerId="ADAL" clId="{D120F8E5-54A7-5593-A4B0-C4D7B65FE459}" dt="2026-03-09T21:54:52.589" v="380" actId="123"/>
          <ac:graphicFrameMkLst>
            <pc:docMk/>
            <pc:sldMk cId="3365558774" sldId="269"/>
            <ac:graphicFrameMk id="24" creationId="{7EC4DBD9-3CAE-F62F-8F3A-1CDAB6DC2596}"/>
          </ac:graphicFrameMkLst>
        </pc:graphicFrameChg>
      </pc:sldChg>
      <pc:sldChg chg="modSp mod">
        <pc:chgData name="Rebecca Mazzarol" userId="1cc2e906-c025-4a66-8940-0256b00ab53c" providerId="ADAL" clId="{D120F8E5-54A7-5593-A4B0-C4D7B65FE459}" dt="2026-03-09T21:09:04.634" v="172" actId="27636"/>
        <pc:sldMkLst>
          <pc:docMk/>
          <pc:sldMk cId="2506082688" sldId="270"/>
        </pc:sldMkLst>
        <pc:spChg chg="mod">
          <ac:chgData name="Rebecca Mazzarol" userId="1cc2e906-c025-4a66-8940-0256b00ab53c" providerId="ADAL" clId="{D120F8E5-54A7-5593-A4B0-C4D7B65FE459}" dt="2026-03-09T21:09:04.634" v="172" actId="27636"/>
          <ac:spMkLst>
            <pc:docMk/>
            <pc:sldMk cId="2506082688" sldId="270"/>
            <ac:spMk id="3" creationId="{3335B794-C1D0-0D65-41E6-C095253B32D6}"/>
          </ac:spMkLst>
        </pc:spChg>
      </pc:sldChg>
      <pc:sldChg chg="modSp mod">
        <pc:chgData name="Rebecca Mazzarol" userId="1cc2e906-c025-4a66-8940-0256b00ab53c" providerId="ADAL" clId="{D120F8E5-54A7-5593-A4B0-C4D7B65FE459}" dt="2026-03-09T21:09:45.967" v="176" actId="1076"/>
        <pc:sldMkLst>
          <pc:docMk/>
          <pc:sldMk cId="2219646340" sldId="271"/>
        </pc:sldMkLst>
        <pc:spChg chg="mod">
          <ac:chgData name="Rebecca Mazzarol" userId="1cc2e906-c025-4a66-8940-0256b00ab53c" providerId="ADAL" clId="{D120F8E5-54A7-5593-A4B0-C4D7B65FE459}" dt="2026-03-09T21:09:45.967" v="176" actId="1076"/>
          <ac:spMkLst>
            <pc:docMk/>
            <pc:sldMk cId="2219646340" sldId="271"/>
            <ac:spMk id="2" creationId="{BA492406-8ED2-8BCF-1531-D1C207026B9D}"/>
          </ac:spMkLst>
        </pc:spChg>
      </pc:sldChg>
      <pc:sldChg chg="addSp modSp mod setBg">
        <pc:chgData name="Rebecca Mazzarol" userId="1cc2e906-c025-4a66-8940-0256b00ab53c" providerId="ADAL" clId="{D120F8E5-54A7-5593-A4B0-C4D7B65FE459}" dt="2026-03-10T11:12:07.893" v="590" actId="108"/>
        <pc:sldMkLst>
          <pc:docMk/>
          <pc:sldMk cId="1609652814" sldId="274"/>
        </pc:sldMkLst>
        <pc:spChg chg="mod">
          <ac:chgData name="Rebecca Mazzarol" userId="1cc2e906-c025-4a66-8940-0256b00ab53c" providerId="ADAL" clId="{D120F8E5-54A7-5593-A4B0-C4D7B65FE459}" dt="2026-03-10T11:12:07.893" v="590" actId="108"/>
          <ac:spMkLst>
            <pc:docMk/>
            <pc:sldMk cId="1609652814" sldId="274"/>
            <ac:spMk id="2" creationId="{4B49FDE0-7C0F-6749-306B-0D5A058A2B31}"/>
          </ac:spMkLst>
        </pc:spChg>
        <pc:spChg chg="mod">
          <ac:chgData name="Rebecca Mazzarol" userId="1cc2e906-c025-4a66-8940-0256b00ab53c" providerId="ADAL" clId="{D120F8E5-54A7-5593-A4B0-C4D7B65FE459}" dt="2026-03-10T11:11:55.451" v="589" actId="948"/>
          <ac:spMkLst>
            <pc:docMk/>
            <pc:sldMk cId="1609652814" sldId="274"/>
            <ac:spMk id="3" creationId="{39CE73B2-9326-3491-F06E-5ED2A465B563}"/>
          </ac:spMkLst>
        </pc:spChg>
        <pc:spChg chg="add">
          <ac:chgData name="Rebecca Mazzarol" userId="1cc2e906-c025-4a66-8940-0256b00ab53c" providerId="ADAL" clId="{D120F8E5-54A7-5593-A4B0-C4D7B65FE459}" dt="2026-03-09T21:07:32.253" v="142" actId="26606"/>
          <ac:spMkLst>
            <pc:docMk/>
            <pc:sldMk cId="1609652814" sldId="274"/>
            <ac:spMk id="8" creationId="{09588DA8-065E-4F6F-8EFD-43104AB2E0CF}"/>
          </ac:spMkLst>
        </pc:spChg>
        <pc:spChg chg="add">
          <ac:chgData name="Rebecca Mazzarol" userId="1cc2e906-c025-4a66-8940-0256b00ab53c" providerId="ADAL" clId="{D120F8E5-54A7-5593-A4B0-C4D7B65FE459}" dt="2026-03-09T21:07:32.253" v="142" actId="26606"/>
          <ac:spMkLst>
            <pc:docMk/>
            <pc:sldMk cId="1609652814" sldId="274"/>
            <ac:spMk id="10" creationId="{C4285719-470E-454C-AF62-8323075F1F5B}"/>
          </ac:spMkLst>
        </pc:spChg>
        <pc:spChg chg="add">
          <ac:chgData name="Rebecca Mazzarol" userId="1cc2e906-c025-4a66-8940-0256b00ab53c" providerId="ADAL" clId="{D120F8E5-54A7-5593-A4B0-C4D7B65FE459}" dt="2026-03-09T21:07:32.253" v="142" actId="26606"/>
          <ac:spMkLst>
            <pc:docMk/>
            <pc:sldMk cId="1609652814" sldId="274"/>
            <ac:spMk id="12" creationId="{CD9FE4EF-C4D8-49A0-B2FF-81D8DB7D8A24}"/>
          </ac:spMkLst>
        </pc:spChg>
        <pc:spChg chg="add">
          <ac:chgData name="Rebecca Mazzarol" userId="1cc2e906-c025-4a66-8940-0256b00ab53c" providerId="ADAL" clId="{D120F8E5-54A7-5593-A4B0-C4D7B65FE459}" dt="2026-03-09T21:07:32.253" v="142" actId="26606"/>
          <ac:spMkLst>
            <pc:docMk/>
            <pc:sldMk cId="1609652814" sldId="274"/>
            <ac:spMk id="14" creationId="{4300840D-0A0B-4512-BACA-B439D5B9C57C}"/>
          </ac:spMkLst>
        </pc:spChg>
        <pc:spChg chg="add">
          <ac:chgData name="Rebecca Mazzarol" userId="1cc2e906-c025-4a66-8940-0256b00ab53c" providerId="ADAL" clId="{D120F8E5-54A7-5593-A4B0-C4D7B65FE459}" dt="2026-03-09T21:07:32.253" v="142" actId="26606"/>
          <ac:spMkLst>
            <pc:docMk/>
            <pc:sldMk cId="1609652814" sldId="274"/>
            <ac:spMk id="16" creationId="{D2B78728-A580-49A7-84F9-6EF6F583ADE0}"/>
          </ac:spMkLst>
        </pc:spChg>
        <pc:spChg chg="add">
          <ac:chgData name="Rebecca Mazzarol" userId="1cc2e906-c025-4a66-8940-0256b00ab53c" providerId="ADAL" clId="{D120F8E5-54A7-5593-A4B0-C4D7B65FE459}" dt="2026-03-09T21:07:32.253" v="142" actId="26606"/>
          <ac:spMkLst>
            <pc:docMk/>
            <pc:sldMk cId="1609652814" sldId="274"/>
            <ac:spMk id="18" creationId="{38FAA1A1-D861-433F-88FA-1E9D6FD31D11}"/>
          </ac:spMkLst>
        </pc:spChg>
        <pc:spChg chg="add">
          <ac:chgData name="Rebecca Mazzarol" userId="1cc2e906-c025-4a66-8940-0256b00ab53c" providerId="ADAL" clId="{D120F8E5-54A7-5593-A4B0-C4D7B65FE459}" dt="2026-03-09T21:07:32.253" v="142" actId="26606"/>
          <ac:spMkLst>
            <pc:docMk/>
            <pc:sldMk cId="1609652814" sldId="274"/>
            <ac:spMk id="20" creationId="{8D71EDA1-87BF-4D5D-AB79-F346FD19278A}"/>
          </ac:spMkLst>
        </pc:spChg>
      </pc:sldChg>
      <pc:sldChg chg="addSp delSp modSp new mod ord setBg">
        <pc:chgData name="Rebecca Mazzarol" userId="1cc2e906-c025-4a66-8940-0256b00ab53c" providerId="ADAL" clId="{D120F8E5-54A7-5593-A4B0-C4D7B65FE459}" dt="2026-03-10T14:06:20.538" v="1148" actId="1076"/>
        <pc:sldMkLst>
          <pc:docMk/>
          <pc:sldMk cId="787326658" sldId="275"/>
        </pc:sldMkLst>
        <pc:spChg chg="del">
          <ac:chgData name="Rebecca Mazzarol" userId="1cc2e906-c025-4a66-8940-0256b00ab53c" providerId="ADAL" clId="{D120F8E5-54A7-5593-A4B0-C4D7B65FE459}" dt="2026-03-09T21:32:41.879" v="223" actId="21"/>
          <ac:spMkLst>
            <pc:docMk/>
            <pc:sldMk cId="787326658" sldId="275"/>
            <ac:spMk id="2" creationId="{BC5989FD-F3C9-F69D-1EDA-C5E57E8C0B9A}"/>
          </ac:spMkLst>
        </pc:spChg>
        <pc:spChg chg="del">
          <ac:chgData name="Rebecca Mazzarol" userId="1cc2e906-c025-4a66-8940-0256b00ab53c" providerId="ADAL" clId="{D120F8E5-54A7-5593-A4B0-C4D7B65FE459}" dt="2026-03-09T21:30:59.915" v="217"/>
          <ac:spMkLst>
            <pc:docMk/>
            <pc:sldMk cId="787326658" sldId="275"/>
            <ac:spMk id="3" creationId="{45840611-048C-6F81-20D3-6D4DCF7BE608}"/>
          </ac:spMkLst>
        </pc:spChg>
        <pc:spChg chg="add del mod">
          <ac:chgData name="Rebecca Mazzarol" userId="1cc2e906-c025-4a66-8940-0256b00ab53c" providerId="ADAL" clId="{D120F8E5-54A7-5593-A4B0-C4D7B65FE459}" dt="2026-03-09T21:35:54.003" v="264"/>
          <ac:spMkLst>
            <pc:docMk/>
            <pc:sldMk cId="787326658" sldId="275"/>
            <ac:spMk id="4" creationId="{537397FC-6589-E403-4460-0D3BDC2809FF}"/>
          </ac:spMkLst>
        </pc:spChg>
        <pc:spChg chg="add mod">
          <ac:chgData name="Rebecca Mazzarol" userId="1cc2e906-c025-4a66-8940-0256b00ab53c" providerId="ADAL" clId="{D120F8E5-54A7-5593-A4B0-C4D7B65FE459}" dt="2026-03-10T11:10:53.760" v="583" actId="1076"/>
          <ac:spMkLst>
            <pc:docMk/>
            <pc:sldMk cId="787326658" sldId="275"/>
            <ac:spMk id="5" creationId="{E736E872-0421-C3F4-B539-135D94029A64}"/>
          </ac:spMkLst>
        </pc:spChg>
        <pc:spChg chg="add">
          <ac:chgData name="Rebecca Mazzarol" userId="1cc2e906-c025-4a66-8940-0256b00ab53c" providerId="ADAL" clId="{D120F8E5-54A7-5593-A4B0-C4D7B65FE459}" dt="2026-03-09T21:35:36.763" v="261"/>
          <ac:spMkLst>
            <pc:docMk/>
            <pc:sldMk cId="787326658" sldId="275"/>
            <ac:spMk id="6" creationId="{AB6AF591-44AB-E790-0559-2EAE88095E36}"/>
          </ac:spMkLst>
        </pc:spChg>
        <pc:spChg chg="add">
          <ac:chgData name="Rebecca Mazzarol" userId="1cc2e906-c025-4a66-8940-0256b00ab53c" providerId="ADAL" clId="{D120F8E5-54A7-5593-A4B0-C4D7B65FE459}" dt="2026-03-09T21:35:43.176" v="262"/>
          <ac:spMkLst>
            <pc:docMk/>
            <pc:sldMk cId="787326658" sldId="275"/>
            <ac:spMk id="7" creationId="{B55A707B-AADB-5A10-C7BB-A9E40E94F295}"/>
          </ac:spMkLst>
        </pc:spChg>
        <pc:spChg chg="add del mod">
          <ac:chgData name="Rebecca Mazzarol" userId="1cc2e906-c025-4a66-8940-0256b00ab53c" providerId="ADAL" clId="{D120F8E5-54A7-5593-A4B0-C4D7B65FE459}" dt="2026-03-09T21:37:08.235" v="277" actId="26606"/>
          <ac:spMkLst>
            <pc:docMk/>
            <pc:sldMk cId="787326658" sldId="275"/>
            <ac:spMk id="8" creationId="{9E96FB61-2748-11A7-B08A-F5D1641E8A05}"/>
          </ac:spMkLst>
        </pc:spChg>
        <pc:spChg chg="add del">
          <ac:chgData name="Rebecca Mazzarol" userId="1cc2e906-c025-4a66-8940-0256b00ab53c" providerId="ADAL" clId="{D120F8E5-54A7-5593-A4B0-C4D7B65FE459}" dt="2026-03-09T21:37:08.222" v="276" actId="26606"/>
          <ac:spMkLst>
            <pc:docMk/>
            <pc:sldMk cId="787326658" sldId="275"/>
            <ac:spMk id="13" creationId="{70DFC902-7D23-471A-B557-B6B6917D7A0D}"/>
          </ac:spMkLst>
        </pc:spChg>
        <pc:spChg chg="add">
          <ac:chgData name="Rebecca Mazzarol" userId="1cc2e906-c025-4a66-8940-0256b00ab53c" providerId="ADAL" clId="{D120F8E5-54A7-5593-A4B0-C4D7B65FE459}" dt="2026-03-09T21:37:08.235" v="277" actId="26606"/>
          <ac:spMkLst>
            <pc:docMk/>
            <pc:sldMk cId="787326658" sldId="275"/>
            <ac:spMk id="14" creationId="{BACC6370-2D7E-4714-9D71-7542949D7D5D}"/>
          </ac:spMkLst>
        </pc:spChg>
        <pc:spChg chg="add del">
          <ac:chgData name="Rebecca Mazzarol" userId="1cc2e906-c025-4a66-8940-0256b00ab53c" providerId="ADAL" clId="{D120F8E5-54A7-5593-A4B0-C4D7B65FE459}" dt="2026-03-09T21:37:08.222" v="276" actId="26606"/>
          <ac:spMkLst>
            <pc:docMk/>
            <pc:sldMk cId="787326658" sldId="275"/>
            <ac:spMk id="15" creationId="{A55D5633-D557-4DCA-982C-FF36EB7A1C00}"/>
          </ac:spMkLst>
        </pc:spChg>
        <pc:spChg chg="add">
          <ac:chgData name="Rebecca Mazzarol" userId="1cc2e906-c025-4a66-8940-0256b00ab53c" providerId="ADAL" clId="{D120F8E5-54A7-5593-A4B0-C4D7B65FE459}" dt="2026-03-09T21:37:08.235" v="277" actId="26606"/>
          <ac:spMkLst>
            <pc:docMk/>
            <pc:sldMk cId="787326658" sldId="275"/>
            <ac:spMk id="16" creationId="{F68B3F68-107C-434F-AA38-110D5EA91B85}"/>
          </ac:spMkLst>
        </pc:spChg>
        <pc:spChg chg="add del">
          <ac:chgData name="Rebecca Mazzarol" userId="1cc2e906-c025-4a66-8940-0256b00ab53c" providerId="ADAL" clId="{D120F8E5-54A7-5593-A4B0-C4D7B65FE459}" dt="2026-03-09T21:37:08.222" v="276" actId="26606"/>
          <ac:spMkLst>
            <pc:docMk/>
            <pc:sldMk cId="787326658" sldId="275"/>
            <ac:spMk id="17" creationId="{450D3AD2-FA80-415F-A9CE-54D884561CD7}"/>
          </ac:spMkLst>
        </pc:spChg>
        <pc:spChg chg="add">
          <ac:chgData name="Rebecca Mazzarol" userId="1cc2e906-c025-4a66-8940-0256b00ab53c" providerId="ADAL" clId="{D120F8E5-54A7-5593-A4B0-C4D7B65FE459}" dt="2026-03-09T21:37:08.235" v="277" actId="26606"/>
          <ac:spMkLst>
            <pc:docMk/>
            <pc:sldMk cId="787326658" sldId="275"/>
            <ac:spMk id="18" creationId="{AAD0DBB9-1A4B-4391-81D4-CB19F9AB918A}"/>
          </ac:spMkLst>
        </pc:spChg>
        <pc:spChg chg="add">
          <ac:chgData name="Rebecca Mazzarol" userId="1cc2e906-c025-4a66-8940-0256b00ab53c" providerId="ADAL" clId="{D120F8E5-54A7-5593-A4B0-C4D7B65FE459}" dt="2026-03-09T21:37:08.235" v="277" actId="26606"/>
          <ac:spMkLst>
            <pc:docMk/>
            <pc:sldMk cId="787326658" sldId="275"/>
            <ac:spMk id="20" creationId="{063BBA22-50EA-4C4D-BE05-F1CE4E63AA56}"/>
          </ac:spMkLst>
        </pc:spChg>
        <pc:graphicFrameChg chg="mod">
          <ac:chgData name="Rebecca Mazzarol" userId="1cc2e906-c025-4a66-8940-0256b00ab53c" providerId="ADAL" clId="{D120F8E5-54A7-5593-A4B0-C4D7B65FE459}" dt="2026-03-10T14:01:00.672" v="1030" actId="14100"/>
          <ac:graphicFrameMkLst>
            <pc:docMk/>
            <pc:sldMk cId="787326658" sldId="275"/>
            <ac:graphicFrameMk id="4" creationId="{3C9742A3-F1C5-4D50-8500-4DA228849F11}"/>
          </ac:graphicFrameMkLst>
        </pc:graphicFrameChg>
        <pc:graphicFrameChg chg="mod modGraphic">
          <ac:chgData name="Rebecca Mazzarol" userId="1cc2e906-c025-4a66-8940-0256b00ab53c" providerId="ADAL" clId="{D120F8E5-54A7-5593-A4B0-C4D7B65FE459}" dt="2026-03-10T14:06:01.106" v="1146"/>
          <ac:graphicFrameMkLst>
            <pc:docMk/>
            <pc:sldMk cId="787326658" sldId="275"/>
            <ac:graphicFrameMk id="7" creationId="{3074C021-16CE-24CE-68CA-CAEB82EC77F4}"/>
          </ac:graphicFrameMkLst>
        </pc:graphicFrameChg>
        <pc:graphicFrameChg chg="add mod modGraphic">
          <ac:chgData name="Rebecca Mazzarol" userId="1cc2e906-c025-4a66-8940-0256b00ab53c" providerId="ADAL" clId="{D120F8E5-54A7-5593-A4B0-C4D7B65FE459}" dt="2026-03-09T22:11:01.681" v="500" actId="20577"/>
          <ac:graphicFrameMkLst>
            <pc:docMk/>
            <pc:sldMk cId="787326658" sldId="275"/>
            <ac:graphicFrameMk id="10" creationId="{52219232-9149-3310-C582-A3C53CD5F1B6}"/>
          </ac:graphicFrameMkLst>
        </pc:graphicFrameChg>
        <pc:cxnChg chg="add">
          <ac:chgData name="Rebecca Mazzarol" userId="1cc2e906-c025-4a66-8940-0256b00ab53c" providerId="ADAL" clId="{D120F8E5-54A7-5593-A4B0-C4D7B65FE459}" dt="2026-03-10T14:05:09.817" v="1142" actId="11529"/>
          <ac:cxnSpMkLst>
            <pc:docMk/>
            <pc:sldMk cId="787326658" sldId="275"/>
            <ac:cxnSpMk id="3" creationId="{1A33E9FB-BDF3-4E25-403F-1C694C0C695A}"/>
          </ac:cxnSpMkLst>
        </pc:cxnChg>
        <pc:cxnChg chg="add">
          <ac:chgData name="Rebecca Mazzarol" userId="1cc2e906-c025-4a66-8940-0256b00ab53c" providerId="ADAL" clId="{D120F8E5-54A7-5593-A4B0-C4D7B65FE459}" dt="2026-03-10T14:05:22.928" v="1143" actId="11529"/>
          <ac:cxnSpMkLst>
            <pc:docMk/>
            <pc:sldMk cId="787326658" sldId="275"/>
            <ac:cxnSpMk id="8" creationId="{0F27F661-7192-5663-5E80-EB2D15C90073}"/>
          </ac:cxnSpMkLst>
        </pc:cxnChg>
        <pc:cxnChg chg="add mod">
          <ac:chgData name="Rebecca Mazzarol" userId="1cc2e906-c025-4a66-8940-0256b00ab53c" providerId="ADAL" clId="{D120F8E5-54A7-5593-A4B0-C4D7B65FE459}" dt="2026-03-10T14:06:20.538" v="1148" actId="1076"/>
          <ac:cxnSpMkLst>
            <pc:docMk/>
            <pc:sldMk cId="787326658" sldId="275"/>
            <ac:cxnSpMk id="11" creationId="{62DC3796-F4C9-61F1-C623-7008722E9642}"/>
          </ac:cxnSpMkLst>
        </pc:cxnChg>
        <pc:cxnChg chg="add mod">
          <ac:chgData name="Rebecca Mazzarol" userId="1cc2e906-c025-4a66-8940-0256b00ab53c" providerId="ADAL" clId="{D120F8E5-54A7-5593-A4B0-C4D7B65FE459}" dt="2026-03-10T14:05:44.676" v="1145" actId="11529"/>
          <ac:cxnSpMkLst>
            <pc:docMk/>
            <pc:sldMk cId="787326658" sldId="275"/>
            <ac:cxnSpMk id="13" creationId="{6237008E-DE2D-16B5-8548-C0A3EC09F5B7}"/>
          </ac:cxnSpMkLst>
        </pc:cxnChg>
      </pc:sldChg>
      <pc:sldChg chg="addSp delSp modSp new del mod">
        <pc:chgData name="Rebecca Mazzarol" userId="1cc2e906-c025-4a66-8940-0256b00ab53c" providerId="ADAL" clId="{D120F8E5-54A7-5593-A4B0-C4D7B65FE459}" dt="2026-03-09T21:47:36.207" v="338" actId="2696"/>
        <pc:sldMkLst>
          <pc:docMk/>
          <pc:sldMk cId="2001578363" sldId="276"/>
        </pc:sldMkLst>
        <pc:spChg chg="del">
          <ac:chgData name="Rebecca Mazzarol" userId="1cc2e906-c025-4a66-8940-0256b00ab53c" providerId="ADAL" clId="{D120F8E5-54A7-5593-A4B0-C4D7B65FE459}" dt="2026-03-09T21:45:07.938" v="329" actId="21"/>
          <ac:spMkLst>
            <pc:docMk/>
            <pc:sldMk cId="2001578363" sldId="276"/>
            <ac:spMk id="2" creationId="{F2980614-394D-BAB8-1695-C33F7684C94F}"/>
          </ac:spMkLst>
        </pc:spChg>
        <pc:spChg chg="del">
          <ac:chgData name="Rebecca Mazzarol" userId="1cc2e906-c025-4a66-8940-0256b00ab53c" providerId="ADAL" clId="{D120F8E5-54A7-5593-A4B0-C4D7B65FE459}" dt="2026-03-09T21:32:11.151" v="221"/>
          <ac:spMkLst>
            <pc:docMk/>
            <pc:sldMk cId="2001578363" sldId="276"/>
            <ac:spMk id="3" creationId="{4975ACCA-711F-7402-6AF6-CCE3D27CD956}"/>
          </ac:spMkLst>
        </pc:spChg>
        <pc:spChg chg="add del mod">
          <ac:chgData name="Rebecca Mazzarol" userId="1cc2e906-c025-4a66-8940-0256b00ab53c" providerId="ADAL" clId="{D120F8E5-54A7-5593-A4B0-C4D7B65FE459}" dt="2026-03-09T21:46:29.596" v="333"/>
          <ac:spMkLst>
            <pc:docMk/>
            <pc:sldMk cId="2001578363" sldId="276"/>
            <ac:spMk id="4" creationId="{54FB9E8E-A9F7-B1E2-B269-746969ADF521}"/>
          </ac:spMkLst>
        </pc:spChg>
        <pc:spChg chg="add mod">
          <ac:chgData name="Rebecca Mazzarol" userId="1cc2e906-c025-4a66-8940-0256b00ab53c" providerId="ADAL" clId="{D120F8E5-54A7-5593-A4B0-C4D7B65FE459}" dt="2026-03-09T21:46:34.288" v="334" actId="14100"/>
          <ac:spMkLst>
            <pc:docMk/>
            <pc:sldMk cId="2001578363" sldId="276"/>
            <ac:spMk id="5" creationId="{8B114DB4-2DAF-BBF0-4C76-573355E865A3}"/>
          </ac:spMkLst>
        </pc:spChg>
      </pc:sldChg>
      <pc:sldChg chg="addSp modSp mod">
        <pc:chgData name="Rebecca Mazzarol" userId="1cc2e906-c025-4a66-8940-0256b00ab53c" providerId="ADAL" clId="{D120F8E5-54A7-5593-A4B0-C4D7B65FE459}" dt="2026-03-10T15:28:13.464" v="1338"/>
        <pc:sldMkLst>
          <pc:docMk/>
          <pc:sldMk cId="1373813625" sldId="278"/>
        </pc:sldMkLst>
        <pc:spChg chg="mod">
          <ac:chgData name="Rebecca Mazzarol" userId="1cc2e906-c025-4a66-8940-0256b00ab53c" providerId="ADAL" clId="{D120F8E5-54A7-5593-A4B0-C4D7B65FE459}" dt="2026-03-10T13:26:35.653" v="787" actId="207"/>
          <ac:spMkLst>
            <pc:docMk/>
            <pc:sldMk cId="1373813625" sldId="278"/>
            <ac:spMk id="2" creationId="{C0741DA8-BA7A-06B5-CF5B-E44CEED026F8}"/>
          </ac:spMkLst>
        </pc:spChg>
        <pc:spChg chg="add mod">
          <ac:chgData name="Rebecca Mazzarol" userId="1cc2e906-c025-4a66-8940-0256b00ab53c" providerId="ADAL" clId="{D120F8E5-54A7-5593-A4B0-C4D7B65FE459}" dt="2026-03-10T15:24:06.890" v="1326" actId="1076"/>
          <ac:spMkLst>
            <pc:docMk/>
            <pc:sldMk cId="1373813625" sldId="278"/>
            <ac:spMk id="3" creationId="{B3F03382-80E6-26AD-8590-23DD5D9AD91E}"/>
          </ac:spMkLst>
        </pc:spChg>
        <pc:spChg chg="add">
          <ac:chgData name="Rebecca Mazzarol" userId="1cc2e906-c025-4a66-8940-0256b00ab53c" providerId="ADAL" clId="{D120F8E5-54A7-5593-A4B0-C4D7B65FE459}" dt="2026-03-10T15:24:11.045" v="1327"/>
          <ac:spMkLst>
            <pc:docMk/>
            <pc:sldMk cId="1373813625" sldId="278"/>
            <ac:spMk id="4" creationId="{1892D143-BF6D-74DB-C293-9C70D432A947}"/>
          </ac:spMkLst>
        </pc:spChg>
        <pc:spChg chg="add">
          <ac:chgData name="Rebecca Mazzarol" userId="1cc2e906-c025-4a66-8940-0256b00ab53c" providerId="ADAL" clId="{D120F8E5-54A7-5593-A4B0-C4D7B65FE459}" dt="2026-03-10T15:25:04.897" v="1328"/>
          <ac:spMkLst>
            <pc:docMk/>
            <pc:sldMk cId="1373813625" sldId="278"/>
            <ac:spMk id="5" creationId="{03061FAF-D80A-6DCC-BCF1-C9F7413DE608}"/>
          </ac:spMkLst>
        </pc:spChg>
        <pc:spChg chg="mod">
          <ac:chgData name="Rebecca Mazzarol" userId="1cc2e906-c025-4a66-8940-0256b00ab53c" providerId="ADAL" clId="{D120F8E5-54A7-5593-A4B0-C4D7B65FE459}" dt="2026-03-10T13:28:25.654" v="801" actId="14100"/>
          <ac:spMkLst>
            <pc:docMk/>
            <pc:sldMk cId="1373813625" sldId="278"/>
            <ac:spMk id="14" creationId="{98BCA6B1-C539-6BE4-8809-745A19CA8129}"/>
          </ac:spMkLst>
        </pc:spChg>
        <pc:spChg chg="mod">
          <ac:chgData name="Rebecca Mazzarol" userId="1cc2e906-c025-4a66-8940-0256b00ab53c" providerId="ADAL" clId="{D120F8E5-54A7-5593-A4B0-C4D7B65FE459}" dt="2026-03-10T14:23:16.883" v="1317" actId="1076"/>
          <ac:spMkLst>
            <pc:docMk/>
            <pc:sldMk cId="1373813625" sldId="278"/>
            <ac:spMk id="15" creationId="{B35D041B-F96A-0CF6-5394-590539F0A249}"/>
          </ac:spMkLst>
        </pc:spChg>
        <pc:spChg chg="mod">
          <ac:chgData name="Rebecca Mazzarol" userId="1cc2e906-c025-4a66-8940-0256b00ab53c" providerId="ADAL" clId="{D120F8E5-54A7-5593-A4B0-C4D7B65FE459}" dt="2026-03-10T13:27:59.838" v="799" actId="1076"/>
          <ac:spMkLst>
            <pc:docMk/>
            <pc:sldMk cId="1373813625" sldId="278"/>
            <ac:spMk id="16" creationId="{DF411E02-ED6B-CEF6-A767-C38D7198D066}"/>
          </ac:spMkLst>
        </pc:spChg>
        <pc:graphicFrameChg chg="mod modGraphic">
          <ac:chgData name="Rebecca Mazzarol" userId="1cc2e906-c025-4a66-8940-0256b00ab53c" providerId="ADAL" clId="{D120F8E5-54A7-5593-A4B0-C4D7B65FE459}" dt="2026-03-10T15:28:13.464" v="1338"/>
          <ac:graphicFrameMkLst>
            <pc:docMk/>
            <pc:sldMk cId="1373813625" sldId="278"/>
            <ac:graphicFrameMk id="11" creationId="{F2717282-8DA4-BC61-7B6B-8011E93F4DEE}"/>
          </ac:graphicFrameMkLst>
        </pc:graphicFrameChg>
      </pc:sldChg>
      <pc:sldChg chg="addSp delSp modSp mod">
        <pc:chgData name="Rebecca Mazzarol" userId="1cc2e906-c025-4a66-8940-0256b00ab53c" providerId="ADAL" clId="{D120F8E5-54A7-5593-A4B0-C4D7B65FE459}" dt="2026-03-10T14:45:47.238" v="1323" actId="1076"/>
        <pc:sldMkLst>
          <pc:docMk/>
          <pc:sldMk cId="2896601016" sldId="279"/>
        </pc:sldMkLst>
        <pc:spChg chg="mod">
          <ac:chgData name="Rebecca Mazzarol" userId="1cc2e906-c025-4a66-8940-0256b00ab53c" providerId="ADAL" clId="{D120F8E5-54A7-5593-A4B0-C4D7B65FE459}" dt="2026-03-10T14:12:35.901" v="1211" actId="207"/>
          <ac:spMkLst>
            <pc:docMk/>
            <pc:sldMk cId="2896601016" sldId="279"/>
            <ac:spMk id="5" creationId="{4BE2DCC0-3F62-1CE2-DEB1-3278B0CB9E6B}"/>
          </ac:spMkLst>
        </pc:spChg>
        <pc:spChg chg="mod">
          <ac:chgData name="Rebecca Mazzarol" userId="1cc2e906-c025-4a66-8940-0256b00ab53c" providerId="ADAL" clId="{D120F8E5-54A7-5593-A4B0-C4D7B65FE459}" dt="2026-03-10T14:12:41.649" v="1212" actId="207"/>
          <ac:spMkLst>
            <pc:docMk/>
            <pc:sldMk cId="2896601016" sldId="279"/>
            <ac:spMk id="6" creationId="{D160B44E-5DA3-1AE9-3D8C-986E521B643E}"/>
          </ac:spMkLst>
        </pc:spChg>
        <pc:spChg chg="mod">
          <ac:chgData name="Rebecca Mazzarol" userId="1cc2e906-c025-4a66-8940-0256b00ab53c" providerId="ADAL" clId="{D120F8E5-54A7-5593-A4B0-C4D7B65FE459}" dt="2026-03-10T14:13:08.388" v="1214" actId="207"/>
          <ac:spMkLst>
            <pc:docMk/>
            <pc:sldMk cId="2896601016" sldId="279"/>
            <ac:spMk id="7" creationId="{30B85779-4B99-D38E-49D1-F2958874E1DA}"/>
          </ac:spMkLst>
        </pc:spChg>
        <pc:spChg chg="mod">
          <ac:chgData name="Rebecca Mazzarol" userId="1cc2e906-c025-4a66-8940-0256b00ab53c" providerId="ADAL" clId="{D120F8E5-54A7-5593-A4B0-C4D7B65FE459}" dt="2026-03-10T14:13:48.966" v="1219" actId="207"/>
          <ac:spMkLst>
            <pc:docMk/>
            <pc:sldMk cId="2896601016" sldId="279"/>
            <ac:spMk id="8" creationId="{F6AE9796-2C9A-0DA1-6814-BA1A4EC77676}"/>
          </ac:spMkLst>
        </pc:spChg>
        <pc:spChg chg="mod">
          <ac:chgData name="Rebecca Mazzarol" userId="1cc2e906-c025-4a66-8940-0256b00ab53c" providerId="ADAL" clId="{D120F8E5-54A7-5593-A4B0-C4D7B65FE459}" dt="2026-03-10T14:45:41.674" v="1322" actId="1076"/>
          <ac:spMkLst>
            <pc:docMk/>
            <pc:sldMk cId="2896601016" sldId="279"/>
            <ac:spMk id="12" creationId="{AEBE369A-D4F5-9809-726C-1C6903C8994F}"/>
          </ac:spMkLst>
        </pc:spChg>
        <pc:spChg chg="add mod">
          <ac:chgData name="Rebecca Mazzarol" userId="1cc2e906-c025-4a66-8940-0256b00ab53c" providerId="ADAL" clId="{D120F8E5-54A7-5593-A4B0-C4D7B65FE459}" dt="2026-03-10T13:24:59.217" v="773" actId="767"/>
          <ac:spMkLst>
            <pc:docMk/>
            <pc:sldMk cId="2896601016" sldId="279"/>
            <ac:spMk id="14" creationId="{278E531C-A355-23C0-72E6-6FA2E82B688D}"/>
          </ac:spMkLst>
        </pc:spChg>
        <pc:spChg chg="add del mod">
          <ac:chgData name="Rebecca Mazzarol" userId="1cc2e906-c025-4a66-8940-0256b00ab53c" providerId="ADAL" clId="{D120F8E5-54A7-5593-A4B0-C4D7B65FE459}" dt="2026-03-10T14:15:04.472" v="1228" actId="11529"/>
          <ac:spMkLst>
            <pc:docMk/>
            <pc:sldMk cId="2896601016" sldId="279"/>
            <ac:spMk id="15" creationId="{4DC84A17-EF47-7A1A-D4C8-7392C8FE85AE}"/>
          </ac:spMkLst>
        </pc:spChg>
        <pc:spChg chg="add mod">
          <ac:chgData name="Rebecca Mazzarol" userId="1cc2e906-c025-4a66-8940-0256b00ab53c" providerId="ADAL" clId="{D120F8E5-54A7-5593-A4B0-C4D7B65FE459}" dt="2026-03-10T14:45:47.238" v="1323" actId="1076"/>
          <ac:spMkLst>
            <pc:docMk/>
            <pc:sldMk cId="2896601016" sldId="279"/>
            <ac:spMk id="16" creationId="{492E456C-B79D-3868-6170-DAF399822B5C}"/>
          </ac:spMkLst>
        </pc:spChg>
        <pc:graphicFrameChg chg="mod modGraphic">
          <ac:chgData name="Rebecca Mazzarol" userId="1cc2e906-c025-4a66-8940-0256b00ab53c" providerId="ADAL" clId="{D120F8E5-54A7-5593-A4B0-C4D7B65FE459}" dt="2026-03-10T14:13:59.068" v="1220" actId="207"/>
          <ac:graphicFrameMkLst>
            <pc:docMk/>
            <pc:sldMk cId="2896601016" sldId="279"/>
            <ac:graphicFrameMk id="4" creationId="{E521B392-3073-18EB-AF3E-51C663CC36F4}"/>
          </ac:graphicFrameMkLst>
        </pc:graphicFrameChg>
        <pc:graphicFrameChg chg="mod modGraphic">
          <ac:chgData name="Rebecca Mazzarol" userId="1cc2e906-c025-4a66-8940-0256b00ab53c" providerId="ADAL" clId="{D120F8E5-54A7-5593-A4B0-C4D7B65FE459}" dt="2026-03-10T14:22:11.647" v="1315" actId="207"/>
          <ac:graphicFrameMkLst>
            <pc:docMk/>
            <pc:sldMk cId="2896601016" sldId="279"/>
            <ac:graphicFrameMk id="11" creationId="{2B0803BE-042F-0933-6712-28C7A518395B}"/>
          </ac:graphicFrameMkLst>
        </pc:graphicFrameChg>
        <pc:cxnChg chg="add mod">
          <ac:chgData name="Rebecca Mazzarol" userId="1cc2e906-c025-4a66-8940-0256b00ab53c" providerId="ADAL" clId="{D120F8E5-54A7-5593-A4B0-C4D7B65FE459}" dt="2026-03-10T14:17:11.717" v="1252" actId="1076"/>
          <ac:cxnSpMkLst>
            <pc:docMk/>
            <pc:sldMk cId="2896601016" sldId="279"/>
            <ac:cxnSpMk id="3" creationId="{D06941FC-D887-358C-5170-24DF5330EFFF}"/>
          </ac:cxnSpMkLst>
        </pc:cxnChg>
        <pc:cxnChg chg="add mod">
          <ac:chgData name="Rebecca Mazzarol" userId="1cc2e906-c025-4a66-8940-0256b00ab53c" providerId="ADAL" clId="{D120F8E5-54A7-5593-A4B0-C4D7B65FE459}" dt="2026-03-10T14:20:35.416" v="1303" actId="1076"/>
          <ac:cxnSpMkLst>
            <pc:docMk/>
            <pc:sldMk cId="2896601016" sldId="279"/>
            <ac:cxnSpMk id="18" creationId="{42505C9E-275F-0423-3107-9A65F42ED33F}"/>
          </ac:cxnSpMkLst>
        </pc:cxnChg>
        <pc:cxnChg chg="add mod">
          <ac:chgData name="Rebecca Mazzarol" userId="1cc2e906-c025-4a66-8940-0256b00ab53c" providerId="ADAL" clId="{D120F8E5-54A7-5593-A4B0-C4D7B65FE459}" dt="2026-03-10T14:20:43.299" v="1304" actId="1076"/>
          <ac:cxnSpMkLst>
            <pc:docMk/>
            <pc:sldMk cId="2896601016" sldId="279"/>
            <ac:cxnSpMk id="20" creationId="{D9D3CD90-2AEE-C011-B13A-8879339487CB}"/>
          </ac:cxnSpMkLst>
        </pc:cxnChg>
      </pc:sldChg>
      <pc:sldChg chg="modSp mod">
        <pc:chgData name="Rebecca Mazzarol" userId="1cc2e906-c025-4a66-8940-0256b00ab53c" providerId="ADAL" clId="{D120F8E5-54A7-5593-A4B0-C4D7B65FE459}" dt="2026-03-10T14:09:17.106" v="1178" actId="123"/>
        <pc:sldMkLst>
          <pc:docMk/>
          <pc:sldMk cId="1773951660" sldId="280"/>
        </pc:sldMkLst>
        <pc:spChg chg="mod">
          <ac:chgData name="Rebecca Mazzarol" userId="1cc2e906-c025-4a66-8940-0256b00ab53c" providerId="ADAL" clId="{D120F8E5-54A7-5593-A4B0-C4D7B65FE459}" dt="2026-03-10T14:09:06.787" v="1174" actId="1076"/>
          <ac:spMkLst>
            <pc:docMk/>
            <pc:sldMk cId="1773951660" sldId="280"/>
            <ac:spMk id="2" creationId="{EDB22D3A-49A0-2A28-20D2-64461AFA4B9A}"/>
          </ac:spMkLst>
        </pc:spChg>
        <pc:graphicFrameChg chg="mod">
          <ac:chgData name="Rebecca Mazzarol" userId="1cc2e906-c025-4a66-8940-0256b00ab53c" providerId="ADAL" clId="{D120F8E5-54A7-5593-A4B0-C4D7B65FE459}" dt="2026-03-10T14:09:17.106" v="1178" actId="123"/>
          <ac:graphicFrameMkLst>
            <pc:docMk/>
            <pc:sldMk cId="1773951660" sldId="280"/>
            <ac:graphicFrameMk id="22" creationId="{8DB87768-FD56-CB73-F34C-AAA816DE7B05}"/>
          </ac:graphicFrameMkLst>
        </pc:graphicFrameChg>
      </pc:sldChg>
      <pc:sldChg chg="addSp modSp add mod">
        <pc:chgData name="Rebecca Mazzarol" userId="1cc2e906-c025-4a66-8940-0256b00ab53c" providerId="ADAL" clId="{D120F8E5-54A7-5593-A4B0-C4D7B65FE459}" dt="2026-03-10T15:28:48.080" v="1340" actId="14100"/>
        <pc:sldMkLst>
          <pc:docMk/>
          <pc:sldMk cId="1741859652" sldId="281"/>
        </pc:sldMkLst>
        <pc:spChg chg="add mod">
          <ac:chgData name="Rebecca Mazzarol" userId="1cc2e906-c025-4a66-8940-0256b00ab53c" providerId="ADAL" clId="{D120F8E5-54A7-5593-A4B0-C4D7B65FE459}" dt="2026-03-10T15:28:48.080" v="1340" actId="14100"/>
          <ac:spMkLst>
            <pc:docMk/>
            <pc:sldMk cId="1741859652" sldId="281"/>
            <ac:spMk id="5" creationId="{8D8DA06C-19C7-F0D2-387B-B45C0B06C07F}"/>
          </ac:spMkLst>
        </pc:spChg>
        <pc:spChg chg="add mod">
          <ac:chgData name="Rebecca Mazzarol" userId="1cc2e906-c025-4a66-8940-0256b00ab53c" providerId="ADAL" clId="{D120F8E5-54A7-5593-A4B0-C4D7B65FE459}" dt="2026-03-10T15:28:39.622" v="1339" actId="17032"/>
          <ac:spMkLst>
            <pc:docMk/>
            <pc:sldMk cId="1741859652" sldId="281"/>
            <ac:spMk id="7" creationId="{AD02A2A4-40CF-5933-B815-095E04894EC1}"/>
          </ac:spMkLst>
        </pc:spChg>
        <pc:spChg chg="add mod">
          <ac:chgData name="Rebecca Mazzarol" userId="1cc2e906-c025-4a66-8940-0256b00ab53c" providerId="ADAL" clId="{D120F8E5-54A7-5593-A4B0-C4D7B65FE459}" dt="2026-03-10T13:51:04.876" v="954" actId="1076"/>
          <ac:spMkLst>
            <pc:docMk/>
            <pc:sldMk cId="1741859652" sldId="281"/>
            <ac:spMk id="9" creationId="{BBC8E6B7-E843-7B35-9609-D7999D1613D8}"/>
          </ac:spMkLst>
        </pc:spChg>
        <pc:spChg chg="add mod">
          <ac:chgData name="Rebecca Mazzarol" userId="1cc2e906-c025-4a66-8940-0256b00ab53c" providerId="ADAL" clId="{D120F8E5-54A7-5593-A4B0-C4D7B65FE459}" dt="2026-03-10T13:49:24.994" v="939" actId="1076"/>
          <ac:spMkLst>
            <pc:docMk/>
            <pc:sldMk cId="1741859652" sldId="281"/>
            <ac:spMk id="11" creationId="{B2CC688F-C143-7131-6DEC-384BE0310489}"/>
          </ac:spMkLst>
        </pc:spChg>
        <pc:graphicFrameChg chg="mod">
          <ac:chgData name="Rebecca Mazzarol" userId="1cc2e906-c025-4a66-8940-0256b00ab53c" providerId="ADAL" clId="{D120F8E5-54A7-5593-A4B0-C4D7B65FE459}" dt="2026-03-10T13:51:24.860" v="957" actId="14100"/>
          <ac:graphicFrameMkLst>
            <pc:docMk/>
            <pc:sldMk cId="1741859652" sldId="281"/>
            <ac:graphicFrameMk id="4" creationId="{492DD835-C7CD-7268-5128-17AA84F5AF66}"/>
          </ac:graphicFrameMkLst>
        </pc:graphicFrameChg>
      </pc:sldChg>
    </pc:docChg>
  </pc:docChgLst>
  <pc:docChgLst>
    <pc:chgData name="Sara Murru" userId="c84d65b3-e53a-4518-a1e6-3f0c2992dfb1" providerId="ADAL" clId="{5CBD1AC7-4F8F-4BB4-BD5A-93244454C2B7}"/>
    <pc:docChg chg="custSel modSld">
      <pc:chgData name="Sara Murru" userId="c84d65b3-e53a-4518-a1e6-3f0c2992dfb1" providerId="ADAL" clId="{5CBD1AC7-4F8F-4BB4-BD5A-93244454C2B7}" dt="2026-03-10T13:33:38.943" v="1465" actId="22"/>
      <pc:docMkLst>
        <pc:docMk/>
      </pc:docMkLst>
      <pc:sldChg chg="addSp delSp modSp mod">
        <pc:chgData name="Sara Murru" userId="c84d65b3-e53a-4518-a1e6-3f0c2992dfb1" providerId="ADAL" clId="{5CBD1AC7-4F8F-4BB4-BD5A-93244454C2B7}" dt="2026-03-09T22:05:34.550" v="1464" actId="20577"/>
        <pc:sldMkLst>
          <pc:docMk/>
          <pc:sldMk cId="3025429665" sldId="260"/>
        </pc:sldMkLst>
        <pc:spChg chg="del mod">
          <ac:chgData name="Sara Murru" userId="c84d65b3-e53a-4518-a1e6-3f0c2992dfb1" providerId="ADAL" clId="{5CBD1AC7-4F8F-4BB4-BD5A-93244454C2B7}" dt="2026-03-09T21:25:58.923" v="109" actId="478"/>
          <ac:spMkLst>
            <pc:docMk/>
            <pc:sldMk cId="3025429665" sldId="260"/>
            <ac:spMk id="2" creationId="{E1C29D7F-56DC-ABEB-55A7-4D725AC7B6EF}"/>
          </ac:spMkLst>
        </pc:spChg>
        <pc:spChg chg="mod">
          <ac:chgData name="Sara Murru" userId="c84d65b3-e53a-4518-a1e6-3f0c2992dfb1" providerId="ADAL" clId="{5CBD1AC7-4F8F-4BB4-BD5A-93244454C2B7}" dt="2026-03-09T22:05:34.550" v="1464" actId="20577"/>
          <ac:spMkLst>
            <pc:docMk/>
            <pc:sldMk cId="3025429665" sldId="260"/>
            <ac:spMk id="3" creationId="{3CD01A5A-25B0-0B10-87D7-0288854A232D}"/>
          </ac:spMkLst>
        </pc:spChg>
        <pc:spChg chg="add">
          <ac:chgData name="Sara Murru" userId="c84d65b3-e53a-4518-a1e6-3f0c2992dfb1" providerId="ADAL" clId="{5CBD1AC7-4F8F-4BB4-BD5A-93244454C2B7}" dt="2026-03-09T21:15:35.201" v="43" actId="139"/>
          <ac:spMkLst>
            <pc:docMk/>
            <pc:sldMk cId="3025429665" sldId="260"/>
            <ac:spMk id="4" creationId="{55D454DB-331E-E5BA-2CA8-0D55F4348C6D}"/>
          </ac:spMkLst>
        </pc:spChg>
        <pc:graphicFrameChg chg="mod">
          <ac:chgData name="Sara Murru" userId="c84d65b3-e53a-4518-a1e6-3f0c2992dfb1" providerId="ADAL" clId="{5CBD1AC7-4F8F-4BB4-BD5A-93244454C2B7}" dt="2026-03-09T21:50:04.199" v="1118" actId="1076"/>
          <ac:graphicFrameMkLst>
            <pc:docMk/>
            <pc:sldMk cId="3025429665" sldId="260"/>
            <ac:graphicFrameMk id="5" creationId="{CE33CE62-2492-4BCC-A100-20FD4F2A8893}"/>
          </ac:graphicFrameMkLst>
        </pc:graphicFrameChg>
        <pc:graphicFrameChg chg="mod">
          <ac:chgData name="Sara Murru" userId="c84d65b3-e53a-4518-a1e6-3f0c2992dfb1" providerId="ADAL" clId="{5CBD1AC7-4F8F-4BB4-BD5A-93244454C2B7}" dt="2026-03-09T21:50:01.435" v="1117" actId="1076"/>
          <ac:graphicFrameMkLst>
            <pc:docMk/>
            <pc:sldMk cId="3025429665" sldId="260"/>
            <ac:graphicFrameMk id="6" creationId="{3C9742A3-F1C5-4D50-8500-4DA228849F11}"/>
          </ac:graphicFrameMkLst>
        </pc:graphicFrameChg>
      </pc:sldChg>
      <pc:sldChg chg="delSp modSp mod">
        <pc:chgData name="Sara Murru" userId="c84d65b3-e53a-4518-a1e6-3f0c2992dfb1" providerId="ADAL" clId="{5CBD1AC7-4F8F-4BB4-BD5A-93244454C2B7}" dt="2026-03-09T20:27:18.670" v="22" actId="14100"/>
        <pc:sldMkLst>
          <pc:docMk/>
          <pc:sldMk cId="2291745296" sldId="261"/>
        </pc:sldMkLst>
        <pc:spChg chg="mod">
          <ac:chgData name="Sara Murru" userId="c84d65b3-e53a-4518-a1e6-3f0c2992dfb1" providerId="ADAL" clId="{5CBD1AC7-4F8F-4BB4-BD5A-93244454C2B7}" dt="2026-03-09T20:27:18.670" v="22" actId="14100"/>
          <ac:spMkLst>
            <pc:docMk/>
            <pc:sldMk cId="2291745296" sldId="261"/>
            <ac:spMk id="3" creationId="{39AC691A-9891-88DC-803D-64C72E68E3C8}"/>
          </ac:spMkLst>
        </pc:spChg>
        <pc:graphicFrameChg chg="del mod">
          <ac:chgData name="Sara Murru" userId="c84d65b3-e53a-4518-a1e6-3f0c2992dfb1" providerId="ADAL" clId="{5CBD1AC7-4F8F-4BB4-BD5A-93244454C2B7}" dt="2026-03-09T20:27:14.923" v="21" actId="478"/>
          <ac:graphicFrameMkLst>
            <pc:docMk/>
            <pc:sldMk cId="2291745296" sldId="261"/>
            <ac:graphicFrameMk id="4" creationId="{4E2B3550-0E36-1F32-938E-A03A087F2B0A}"/>
          </ac:graphicFrameMkLst>
        </pc:graphicFrameChg>
      </pc:sldChg>
      <pc:sldChg chg="modSp mod">
        <pc:chgData name="Sara Murru" userId="c84d65b3-e53a-4518-a1e6-3f0c2992dfb1" providerId="ADAL" clId="{5CBD1AC7-4F8F-4BB4-BD5A-93244454C2B7}" dt="2026-03-09T22:04:26.096" v="1462" actId="20577"/>
        <pc:sldMkLst>
          <pc:docMk/>
          <pc:sldMk cId="787326658" sldId="275"/>
        </pc:sldMkLst>
        <pc:graphicFrameChg chg="modGraphic">
          <ac:chgData name="Sara Murru" userId="c84d65b3-e53a-4518-a1e6-3f0c2992dfb1" providerId="ADAL" clId="{5CBD1AC7-4F8F-4BB4-BD5A-93244454C2B7}" dt="2026-03-09T22:04:26.096" v="1462" actId="20577"/>
          <ac:graphicFrameMkLst>
            <pc:docMk/>
            <pc:sldMk cId="787326658" sldId="275"/>
            <ac:graphicFrameMk id="10" creationId="{52219232-9149-3310-C582-A3C53CD5F1B6}"/>
          </ac:graphicFrameMkLst>
        </pc:graphicFrameChg>
      </pc:sldChg>
      <pc:sldChg chg="modSp mod">
        <pc:chgData name="Sara Murru" userId="c84d65b3-e53a-4518-a1e6-3f0c2992dfb1" providerId="ADAL" clId="{5CBD1AC7-4F8F-4BB4-BD5A-93244454C2B7}" dt="2026-03-10T13:33:38.943" v="1465" actId="22"/>
        <pc:sldMkLst>
          <pc:docMk/>
          <pc:sldMk cId="1373813625" sldId="278"/>
        </pc:sldMkLst>
        <pc:graphicFrameChg chg="modGraphic">
          <ac:chgData name="Sara Murru" userId="c84d65b3-e53a-4518-a1e6-3f0c2992dfb1" providerId="ADAL" clId="{5CBD1AC7-4F8F-4BB4-BD5A-93244454C2B7}" dt="2026-03-10T13:33:38.943" v="1465" actId="22"/>
          <ac:graphicFrameMkLst>
            <pc:docMk/>
            <pc:sldMk cId="1373813625" sldId="278"/>
            <ac:graphicFrameMk id="11" creationId="{F2717282-8DA4-BC61-7B6B-8011E93F4DEE}"/>
          </ac:graphicFrameMkLst>
        </pc:graphicFrameChg>
      </pc:sldChg>
    </pc:docChg>
  </pc:docChgLst>
  <pc:docChgLst>
    <pc:chgData name="Luca Scialdone" userId="S::luca.scialdone@studenti.unimi.it::50ef4ba9-6c17-4692-a09d-f89ff5e50b3c" providerId="AD" clId="Web-{021D0095-66C3-4E3F-F584-BF2B846B708A}"/>
    <pc:docChg chg="mod addSld delSld modSld addMainMaster delMainMaster modMainMaster setSldSz">
      <pc:chgData name="Luca Scialdone" userId="S::luca.scialdone@studenti.unimi.it::50ef4ba9-6c17-4692-a09d-f89ff5e50b3c" providerId="AD" clId="Web-{021D0095-66C3-4E3F-F584-BF2B846B708A}" dt="2026-03-09T18:37:15.136" v="1184" actId="20577"/>
      <pc:docMkLst>
        <pc:docMk/>
      </pc:docMkLst>
      <pc:sldChg chg="modSp mod modClrScheme chgLayout">
        <pc:chgData name="Luca Scialdone" userId="S::luca.scialdone@studenti.unimi.it::50ef4ba9-6c17-4692-a09d-f89ff5e50b3c" providerId="AD" clId="Web-{021D0095-66C3-4E3F-F584-BF2B846B708A}" dt="2026-03-09T18:26:55.931" v="1101"/>
        <pc:sldMkLst>
          <pc:docMk/>
          <pc:sldMk cId="3962583941" sldId="256"/>
        </pc:sldMkLst>
        <pc:spChg chg="mod ord">
          <ac:chgData name="Luca Scialdone" userId="S::luca.scialdone@studenti.unimi.it::50ef4ba9-6c17-4692-a09d-f89ff5e50b3c" providerId="AD" clId="Web-{021D0095-66C3-4E3F-F584-BF2B846B708A}" dt="2026-03-09T18:26:55.931" v="1101"/>
          <ac:spMkLst>
            <pc:docMk/>
            <pc:sldMk cId="3962583941" sldId="256"/>
            <ac:spMk id="2" creationId="{00000000-0000-0000-0000-000000000000}"/>
          </ac:spMkLst>
        </pc:spChg>
        <pc:spChg chg="mod ord">
          <ac:chgData name="Luca Scialdone" userId="S::luca.scialdone@studenti.unimi.it::50ef4ba9-6c17-4692-a09d-f89ff5e50b3c" providerId="AD" clId="Web-{021D0095-66C3-4E3F-F584-BF2B846B708A}" dt="2026-03-09T18:26:55.931" v="1101"/>
          <ac:spMkLst>
            <pc:docMk/>
            <pc:sldMk cId="3962583941" sldId="256"/>
            <ac:spMk id="3" creationId="{00000000-0000-0000-0000-000000000000}"/>
          </ac:spMkLst>
        </pc:spChg>
        <pc:cxnChg chg="mod">
          <ac:chgData name="Luca Scialdone" userId="S::luca.scialdone@studenti.unimi.it::50ef4ba9-6c17-4692-a09d-f89ff5e50b3c" providerId="AD" clId="Web-{021D0095-66C3-4E3F-F584-BF2B846B708A}" dt="2026-03-09T18:26:29.244" v="1099"/>
          <ac:cxnSpMkLst>
            <pc:docMk/>
            <pc:sldMk cId="3962583941" sldId="256"/>
            <ac:cxnSpMk id="5" creationId="{79779910-FA6A-8010-9643-C2F361D626CC}"/>
          </ac:cxnSpMkLst>
        </pc:cxnChg>
      </pc:sldChg>
      <pc:sldChg chg="modSp mod modClrScheme chgLayout">
        <pc:chgData name="Luca Scialdone" userId="S::luca.scialdone@studenti.unimi.it::50ef4ba9-6c17-4692-a09d-f89ff5e50b3c" providerId="AD" clId="Web-{021D0095-66C3-4E3F-F584-BF2B846B708A}" dt="2026-03-09T18:26:55.931" v="1101"/>
        <pc:sldMkLst>
          <pc:docMk/>
          <pc:sldMk cId="1591127998" sldId="257"/>
        </pc:sldMkLst>
        <pc:spChg chg="mod ord">
          <ac:chgData name="Luca Scialdone" userId="S::luca.scialdone@studenti.unimi.it::50ef4ba9-6c17-4692-a09d-f89ff5e50b3c" providerId="AD" clId="Web-{021D0095-66C3-4E3F-F584-BF2B846B708A}" dt="2026-03-09T18:26:55.931" v="1101"/>
          <ac:spMkLst>
            <pc:docMk/>
            <pc:sldMk cId="1591127998" sldId="257"/>
            <ac:spMk id="2" creationId="{AC87F4DE-A218-82DB-7A43-FCDA20CFCBC3}"/>
          </ac:spMkLst>
        </pc:spChg>
        <pc:spChg chg="mod ord">
          <ac:chgData name="Luca Scialdone" userId="S::luca.scialdone@studenti.unimi.it::50ef4ba9-6c17-4692-a09d-f89ff5e50b3c" providerId="AD" clId="Web-{021D0095-66C3-4E3F-F584-BF2B846B708A}" dt="2026-03-09T18:26:55.931" v="1101"/>
          <ac:spMkLst>
            <pc:docMk/>
            <pc:sldMk cId="1591127998" sldId="257"/>
            <ac:spMk id="3" creationId="{8619B77A-CC12-D428-3BA4-C2470CDF223D}"/>
          </ac:spMkLst>
        </pc:spChg>
      </pc:sldChg>
      <pc:sldChg chg="addSp delSp modSp mod modClrScheme delDesignElem chgLayout">
        <pc:chgData name="Luca Scialdone" userId="S::luca.scialdone@studenti.unimi.it::50ef4ba9-6c17-4692-a09d-f89ff5e50b3c" providerId="AD" clId="Web-{021D0095-66C3-4E3F-F584-BF2B846B708A}" dt="2026-03-09T18:26:55.931" v="1101"/>
        <pc:sldMkLst>
          <pc:docMk/>
          <pc:sldMk cId="231438192" sldId="258"/>
        </pc:sldMkLst>
        <pc:spChg chg="mod ord">
          <ac:chgData name="Luca Scialdone" userId="S::luca.scialdone@studenti.unimi.it::50ef4ba9-6c17-4692-a09d-f89ff5e50b3c" providerId="AD" clId="Web-{021D0095-66C3-4E3F-F584-BF2B846B708A}" dt="2026-03-09T18:26:55.931" v="1101"/>
          <ac:spMkLst>
            <pc:docMk/>
            <pc:sldMk cId="231438192" sldId="258"/>
            <ac:spMk id="2" creationId="{06E45162-4B96-8384-7EB2-E2BCC936876B}"/>
          </ac:spMkLst>
        </pc:spChg>
        <pc:spChg chg="mod ord">
          <ac:chgData name="Luca Scialdone" userId="S::luca.scialdone@studenti.unimi.it::50ef4ba9-6c17-4692-a09d-f89ff5e50b3c" providerId="AD" clId="Web-{021D0095-66C3-4E3F-F584-BF2B846B708A}" dt="2026-03-09T18:26:55.931" v="1101"/>
          <ac:spMkLst>
            <pc:docMk/>
            <pc:sldMk cId="231438192" sldId="258"/>
            <ac:spMk id="3" creationId="{A8C64776-C328-6F73-344F-6993E639525E}"/>
          </ac:spMkLst>
        </pc:spChg>
        <pc:spChg chg="add del mod">
          <ac:chgData name="Luca Scialdone" userId="S::luca.scialdone@studenti.unimi.it::50ef4ba9-6c17-4692-a09d-f89ff5e50b3c" providerId="AD" clId="Web-{021D0095-66C3-4E3F-F584-BF2B846B708A}" dt="2026-03-09T18:26:55.931" v="1101"/>
          <ac:spMkLst>
            <pc:docMk/>
            <pc:sldMk cId="231438192" sldId="258"/>
            <ac:spMk id="15" creationId="{7FF47CB7-972F-479F-A36D-9E72D26EC8DA}"/>
          </ac:spMkLst>
        </pc:spChg>
        <pc:spChg chg="add del mod">
          <ac:chgData name="Luca Scialdone" userId="S::luca.scialdone@studenti.unimi.it::50ef4ba9-6c17-4692-a09d-f89ff5e50b3c" providerId="AD" clId="Web-{021D0095-66C3-4E3F-F584-BF2B846B708A}" dt="2026-03-09T18:26:55.931" v="1101"/>
          <ac:spMkLst>
            <pc:docMk/>
            <pc:sldMk cId="231438192" sldId="258"/>
            <ac:spMk id="16" creationId="{0D153B68-5844-490D-8E67-F616D6D721CA}"/>
          </ac:spMkLst>
        </pc:spChg>
        <pc:spChg chg="add del mod">
          <ac:chgData name="Luca Scialdone" userId="S::luca.scialdone@studenti.unimi.it::50ef4ba9-6c17-4692-a09d-f89ff5e50b3c" providerId="AD" clId="Web-{021D0095-66C3-4E3F-F584-BF2B846B708A}" dt="2026-03-09T18:26:55.931" v="1101"/>
          <ac:spMkLst>
            <pc:docMk/>
            <pc:sldMk cId="231438192" sldId="258"/>
            <ac:spMk id="17" creationId="{9A0D773F-7A7D-4DBB-9DEA-86BB8B8F4BC8}"/>
          </ac:spMkLst>
        </pc:spChg>
        <pc:graphicFrameChg chg="mod">
          <ac:chgData name="Luca Scialdone" userId="S::luca.scialdone@studenti.unimi.it::50ef4ba9-6c17-4692-a09d-f89ff5e50b3c" providerId="AD" clId="Web-{021D0095-66C3-4E3F-F584-BF2B846B708A}" dt="2026-03-09T18:26:29.244" v="1099"/>
          <ac:graphicFrameMkLst>
            <pc:docMk/>
            <pc:sldMk cId="231438192" sldId="258"/>
            <ac:graphicFrameMk id="4" creationId="{5D219549-7B52-4B09-B4D5-7A23EF78EE69}"/>
          </ac:graphicFrameMkLst>
        </pc:graphicFrameChg>
      </pc:sldChg>
      <pc:sldChg chg="addSp delSp modSp mod modClrScheme delDesignElem chgLayout">
        <pc:chgData name="Luca Scialdone" userId="S::luca.scialdone@studenti.unimi.it::50ef4ba9-6c17-4692-a09d-f89ff5e50b3c" providerId="AD" clId="Web-{021D0095-66C3-4E3F-F584-BF2B846B708A}" dt="2026-03-09T18:26:55.931" v="1101"/>
        <pc:sldMkLst>
          <pc:docMk/>
          <pc:sldMk cId="3322863795" sldId="259"/>
        </pc:sldMkLst>
        <pc:spChg chg="mod ord">
          <ac:chgData name="Luca Scialdone" userId="S::luca.scialdone@studenti.unimi.it::50ef4ba9-6c17-4692-a09d-f89ff5e50b3c" providerId="AD" clId="Web-{021D0095-66C3-4E3F-F584-BF2B846B708A}" dt="2026-03-09T18:26:55.931" v="1101"/>
          <ac:spMkLst>
            <pc:docMk/>
            <pc:sldMk cId="3322863795" sldId="259"/>
            <ac:spMk id="2" creationId="{F25936D9-3F07-1904-D871-E30EE4CD3242}"/>
          </ac:spMkLst>
        </pc:spChg>
        <pc:spChg chg="mod ord">
          <ac:chgData name="Luca Scialdone" userId="S::luca.scialdone@studenti.unimi.it::50ef4ba9-6c17-4692-a09d-f89ff5e50b3c" providerId="AD" clId="Web-{021D0095-66C3-4E3F-F584-BF2B846B708A}" dt="2026-03-09T18:26:55.931" v="1101"/>
          <ac:spMkLst>
            <pc:docMk/>
            <pc:sldMk cId="3322863795" sldId="259"/>
            <ac:spMk id="3" creationId="{016B8D85-73D1-DD15-88D0-4A5CBE3D77D8}"/>
          </ac:spMkLst>
        </pc:spChg>
        <pc:spChg chg="add del mod">
          <ac:chgData name="Luca Scialdone" userId="S::luca.scialdone@studenti.unimi.it::50ef4ba9-6c17-4692-a09d-f89ff5e50b3c" providerId="AD" clId="Web-{021D0095-66C3-4E3F-F584-BF2B846B708A}" dt="2026-03-09T18:26:55.931" v="1101"/>
          <ac:spMkLst>
            <pc:docMk/>
            <pc:sldMk cId="3322863795" sldId="259"/>
            <ac:spMk id="9" creationId="{7FF47CB7-972F-479F-A36D-9E72D26EC8DA}"/>
          </ac:spMkLst>
        </pc:spChg>
        <pc:spChg chg="add del mod">
          <ac:chgData name="Luca Scialdone" userId="S::luca.scialdone@studenti.unimi.it::50ef4ba9-6c17-4692-a09d-f89ff5e50b3c" providerId="AD" clId="Web-{021D0095-66C3-4E3F-F584-BF2B846B708A}" dt="2026-03-09T18:26:55.931" v="1101"/>
          <ac:spMkLst>
            <pc:docMk/>
            <pc:sldMk cId="3322863795" sldId="259"/>
            <ac:spMk id="11" creationId="{0D153B68-5844-490D-8E67-F616D6D721CA}"/>
          </ac:spMkLst>
        </pc:spChg>
        <pc:spChg chg="add del mod">
          <ac:chgData name="Luca Scialdone" userId="S::luca.scialdone@studenti.unimi.it::50ef4ba9-6c17-4692-a09d-f89ff5e50b3c" providerId="AD" clId="Web-{021D0095-66C3-4E3F-F584-BF2B846B708A}" dt="2026-03-09T18:26:55.931" v="1101"/>
          <ac:spMkLst>
            <pc:docMk/>
            <pc:sldMk cId="3322863795" sldId="259"/>
            <ac:spMk id="13" creationId="{9A0D773F-7A7D-4DBB-9DEA-86BB8B8F4BC8}"/>
          </ac:spMkLst>
        </pc:spChg>
        <pc:graphicFrameChg chg="mod">
          <ac:chgData name="Luca Scialdone" userId="S::luca.scialdone@studenti.unimi.it::50ef4ba9-6c17-4692-a09d-f89ff5e50b3c" providerId="AD" clId="Web-{021D0095-66C3-4E3F-F584-BF2B846B708A}" dt="2026-03-09T18:26:29.244" v="1099"/>
          <ac:graphicFrameMkLst>
            <pc:docMk/>
            <pc:sldMk cId="3322863795" sldId="259"/>
            <ac:graphicFrameMk id="4" creationId="{67B7FC6E-0F13-4BFF-8795-810F2B409A77}"/>
          </ac:graphicFrameMkLst>
        </pc:graphicFrameChg>
      </pc:sldChg>
      <pc:sldChg chg="modSp mod modClrScheme chgLayout">
        <pc:chgData name="Luca Scialdone" userId="S::luca.scialdone@studenti.unimi.it::50ef4ba9-6c17-4692-a09d-f89ff5e50b3c" providerId="AD" clId="Web-{021D0095-66C3-4E3F-F584-BF2B846B708A}" dt="2026-03-09T18:26:55.931" v="1101"/>
        <pc:sldMkLst>
          <pc:docMk/>
          <pc:sldMk cId="3025429665" sldId="260"/>
        </pc:sldMkLst>
        <pc:spChg chg="mod ord">
          <ac:chgData name="Luca Scialdone" userId="S::luca.scialdone@studenti.unimi.it::50ef4ba9-6c17-4692-a09d-f89ff5e50b3c" providerId="AD" clId="Web-{021D0095-66C3-4E3F-F584-BF2B846B708A}" dt="2026-03-09T18:26:55.931" v="1101"/>
          <ac:spMkLst>
            <pc:docMk/>
            <pc:sldMk cId="3025429665" sldId="260"/>
            <ac:spMk id="2" creationId="{E1C29D7F-56DC-ABEB-55A7-4D725AC7B6EF}"/>
          </ac:spMkLst>
        </pc:spChg>
        <pc:spChg chg="mod ord">
          <ac:chgData name="Luca Scialdone" userId="S::luca.scialdone@studenti.unimi.it::50ef4ba9-6c17-4692-a09d-f89ff5e50b3c" providerId="AD" clId="Web-{021D0095-66C3-4E3F-F584-BF2B846B708A}" dt="2026-03-09T18:26:55.931" v="1101"/>
          <ac:spMkLst>
            <pc:docMk/>
            <pc:sldMk cId="3025429665" sldId="260"/>
            <ac:spMk id="3" creationId="{3CD01A5A-25B0-0B10-87D7-0288854A232D}"/>
          </ac:spMkLst>
        </pc:spChg>
        <pc:graphicFrameChg chg="mod">
          <ac:chgData name="Luca Scialdone" userId="S::luca.scialdone@studenti.unimi.it::50ef4ba9-6c17-4692-a09d-f89ff5e50b3c" providerId="AD" clId="Web-{021D0095-66C3-4E3F-F584-BF2B846B708A}" dt="2026-03-09T18:26:29.244" v="1099"/>
          <ac:graphicFrameMkLst>
            <pc:docMk/>
            <pc:sldMk cId="3025429665" sldId="260"/>
            <ac:graphicFrameMk id="5" creationId="{CE33CE62-2492-4BCC-A100-20FD4F2A8893}"/>
          </ac:graphicFrameMkLst>
        </pc:graphicFrameChg>
        <pc:graphicFrameChg chg="mod">
          <ac:chgData name="Luca Scialdone" userId="S::luca.scialdone@studenti.unimi.it::50ef4ba9-6c17-4692-a09d-f89ff5e50b3c" providerId="AD" clId="Web-{021D0095-66C3-4E3F-F584-BF2B846B708A}" dt="2026-03-09T18:26:29.244" v="1099"/>
          <ac:graphicFrameMkLst>
            <pc:docMk/>
            <pc:sldMk cId="3025429665" sldId="260"/>
            <ac:graphicFrameMk id="6" creationId="{3C9742A3-F1C5-4D50-8500-4DA228849F11}"/>
          </ac:graphicFrameMkLst>
        </pc:graphicFrameChg>
      </pc:sldChg>
      <pc:sldChg chg="modSp mod modClrScheme chgLayout">
        <pc:chgData name="Luca Scialdone" userId="S::luca.scialdone@studenti.unimi.it::50ef4ba9-6c17-4692-a09d-f89ff5e50b3c" providerId="AD" clId="Web-{021D0095-66C3-4E3F-F584-BF2B846B708A}" dt="2026-03-09T18:26:55.931" v="1101"/>
        <pc:sldMkLst>
          <pc:docMk/>
          <pc:sldMk cId="2291745296" sldId="261"/>
        </pc:sldMkLst>
        <pc:spChg chg="mod ord">
          <ac:chgData name="Luca Scialdone" userId="S::luca.scialdone@studenti.unimi.it::50ef4ba9-6c17-4692-a09d-f89ff5e50b3c" providerId="AD" clId="Web-{021D0095-66C3-4E3F-F584-BF2B846B708A}" dt="2026-03-09T18:26:55.931" v="1101"/>
          <ac:spMkLst>
            <pc:docMk/>
            <pc:sldMk cId="2291745296" sldId="261"/>
            <ac:spMk id="2" creationId="{D70ADAD6-6B64-B51E-5E4D-A7BA3BCE7668}"/>
          </ac:spMkLst>
        </pc:spChg>
        <pc:spChg chg="mod ord">
          <ac:chgData name="Luca Scialdone" userId="S::luca.scialdone@studenti.unimi.it::50ef4ba9-6c17-4692-a09d-f89ff5e50b3c" providerId="AD" clId="Web-{021D0095-66C3-4E3F-F584-BF2B846B708A}" dt="2026-03-09T18:26:55.931" v="1101"/>
          <ac:spMkLst>
            <pc:docMk/>
            <pc:sldMk cId="2291745296" sldId="261"/>
            <ac:spMk id="3" creationId="{39AC691A-9891-88DC-803D-64C72E68E3C8}"/>
          </ac:spMkLst>
        </pc:spChg>
      </pc:sldChg>
      <pc:sldChg chg="modSp mod modClrScheme chgLayout">
        <pc:chgData name="Luca Scialdone" userId="S::luca.scialdone@studenti.unimi.it::50ef4ba9-6c17-4692-a09d-f89ff5e50b3c" providerId="AD" clId="Web-{021D0095-66C3-4E3F-F584-BF2B846B708A}" dt="2026-03-09T18:26:55.931" v="1101"/>
        <pc:sldMkLst>
          <pc:docMk/>
          <pc:sldMk cId="121758492" sldId="262"/>
        </pc:sldMkLst>
        <pc:spChg chg="mod ord">
          <ac:chgData name="Luca Scialdone" userId="S::luca.scialdone@studenti.unimi.it::50ef4ba9-6c17-4692-a09d-f89ff5e50b3c" providerId="AD" clId="Web-{021D0095-66C3-4E3F-F584-BF2B846B708A}" dt="2026-03-09T18:26:55.931" v="1101"/>
          <ac:spMkLst>
            <pc:docMk/>
            <pc:sldMk cId="121758492" sldId="262"/>
            <ac:spMk id="2" creationId="{61C69264-B951-42DA-B35B-B2F7601A734C}"/>
          </ac:spMkLst>
        </pc:spChg>
        <pc:spChg chg="mod ord">
          <ac:chgData name="Luca Scialdone" userId="S::luca.scialdone@studenti.unimi.it::50ef4ba9-6c17-4692-a09d-f89ff5e50b3c" providerId="AD" clId="Web-{021D0095-66C3-4E3F-F584-BF2B846B708A}" dt="2026-03-09T18:26:55.931" v="1101"/>
          <ac:spMkLst>
            <pc:docMk/>
            <pc:sldMk cId="121758492" sldId="262"/>
            <ac:spMk id="3" creationId="{4DF8C55E-9FBA-5692-1C74-21257F2A80F5}"/>
          </ac:spMkLst>
        </pc:spChg>
        <pc:graphicFrameChg chg="mod">
          <ac:chgData name="Luca Scialdone" userId="S::luca.scialdone@studenti.unimi.it::50ef4ba9-6c17-4692-a09d-f89ff5e50b3c" providerId="AD" clId="Web-{021D0095-66C3-4E3F-F584-BF2B846B708A}" dt="2026-03-09T18:26:29.244" v="1099"/>
          <ac:graphicFrameMkLst>
            <pc:docMk/>
            <pc:sldMk cId="121758492" sldId="262"/>
            <ac:graphicFrameMk id="4" creationId="{6B681BBC-369F-C24E-BC36-8F81E39262A4}"/>
          </ac:graphicFrameMkLst>
        </pc:graphicFrameChg>
      </pc:sldChg>
      <pc:sldChg chg="modSp mod modClrScheme chgLayout">
        <pc:chgData name="Luca Scialdone" userId="S::luca.scialdone@studenti.unimi.it::50ef4ba9-6c17-4692-a09d-f89ff5e50b3c" providerId="AD" clId="Web-{021D0095-66C3-4E3F-F584-BF2B846B708A}" dt="2026-03-09T18:26:55.931" v="1101"/>
        <pc:sldMkLst>
          <pc:docMk/>
          <pc:sldMk cId="1407142085" sldId="263"/>
        </pc:sldMkLst>
        <pc:spChg chg="mod ord">
          <ac:chgData name="Luca Scialdone" userId="S::luca.scialdone@studenti.unimi.it::50ef4ba9-6c17-4692-a09d-f89ff5e50b3c" providerId="AD" clId="Web-{021D0095-66C3-4E3F-F584-BF2B846B708A}" dt="2026-03-09T18:26:55.931" v="1101"/>
          <ac:spMkLst>
            <pc:docMk/>
            <pc:sldMk cId="1407142085" sldId="263"/>
            <ac:spMk id="2" creationId="{4C7130DB-2B80-64CD-AF23-DFB365EADD1D}"/>
          </ac:spMkLst>
        </pc:spChg>
        <pc:spChg chg="mod">
          <ac:chgData name="Luca Scialdone" userId="S::luca.scialdone@studenti.unimi.it::50ef4ba9-6c17-4692-a09d-f89ff5e50b3c" providerId="AD" clId="Web-{021D0095-66C3-4E3F-F584-BF2B846B708A}" dt="2026-03-09T18:26:29.244" v="1099"/>
          <ac:spMkLst>
            <pc:docMk/>
            <pc:sldMk cId="1407142085" sldId="263"/>
            <ac:spMk id="4" creationId="{3B258F34-49A4-1718-E917-907FC363020F}"/>
          </ac:spMkLst>
        </pc:spChg>
      </pc:sldChg>
      <pc:sldChg chg="addSp delSp modSp mod modClrScheme delDesignElem chgLayout">
        <pc:chgData name="Luca Scialdone" userId="S::luca.scialdone@studenti.unimi.it::50ef4ba9-6c17-4692-a09d-f89ff5e50b3c" providerId="AD" clId="Web-{021D0095-66C3-4E3F-F584-BF2B846B708A}" dt="2026-03-09T18:26:55.931" v="1101"/>
        <pc:sldMkLst>
          <pc:docMk/>
          <pc:sldMk cId="3246210337" sldId="264"/>
        </pc:sldMkLst>
        <pc:spChg chg="mod ord">
          <ac:chgData name="Luca Scialdone" userId="S::luca.scialdone@studenti.unimi.it::50ef4ba9-6c17-4692-a09d-f89ff5e50b3c" providerId="AD" clId="Web-{021D0095-66C3-4E3F-F584-BF2B846B708A}" dt="2026-03-09T18:26:55.931" v="1101"/>
          <ac:spMkLst>
            <pc:docMk/>
            <pc:sldMk cId="3246210337" sldId="264"/>
            <ac:spMk id="2" creationId="{7B5FFBFE-2F8C-2DDE-DCE6-0D9113D9B42B}"/>
          </ac:spMkLst>
        </pc:spChg>
        <pc:spChg chg="del mod">
          <ac:chgData name="Luca Scialdone" userId="S::luca.scialdone@studenti.unimi.it::50ef4ba9-6c17-4692-a09d-f89ff5e50b3c" providerId="AD" clId="Web-{021D0095-66C3-4E3F-F584-BF2B846B708A}" dt="2026-03-09T17:58:54.439" v="216"/>
          <ac:spMkLst>
            <pc:docMk/>
            <pc:sldMk cId="3246210337" sldId="264"/>
            <ac:spMk id="3" creationId="{8867E1D5-07BF-DBF5-CDF5-92DF5D0ECE74}"/>
          </ac:spMkLst>
        </pc:spChg>
        <pc:spChg chg="add del mod">
          <ac:chgData name="Luca Scialdone" userId="S::luca.scialdone@studenti.unimi.it::50ef4ba9-6c17-4692-a09d-f89ff5e50b3c" providerId="AD" clId="Web-{021D0095-66C3-4E3F-F584-BF2B846B708A}" dt="2026-03-09T18:26:55.931" v="1101"/>
          <ac:spMkLst>
            <pc:docMk/>
            <pc:sldMk cId="3246210337" sldId="264"/>
            <ac:spMk id="38" creationId="{A8384FB5-9ADC-4DDC-881B-597D56F5B15D}"/>
          </ac:spMkLst>
        </pc:spChg>
        <pc:spChg chg="add del mod">
          <ac:chgData name="Luca Scialdone" userId="S::luca.scialdone@studenti.unimi.it::50ef4ba9-6c17-4692-a09d-f89ff5e50b3c" providerId="AD" clId="Web-{021D0095-66C3-4E3F-F584-BF2B846B708A}" dt="2026-03-09T18:26:55.931" v="1101"/>
          <ac:spMkLst>
            <pc:docMk/>
            <pc:sldMk cId="3246210337" sldId="264"/>
            <ac:spMk id="39" creationId="{1199E1B1-A8C0-4FE8-A5A8-1CB41D69F857}"/>
          </ac:spMkLst>
        </pc:spChg>
        <pc:spChg chg="add del mod">
          <ac:chgData name="Luca Scialdone" userId="S::luca.scialdone@studenti.unimi.it::50ef4ba9-6c17-4692-a09d-f89ff5e50b3c" providerId="AD" clId="Web-{021D0095-66C3-4E3F-F584-BF2B846B708A}" dt="2026-03-09T18:26:55.931" v="1101"/>
          <ac:spMkLst>
            <pc:docMk/>
            <pc:sldMk cId="3246210337" sldId="264"/>
            <ac:spMk id="40" creationId="{84A8DE83-DE75-4B41-9DB4-A7EC0B0DEC0B}"/>
          </ac:spMkLst>
        </pc:spChg>
        <pc:spChg chg="add del mod">
          <ac:chgData name="Luca Scialdone" userId="S::luca.scialdone@studenti.unimi.it::50ef4ba9-6c17-4692-a09d-f89ff5e50b3c" providerId="AD" clId="Web-{021D0095-66C3-4E3F-F584-BF2B846B708A}" dt="2026-03-09T18:26:55.931" v="1101"/>
          <ac:spMkLst>
            <pc:docMk/>
            <pc:sldMk cId="3246210337" sldId="264"/>
            <ac:spMk id="41" creationId="{A7009A0A-BEF5-4EAC-AF15-E4F9F002E239}"/>
          </ac:spMkLst>
        </pc:spChg>
        <pc:graphicFrameChg chg="mod modGraphic">
          <ac:chgData name="Luca Scialdone" userId="S::luca.scialdone@studenti.unimi.it::50ef4ba9-6c17-4692-a09d-f89ff5e50b3c" providerId="AD" clId="Web-{021D0095-66C3-4E3F-F584-BF2B846B708A}" dt="2026-03-09T17:57:54.719" v="213"/>
          <ac:graphicFrameMkLst>
            <pc:docMk/>
            <pc:sldMk cId="3246210337" sldId="264"/>
            <ac:graphicFrameMk id="4" creationId="{878299C8-80F9-6301-1407-4DC5FD7291AD}"/>
          </ac:graphicFrameMkLst>
        </pc:graphicFrameChg>
        <pc:graphicFrameChg chg="mod ord modGraphic">
          <ac:chgData name="Luca Scialdone" userId="S::luca.scialdone@studenti.unimi.it::50ef4ba9-6c17-4692-a09d-f89ff5e50b3c" providerId="AD" clId="Web-{021D0095-66C3-4E3F-F584-BF2B846B708A}" dt="2026-03-09T18:26:55.931" v="1101"/>
          <ac:graphicFrameMkLst>
            <pc:docMk/>
            <pc:sldMk cId="3246210337" sldId="264"/>
            <ac:graphicFrameMk id="7" creationId="{AFB8EAA8-5927-2271-9C9F-8D5025799A43}"/>
          </ac:graphicFrameMkLst>
        </pc:graphicFrameChg>
      </pc:sldChg>
      <pc:sldChg chg="addSp delSp modSp del mod modClrScheme chgLayout">
        <pc:chgData name="Luca Scialdone" userId="S::luca.scialdone@studenti.unimi.it::50ef4ba9-6c17-4692-a09d-f89ff5e50b3c" providerId="AD" clId="Web-{021D0095-66C3-4E3F-F584-BF2B846B708A}" dt="2026-03-09T18:30:11.120" v="1115"/>
        <pc:sldMkLst>
          <pc:docMk/>
          <pc:sldMk cId="2530224270" sldId="265"/>
        </pc:sldMkLst>
        <pc:spChg chg="mod">
          <ac:chgData name="Luca Scialdone" userId="S::luca.scialdone@studenti.unimi.it::50ef4ba9-6c17-4692-a09d-f89ff5e50b3c" providerId="AD" clId="Web-{021D0095-66C3-4E3F-F584-BF2B846B708A}" dt="2026-03-09T18:26:29.244" v="1099"/>
          <ac:spMkLst>
            <pc:docMk/>
            <pc:sldMk cId="2530224270" sldId="265"/>
            <ac:spMk id="8" creationId="{BEDE34D1-ECE1-865E-C61A-ECAC6BE1AEAA}"/>
          </ac:spMkLst>
        </pc:spChg>
        <pc:spChg chg="add del mod">
          <ac:chgData name="Luca Scialdone" userId="S::luca.scialdone@studenti.unimi.it::50ef4ba9-6c17-4692-a09d-f89ff5e50b3c" providerId="AD" clId="Web-{021D0095-66C3-4E3F-F584-BF2B846B708A}" dt="2026-03-09T18:17:12.275" v="829"/>
          <ac:spMkLst>
            <pc:docMk/>
            <pc:sldMk cId="2530224270" sldId="265"/>
            <ac:spMk id="24" creationId="{310A54E4-987D-5F46-7F66-B4A18FD7C651}"/>
          </ac:spMkLst>
        </pc:spChg>
        <pc:graphicFrameChg chg="mod ord">
          <ac:chgData name="Luca Scialdone" userId="S::luca.scialdone@studenti.unimi.it::50ef4ba9-6c17-4692-a09d-f89ff5e50b3c" providerId="AD" clId="Web-{021D0095-66C3-4E3F-F584-BF2B846B708A}" dt="2026-03-09T18:26:55.931" v="1101"/>
          <ac:graphicFrameMkLst>
            <pc:docMk/>
            <pc:sldMk cId="2530224270" sldId="265"/>
            <ac:graphicFrameMk id="56" creationId="{036CF1C0-E1ED-3189-7CAF-012C55714494}"/>
          </ac:graphicFrameMkLst>
        </pc:graphicFrameChg>
        <pc:picChg chg="mod">
          <ac:chgData name="Luca Scialdone" userId="S::luca.scialdone@studenti.unimi.it::50ef4ba9-6c17-4692-a09d-f89ff5e50b3c" providerId="AD" clId="Web-{021D0095-66C3-4E3F-F584-BF2B846B708A}" dt="2026-03-09T18:26:29.244" v="1099"/>
          <ac:picMkLst>
            <pc:docMk/>
            <pc:sldMk cId="2530224270" sldId="265"/>
            <ac:picMk id="55" creationId="{A64E7C97-013C-506B-7A5B-F1AB7DBFC627}"/>
          </ac:picMkLst>
        </pc:picChg>
      </pc:sldChg>
      <pc:sldChg chg="modSp mod modClrScheme chgLayout">
        <pc:chgData name="Luca Scialdone" userId="S::luca.scialdone@studenti.unimi.it::50ef4ba9-6c17-4692-a09d-f89ff5e50b3c" providerId="AD" clId="Web-{021D0095-66C3-4E3F-F584-BF2B846B708A}" dt="2026-03-09T18:26:55.931" v="1101"/>
        <pc:sldMkLst>
          <pc:docMk/>
          <pc:sldMk cId="766381129" sldId="266"/>
        </pc:sldMkLst>
        <pc:spChg chg="mod ord">
          <ac:chgData name="Luca Scialdone" userId="S::luca.scialdone@studenti.unimi.it::50ef4ba9-6c17-4692-a09d-f89ff5e50b3c" providerId="AD" clId="Web-{021D0095-66C3-4E3F-F584-BF2B846B708A}" dt="2026-03-09T18:26:55.931" v="1101"/>
          <ac:spMkLst>
            <pc:docMk/>
            <pc:sldMk cId="766381129" sldId="266"/>
            <ac:spMk id="2" creationId="{CC9FDC01-0797-7BF9-CA8A-7BA6F7443730}"/>
          </ac:spMkLst>
        </pc:spChg>
        <pc:spChg chg="mod ord">
          <ac:chgData name="Luca Scialdone" userId="S::luca.scialdone@studenti.unimi.it::50ef4ba9-6c17-4692-a09d-f89ff5e50b3c" providerId="AD" clId="Web-{021D0095-66C3-4E3F-F584-BF2B846B708A}" dt="2026-03-09T18:26:55.931" v="1101"/>
          <ac:spMkLst>
            <pc:docMk/>
            <pc:sldMk cId="766381129" sldId="266"/>
            <ac:spMk id="3" creationId="{BDB48D9C-C132-39D7-E3DE-D190A798AFCE}"/>
          </ac:spMkLst>
        </pc:spChg>
      </pc:sldChg>
      <pc:sldChg chg="modSp mod modClrScheme chgLayout">
        <pc:chgData name="Luca Scialdone" userId="S::luca.scialdone@studenti.unimi.it::50ef4ba9-6c17-4692-a09d-f89ff5e50b3c" providerId="AD" clId="Web-{021D0095-66C3-4E3F-F584-BF2B846B708A}" dt="2026-03-09T18:26:55.931" v="1101"/>
        <pc:sldMkLst>
          <pc:docMk/>
          <pc:sldMk cId="3376693258" sldId="267"/>
        </pc:sldMkLst>
        <pc:spChg chg="mod ord">
          <ac:chgData name="Luca Scialdone" userId="S::luca.scialdone@studenti.unimi.it::50ef4ba9-6c17-4692-a09d-f89ff5e50b3c" providerId="AD" clId="Web-{021D0095-66C3-4E3F-F584-BF2B846B708A}" dt="2026-03-09T18:26:55.931" v="1101"/>
          <ac:spMkLst>
            <pc:docMk/>
            <pc:sldMk cId="3376693258" sldId="267"/>
            <ac:spMk id="2" creationId="{E639A0E3-6788-46BD-1247-5057AE04F6D1}"/>
          </ac:spMkLst>
        </pc:spChg>
        <pc:spChg chg="mod ord">
          <ac:chgData name="Luca Scialdone" userId="S::luca.scialdone@studenti.unimi.it::50ef4ba9-6c17-4692-a09d-f89ff5e50b3c" providerId="AD" clId="Web-{021D0095-66C3-4E3F-F584-BF2B846B708A}" dt="2026-03-09T18:26:55.931" v="1101"/>
          <ac:spMkLst>
            <pc:docMk/>
            <pc:sldMk cId="3376693258" sldId="267"/>
            <ac:spMk id="3" creationId="{41A773E5-04A1-4C1B-497C-034A3788CF0E}"/>
          </ac:spMkLst>
        </pc:spChg>
      </pc:sldChg>
      <pc:sldChg chg="delSp modSp new del mod modClrScheme chgLayout">
        <pc:chgData name="Luca Scialdone" userId="S::luca.scialdone@studenti.unimi.it::50ef4ba9-6c17-4692-a09d-f89ff5e50b3c" providerId="AD" clId="Web-{021D0095-66C3-4E3F-F584-BF2B846B708A}" dt="2026-03-09T18:28:52.885" v="1114"/>
        <pc:sldMkLst>
          <pc:docMk/>
          <pc:sldMk cId="4066247702" sldId="268"/>
        </pc:sldMkLst>
        <pc:spChg chg="del">
          <ac:chgData name="Luca Scialdone" userId="S::luca.scialdone@studenti.unimi.it::50ef4ba9-6c17-4692-a09d-f89ff5e50b3c" providerId="AD" clId="Web-{021D0095-66C3-4E3F-F584-BF2B846B708A}" dt="2026-03-09T18:02:01.004" v="218"/>
          <ac:spMkLst>
            <pc:docMk/>
            <pc:sldMk cId="4066247702" sldId="268"/>
            <ac:spMk id="2" creationId="{71FBF68D-1B71-FF44-E267-D3D0252186A8}"/>
          </ac:spMkLst>
        </pc:spChg>
        <pc:spChg chg="mod ord">
          <ac:chgData name="Luca Scialdone" userId="S::luca.scialdone@studenti.unimi.it::50ef4ba9-6c17-4692-a09d-f89ff5e50b3c" providerId="AD" clId="Web-{021D0095-66C3-4E3F-F584-BF2B846B708A}" dt="2026-03-09T18:26:55.931" v="1101"/>
          <ac:spMkLst>
            <pc:docMk/>
            <pc:sldMk cId="4066247702" sldId="268"/>
            <ac:spMk id="3" creationId="{F8486F15-AA3F-2B7A-537C-B3746CFF4EDF}"/>
          </ac:spMkLst>
        </pc:spChg>
      </pc:sldChg>
      <pc:sldChg chg="addSp delSp modSp new mod setBg modClrScheme chgLayout">
        <pc:chgData name="Luca Scialdone" userId="S::luca.scialdone@studenti.unimi.it::50ef4ba9-6c17-4692-a09d-f89ff5e50b3c" providerId="AD" clId="Web-{021D0095-66C3-4E3F-F584-BF2B846B708A}" dt="2026-03-09T18:37:15.136" v="1184" actId="20577"/>
        <pc:sldMkLst>
          <pc:docMk/>
          <pc:sldMk cId="3365558774" sldId="269"/>
        </pc:sldMkLst>
        <pc:spChg chg="del">
          <ac:chgData name="Luca Scialdone" userId="S::luca.scialdone@studenti.unimi.it::50ef4ba9-6c17-4692-a09d-f89ff5e50b3c" providerId="AD" clId="Web-{021D0095-66C3-4E3F-F584-BF2B846B708A}" dt="2026-03-09T18:09:54.548" v="769"/>
          <ac:spMkLst>
            <pc:docMk/>
            <pc:sldMk cId="3365558774" sldId="269"/>
            <ac:spMk id="2" creationId="{B96E4054-E4A2-CC66-565E-379EE89EDDF4}"/>
          </ac:spMkLst>
        </pc:spChg>
        <pc:spChg chg="del mod">
          <ac:chgData name="Luca Scialdone" userId="S::luca.scialdone@studenti.unimi.it::50ef4ba9-6c17-4692-a09d-f89ff5e50b3c" providerId="AD" clId="Web-{021D0095-66C3-4E3F-F584-BF2B846B708A}" dt="2026-03-09T18:21:36.709" v="1067"/>
          <ac:spMkLst>
            <pc:docMk/>
            <pc:sldMk cId="3365558774" sldId="269"/>
            <ac:spMk id="3" creationId="{6577B965-5474-9B6C-2ABC-1CE1E7C585BD}"/>
          </ac:spMkLst>
        </pc:spChg>
        <pc:spChg chg="add del">
          <ac:chgData name="Luca Scialdone" userId="S::luca.scialdone@studenti.unimi.it::50ef4ba9-6c17-4692-a09d-f89ff5e50b3c" providerId="AD" clId="Web-{021D0095-66C3-4E3F-F584-BF2B846B708A}" dt="2026-03-09T18:10:33.691" v="775"/>
          <ac:spMkLst>
            <pc:docMk/>
            <pc:sldMk cId="3365558774" sldId="269"/>
            <ac:spMk id="4" creationId="{3C48B4DE-8013-05E7-D5C2-800C80B63B85}"/>
          </ac:spMkLst>
        </pc:spChg>
        <pc:spChg chg="add del">
          <ac:chgData name="Luca Scialdone" userId="S::luca.scialdone@studenti.unimi.it::50ef4ba9-6c17-4692-a09d-f89ff5e50b3c" providerId="AD" clId="Web-{021D0095-66C3-4E3F-F584-BF2B846B708A}" dt="2026-03-09T18:10:54.412" v="777"/>
          <ac:spMkLst>
            <pc:docMk/>
            <pc:sldMk cId="3365558774" sldId="269"/>
            <ac:spMk id="5" creationId="{C90BB8E9-28C1-21FC-FC46-94E50D4131FC}"/>
          </ac:spMkLst>
        </pc:spChg>
        <pc:spChg chg="add del mod">
          <ac:chgData name="Luca Scialdone" userId="S::luca.scialdone@studenti.unimi.it::50ef4ba9-6c17-4692-a09d-f89ff5e50b3c" providerId="AD" clId="Web-{021D0095-66C3-4E3F-F584-BF2B846B708A}" dt="2026-03-09T18:13:53.283" v="789"/>
          <ac:spMkLst>
            <pc:docMk/>
            <pc:sldMk cId="3365558774" sldId="269"/>
            <ac:spMk id="6" creationId="{CA32771A-B612-9214-11E3-08250782D2B7}"/>
          </ac:spMkLst>
        </pc:spChg>
        <pc:spChg chg="add del mod">
          <ac:chgData name="Luca Scialdone" userId="S::luca.scialdone@studenti.unimi.it::50ef4ba9-6c17-4692-a09d-f89ff5e50b3c" providerId="AD" clId="Web-{021D0095-66C3-4E3F-F584-BF2B846B708A}" dt="2026-03-09T18:17:36.620" v="835"/>
          <ac:spMkLst>
            <pc:docMk/>
            <pc:sldMk cId="3365558774" sldId="269"/>
            <ac:spMk id="7" creationId="{2B40BDD6-805D-1583-649E-55669795E464}"/>
          </ac:spMkLst>
        </pc:spChg>
        <pc:spChg chg="add del mod">
          <ac:chgData name="Luca Scialdone" userId="S::luca.scialdone@studenti.unimi.it::50ef4ba9-6c17-4692-a09d-f89ff5e50b3c" providerId="AD" clId="Web-{021D0095-66C3-4E3F-F584-BF2B846B708A}" dt="2026-03-09T18:14:20.377" v="796"/>
          <ac:spMkLst>
            <pc:docMk/>
            <pc:sldMk cId="3365558774" sldId="269"/>
            <ac:spMk id="8" creationId="{56D9A36F-5EBC-CC45-3478-29ACF46ED15E}"/>
          </ac:spMkLst>
        </pc:spChg>
        <pc:spChg chg="add mod">
          <ac:chgData name="Luca Scialdone" userId="S::luca.scialdone@studenti.unimi.it::50ef4ba9-6c17-4692-a09d-f89ff5e50b3c" providerId="AD" clId="Web-{021D0095-66C3-4E3F-F584-BF2B846B708A}" dt="2026-03-09T18:37:15.136" v="1184" actId="20577"/>
          <ac:spMkLst>
            <pc:docMk/>
            <pc:sldMk cId="3365558774" sldId="269"/>
            <ac:spMk id="9" creationId="{BF4A630F-EE92-7ECA-F431-83C1C67A27E7}"/>
          </ac:spMkLst>
        </pc:spChg>
        <pc:spChg chg="add del mod">
          <ac:chgData name="Luca Scialdone" userId="S::luca.scialdone@studenti.unimi.it::50ef4ba9-6c17-4692-a09d-f89ff5e50b3c" providerId="AD" clId="Web-{021D0095-66C3-4E3F-F584-BF2B846B708A}" dt="2026-03-09T18:19:08.922" v="850"/>
          <ac:spMkLst>
            <pc:docMk/>
            <pc:sldMk cId="3365558774" sldId="269"/>
            <ac:spMk id="55" creationId="{0BE057BC-E4D0-E42B-EEE1-744BA94112E5}"/>
          </ac:spMkLst>
        </pc:spChg>
        <pc:spChg chg="add del mod">
          <ac:chgData name="Luca Scialdone" userId="S::luca.scialdone@studenti.unimi.it::50ef4ba9-6c17-4692-a09d-f89ff5e50b3c" providerId="AD" clId="Web-{021D0095-66C3-4E3F-F584-BF2B846B708A}" dt="2026-03-09T18:21:41.600" v="1068"/>
          <ac:spMkLst>
            <pc:docMk/>
            <pc:sldMk cId="3365558774" sldId="269"/>
            <ac:spMk id="1167" creationId="{9DF6768E-30E4-A5B8-A2BB-927A70CEE7F7}"/>
          </ac:spMkLst>
        </pc:spChg>
        <pc:graphicFrameChg chg="add del">
          <ac:chgData name="Luca Scialdone" userId="S::luca.scialdone@studenti.unimi.it::50ef4ba9-6c17-4692-a09d-f89ff5e50b3c" providerId="AD" clId="Web-{021D0095-66C3-4E3F-F584-BF2B846B708A}" dt="2026-03-09T18:17:34.620" v="832"/>
          <ac:graphicFrameMkLst>
            <pc:docMk/>
            <pc:sldMk cId="3365558774" sldId="269"/>
            <ac:graphicFrameMk id="11" creationId="{191300D4-5691-BD76-392B-51FD560888C6}"/>
          </ac:graphicFrameMkLst>
        </pc:graphicFrameChg>
        <pc:graphicFrameChg chg="add del">
          <ac:chgData name="Luca Scialdone" userId="S::luca.scialdone@studenti.unimi.it::50ef4ba9-6c17-4692-a09d-f89ff5e50b3c" providerId="AD" clId="Web-{021D0095-66C3-4E3F-F584-BF2B846B708A}" dt="2026-03-09T18:17:36.589" v="834"/>
          <ac:graphicFrameMkLst>
            <pc:docMk/>
            <pc:sldMk cId="3365558774" sldId="269"/>
            <ac:graphicFrameMk id="13" creationId="{245A46E7-C066-E659-3C58-44C4980CA895}"/>
          </ac:graphicFrameMkLst>
        </pc:graphicFrameChg>
        <pc:graphicFrameChg chg="add mod modGraphic">
          <ac:chgData name="Luca Scialdone" userId="S::luca.scialdone@studenti.unimi.it::50ef4ba9-6c17-4692-a09d-f89ff5e50b3c" providerId="AD" clId="Web-{021D0095-66C3-4E3F-F584-BF2B846B708A}" dt="2026-03-09T18:37:04.855" v="1183" actId="20577"/>
          <ac:graphicFrameMkLst>
            <pc:docMk/>
            <pc:sldMk cId="3365558774" sldId="269"/>
            <ac:graphicFrameMk id="15" creationId="{191300D4-5691-BD76-392B-51FD560888C6}"/>
          </ac:graphicFrameMkLst>
        </pc:graphicFrameChg>
        <pc:graphicFrameChg chg="add mod modGraphic">
          <ac:chgData name="Luca Scialdone" userId="S::luca.scialdone@studenti.unimi.it::50ef4ba9-6c17-4692-a09d-f89ff5e50b3c" providerId="AD" clId="Web-{021D0095-66C3-4E3F-F584-BF2B846B708A}" dt="2026-03-09T18:36:49.526" v="1181" actId="20577"/>
          <ac:graphicFrameMkLst>
            <pc:docMk/>
            <pc:sldMk cId="3365558774" sldId="269"/>
            <ac:graphicFrameMk id="24" creationId="{7EC4DBD9-3CAE-F62F-8F3A-1CDAB6DC2596}"/>
          </ac:graphicFrameMkLst>
        </pc:graphicFrameChg>
      </pc:sldChg>
      <pc:sldChg chg="add del replId">
        <pc:chgData name="Luca Scialdone" userId="S::luca.scialdone@studenti.unimi.it::50ef4ba9-6c17-4692-a09d-f89ff5e50b3c" providerId="AD" clId="Web-{021D0095-66C3-4E3F-F584-BF2B846B708A}" dt="2026-03-09T18:18:19.576" v="840"/>
        <pc:sldMkLst>
          <pc:docMk/>
          <pc:sldMk cId="715165758" sldId="270"/>
        </pc:sldMkLst>
      </pc:sldChg>
      <pc:sldChg chg="addSp delSp modSp mod modClrScheme delDesignElem chgLayout">
        <pc:chgData name="Luca Scialdone" userId="S::luca.scialdone@studenti.unimi.it::50ef4ba9-6c17-4692-a09d-f89ff5e50b3c" providerId="AD" clId="Web-{021D0095-66C3-4E3F-F584-BF2B846B708A}" dt="2026-03-09T18:26:55.931" v="1101"/>
        <pc:sldMkLst>
          <pc:docMk/>
          <pc:sldMk cId="2506082688" sldId="270"/>
        </pc:sldMkLst>
        <pc:spChg chg="mod ord">
          <ac:chgData name="Luca Scialdone" userId="S::luca.scialdone@studenti.unimi.it::50ef4ba9-6c17-4692-a09d-f89ff5e50b3c" providerId="AD" clId="Web-{021D0095-66C3-4E3F-F584-BF2B846B708A}" dt="2026-03-09T18:26:55.931" v="1101"/>
          <ac:spMkLst>
            <pc:docMk/>
            <pc:sldMk cId="2506082688" sldId="270"/>
            <ac:spMk id="2" creationId="{C78BA011-B30D-0B53-8D95-FEDBCD21CA7D}"/>
          </ac:spMkLst>
        </pc:spChg>
        <pc:spChg chg="mod ord">
          <ac:chgData name="Luca Scialdone" userId="S::luca.scialdone@studenti.unimi.it::50ef4ba9-6c17-4692-a09d-f89ff5e50b3c" providerId="AD" clId="Web-{021D0095-66C3-4E3F-F584-BF2B846B708A}" dt="2026-03-09T18:26:55.931" v="1101"/>
          <ac:spMkLst>
            <pc:docMk/>
            <pc:sldMk cId="2506082688" sldId="270"/>
            <ac:spMk id="3" creationId="{3335B794-C1D0-0D65-41E6-C095253B32D6}"/>
          </ac:spMkLst>
        </pc:spChg>
        <pc:spChg chg="add del mod">
          <ac:chgData name="Luca Scialdone" userId="S::luca.scialdone@studenti.unimi.it::50ef4ba9-6c17-4692-a09d-f89ff5e50b3c" providerId="AD" clId="Web-{021D0095-66C3-4E3F-F584-BF2B846B708A}" dt="2026-03-09T18:26:55.931" v="1101"/>
          <ac:spMkLst>
            <pc:docMk/>
            <pc:sldMk cId="2506082688" sldId="270"/>
            <ac:spMk id="8" creationId="{1B15ED52-F352-441B-82BF-E0EA34836D08}"/>
          </ac:spMkLst>
        </pc:spChg>
        <pc:spChg chg="add del mod">
          <ac:chgData name="Luca Scialdone" userId="S::luca.scialdone@studenti.unimi.it::50ef4ba9-6c17-4692-a09d-f89ff5e50b3c" providerId="AD" clId="Web-{021D0095-66C3-4E3F-F584-BF2B846B708A}" dt="2026-03-09T18:26:55.931" v="1101"/>
          <ac:spMkLst>
            <pc:docMk/>
            <pc:sldMk cId="2506082688" sldId="270"/>
            <ac:spMk id="10" creationId="{3B2E3793-BFE6-45A2-9B7B-E18844431C99}"/>
          </ac:spMkLst>
        </pc:spChg>
        <pc:spChg chg="add del mod">
          <ac:chgData name="Luca Scialdone" userId="S::luca.scialdone@studenti.unimi.it::50ef4ba9-6c17-4692-a09d-f89ff5e50b3c" providerId="AD" clId="Web-{021D0095-66C3-4E3F-F584-BF2B846B708A}" dt="2026-03-09T18:26:55.931" v="1101"/>
          <ac:spMkLst>
            <pc:docMk/>
            <pc:sldMk cId="2506082688" sldId="270"/>
            <ac:spMk id="12" creationId="{BC4C4868-CB8F-4AF9-9CDB-8108F2C19B67}"/>
          </ac:spMkLst>
        </pc:spChg>
        <pc:spChg chg="add del mod">
          <ac:chgData name="Luca Scialdone" userId="S::luca.scialdone@studenti.unimi.it::50ef4ba9-6c17-4692-a09d-f89ff5e50b3c" providerId="AD" clId="Web-{021D0095-66C3-4E3F-F584-BF2B846B708A}" dt="2026-03-09T18:26:55.931" v="1101"/>
          <ac:spMkLst>
            <pc:docMk/>
            <pc:sldMk cId="2506082688" sldId="270"/>
            <ac:spMk id="14" creationId="{375E0459-6403-40CD-989D-56A4407CA12E}"/>
          </ac:spMkLst>
        </pc:spChg>
        <pc:spChg chg="add del mod">
          <ac:chgData name="Luca Scialdone" userId="S::luca.scialdone@studenti.unimi.it::50ef4ba9-6c17-4692-a09d-f89ff5e50b3c" providerId="AD" clId="Web-{021D0095-66C3-4E3F-F584-BF2B846B708A}" dt="2026-03-09T18:26:55.931" v="1101"/>
          <ac:spMkLst>
            <pc:docMk/>
            <pc:sldMk cId="2506082688" sldId="270"/>
            <ac:spMk id="16" creationId="{53E5B1A8-3AC9-4BD1-9BBC-78CA94F2D1BA}"/>
          </ac:spMkLst>
        </pc:spChg>
      </pc:sldChg>
      <pc:sldMasterChg chg="modSp add del addSldLayout delSldLayout modSldLayout">
        <pc:chgData name="Luca Scialdone" userId="S::luca.scialdone@studenti.unimi.it::50ef4ba9-6c17-4692-a09d-f89ff5e50b3c" providerId="AD" clId="Web-{021D0095-66C3-4E3F-F584-BF2B846B708A}" dt="2026-03-09T18:26:55.931" v="1101"/>
        <pc:sldMasterMkLst>
          <pc:docMk/>
          <pc:sldMasterMk cId="1801931499" sldId="2147483648"/>
        </pc:sldMasterMkLst>
        <pc:spChg chg="mod">
          <ac:chgData name="Luca Scialdone" userId="S::luca.scialdone@studenti.unimi.it::50ef4ba9-6c17-4692-a09d-f89ff5e50b3c" providerId="AD" clId="Web-{021D0095-66C3-4E3F-F584-BF2B846B708A}" dt="2026-03-09T18:26:29.244" v="1099"/>
          <ac:spMkLst>
            <pc:docMk/>
            <pc:sldMasterMk cId="1801931499" sldId="2147483648"/>
            <ac:spMk id="2" creationId="{00000000-0000-0000-0000-000000000000}"/>
          </ac:spMkLst>
        </pc:spChg>
        <pc:spChg chg="mod">
          <ac:chgData name="Luca Scialdone" userId="S::luca.scialdone@studenti.unimi.it::50ef4ba9-6c17-4692-a09d-f89ff5e50b3c" providerId="AD" clId="Web-{021D0095-66C3-4E3F-F584-BF2B846B708A}" dt="2026-03-09T18:26:29.244" v="1099"/>
          <ac:spMkLst>
            <pc:docMk/>
            <pc:sldMasterMk cId="1801931499" sldId="2147483648"/>
            <ac:spMk id="3" creationId="{00000000-0000-0000-0000-000000000000}"/>
          </ac:spMkLst>
        </pc:spChg>
        <pc:spChg chg="mod">
          <ac:chgData name="Luca Scialdone" userId="S::luca.scialdone@studenti.unimi.it::50ef4ba9-6c17-4692-a09d-f89ff5e50b3c" providerId="AD" clId="Web-{021D0095-66C3-4E3F-F584-BF2B846B708A}" dt="2026-03-09T18:26:29.244" v="1099"/>
          <ac:spMkLst>
            <pc:docMk/>
            <pc:sldMasterMk cId="1801931499" sldId="2147483648"/>
            <ac:spMk id="4" creationId="{00000000-0000-0000-0000-000000000000}"/>
          </ac:spMkLst>
        </pc:spChg>
        <pc:spChg chg="mod">
          <ac:chgData name="Luca Scialdone" userId="S::luca.scialdone@studenti.unimi.it::50ef4ba9-6c17-4692-a09d-f89ff5e50b3c" providerId="AD" clId="Web-{021D0095-66C3-4E3F-F584-BF2B846B708A}" dt="2026-03-09T18:26:29.244" v="1099"/>
          <ac:spMkLst>
            <pc:docMk/>
            <pc:sldMasterMk cId="1801931499" sldId="2147483648"/>
            <ac:spMk id="5" creationId="{00000000-0000-0000-0000-000000000000}"/>
          </ac:spMkLst>
        </pc:spChg>
        <pc:spChg chg="mod">
          <ac:chgData name="Luca Scialdone" userId="S::luca.scialdone@studenti.unimi.it::50ef4ba9-6c17-4692-a09d-f89ff5e50b3c" providerId="AD" clId="Web-{021D0095-66C3-4E3F-F584-BF2B846B708A}" dt="2026-03-09T18:26:29.244" v="1099"/>
          <ac:spMkLst>
            <pc:docMk/>
            <pc:sldMasterMk cId="1801931499" sldId="2147483648"/>
            <ac:spMk id="6" creationId="{00000000-0000-0000-0000-000000000000}"/>
          </ac:spMkLst>
        </pc:spChg>
        <pc:sldLayoutChg chg="modSp add del">
          <pc:chgData name="Luca Scialdone" userId="S::luca.scialdone@studenti.unimi.it::50ef4ba9-6c17-4692-a09d-f89ff5e50b3c" providerId="AD" clId="Web-{021D0095-66C3-4E3F-F584-BF2B846B708A}" dt="2026-03-09T18:26:55.931" v="1101"/>
          <pc:sldLayoutMkLst>
            <pc:docMk/>
            <pc:sldMasterMk cId="1801931499" sldId="2147483648"/>
            <pc:sldLayoutMk cId="3186192645" sldId="2147483649"/>
          </pc:sldLayoutMkLst>
          <pc:spChg chg="mod">
            <ac:chgData name="Luca Scialdone" userId="S::luca.scialdone@studenti.unimi.it::50ef4ba9-6c17-4692-a09d-f89ff5e50b3c" providerId="AD" clId="Web-{021D0095-66C3-4E3F-F584-BF2B846B708A}" dt="2026-03-09T18:26:29.244" v="1099"/>
            <ac:spMkLst>
              <pc:docMk/>
              <pc:sldMasterMk cId="1801931499" sldId="2147483648"/>
              <pc:sldLayoutMk cId="3186192645" sldId="2147483649"/>
              <ac:spMk id="2" creationId="{00000000-0000-0000-0000-000000000000}"/>
            </ac:spMkLst>
          </pc:spChg>
          <pc:spChg chg="mod">
            <ac:chgData name="Luca Scialdone" userId="S::luca.scialdone@studenti.unimi.it::50ef4ba9-6c17-4692-a09d-f89ff5e50b3c" providerId="AD" clId="Web-{021D0095-66C3-4E3F-F584-BF2B846B708A}" dt="2026-03-09T18:26:29.244" v="1099"/>
            <ac:spMkLst>
              <pc:docMk/>
              <pc:sldMasterMk cId="1801931499" sldId="2147483648"/>
              <pc:sldLayoutMk cId="3186192645" sldId="2147483649"/>
              <ac:spMk id="3" creationId="{00000000-0000-0000-0000-000000000000}"/>
            </ac:spMkLst>
          </pc:spChg>
        </pc:sldLayoutChg>
        <pc:sldLayoutChg chg="add del">
          <pc:chgData name="Luca Scialdone" userId="S::luca.scialdone@studenti.unimi.it::50ef4ba9-6c17-4692-a09d-f89ff5e50b3c" providerId="AD" clId="Web-{021D0095-66C3-4E3F-F584-BF2B846B708A}" dt="2026-03-09T18:26:55.931" v="1101"/>
          <pc:sldLayoutMkLst>
            <pc:docMk/>
            <pc:sldMasterMk cId="1801931499" sldId="2147483648"/>
            <pc:sldLayoutMk cId="126318104" sldId="2147483650"/>
          </pc:sldLayoutMkLst>
        </pc:sldLayoutChg>
        <pc:sldLayoutChg chg="modSp add del">
          <pc:chgData name="Luca Scialdone" userId="S::luca.scialdone@studenti.unimi.it::50ef4ba9-6c17-4692-a09d-f89ff5e50b3c" providerId="AD" clId="Web-{021D0095-66C3-4E3F-F584-BF2B846B708A}" dt="2026-03-09T18:26:55.931" v="1101"/>
          <pc:sldLayoutMkLst>
            <pc:docMk/>
            <pc:sldMasterMk cId="1801931499" sldId="2147483648"/>
            <pc:sldLayoutMk cId="3577393581" sldId="2147483651"/>
          </pc:sldLayoutMkLst>
          <pc:spChg chg="mod">
            <ac:chgData name="Luca Scialdone" userId="S::luca.scialdone@studenti.unimi.it::50ef4ba9-6c17-4692-a09d-f89ff5e50b3c" providerId="AD" clId="Web-{021D0095-66C3-4E3F-F584-BF2B846B708A}" dt="2026-03-09T18:26:29.244" v="1099"/>
            <ac:spMkLst>
              <pc:docMk/>
              <pc:sldMasterMk cId="1801931499" sldId="2147483648"/>
              <pc:sldLayoutMk cId="3577393581" sldId="2147483651"/>
              <ac:spMk id="2" creationId="{00000000-0000-0000-0000-000000000000}"/>
            </ac:spMkLst>
          </pc:spChg>
          <pc:spChg chg="mod">
            <ac:chgData name="Luca Scialdone" userId="S::luca.scialdone@studenti.unimi.it::50ef4ba9-6c17-4692-a09d-f89ff5e50b3c" providerId="AD" clId="Web-{021D0095-66C3-4E3F-F584-BF2B846B708A}" dt="2026-03-09T18:26:29.244" v="1099"/>
            <ac:spMkLst>
              <pc:docMk/>
              <pc:sldMasterMk cId="1801931499" sldId="2147483648"/>
              <pc:sldLayoutMk cId="3577393581" sldId="2147483651"/>
              <ac:spMk id="3" creationId="{00000000-0000-0000-0000-000000000000}"/>
            </ac:spMkLst>
          </pc:spChg>
        </pc:sldLayoutChg>
        <pc:sldLayoutChg chg="modSp add del">
          <pc:chgData name="Luca Scialdone" userId="S::luca.scialdone@studenti.unimi.it::50ef4ba9-6c17-4692-a09d-f89ff5e50b3c" providerId="AD" clId="Web-{021D0095-66C3-4E3F-F584-BF2B846B708A}" dt="2026-03-09T18:26:55.931" v="1101"/>
          <pc:sldLayoutMkLst>
            <pc:docMk/>
            <pc:sldMasterMk cId="1801931499" sldId="2147483648"/>
            <pc:sldLayoutMk cId="1284089777" sldId="2147483652"/>
          </pc:sldLayoutMkLst>
          <pc:spChg chg="mod">
            <ac:chgData name="Luca Scialdone" userId="S::luca.scialdone@studenti.unimi.it::50ef4ba9-6c17-4692-a09d-f89ff5e50b3c" providerId="AD" clId="Web-{021D0095-66C3-4E3F-F584-BF2B846B708A}" dt="2026-03-09T18:26:29.244" v="1099"/>
            <ac:spMkLst>
              <pc:docMk/>
              <pc:sldMasterMk cId="1801931499" sldId="2147483648"/>
              <pc:sldLayoutMk cId="1284089777" sldId="2147483652"/>
              <ac:spMk id="3" creationId="{00000000-0000-0000-0000-000000000000}"/>
            </ac:spMkLst>
          </pc:spChg>
          <pc:spChg chg="mod">
            <ac:chgData name="Luca Scialdone" userId="S::luca.scialdone@studenti.unimi.it::50ef4ba9-6c17-4692-a09d-f89ff5e50b3c" providerId="AD" clId="Web-{021D0095-66C3-4E3F-F584-BF2B846B708A}" dt="2026-03-09T18:26:29.244" v="1099"/>
            <ac:spMkLst>
              <pc:docMk/>
              <pc:sldMasterMk cId="1801931499" sldId="2147483648"/>
              <pc:sldLayoutMk cId="1284089777" sldId="2147483652"/>
              <ac:spMk id="4" creationId="{00000000-0000-0000-0000-000000000000}"/>
            </ac:spMkLst>
          </pc:spChg>
        </pc:sldLayoutChg>
        <pc:sldLayoutChg chg="modSp add del">
          <pc:chgData name="Luca Scialdone" userId="S::luca.scialdone@studenti.unimi.it::50ef4ba9-6c17-4692-a09d-f89ff5e50b3c" providerId="AD" clId="Web-{021D0095-66C3-4E3F-F584-BF2B846B708A}" dt="2026-03-09T18:26:55.931" v="1101"/>
          <pc:sldLayoutMkLst>
            <pc:docMk/>
            <pc:sldMasterMk cId="1801931499" sldId="2147483648"/>
            <pc:sldLayoutMk cId="2747982985" sldId="2147483653"/>
          </pc:sldLayoutMkLst>
          <pc:spChg chg="mod">
            <ac:chgData name="Luca Scialdone" userId="S::luca.scialdone@studenti.unimi.it::50ef4ba9-6c17-4692-a09d-f89ff5e50b3c" providerId="AD" clId="Web-{021D0095-66C3-4E3F-F584-BF2B846B708A}" dt="2026-03-09T18:26:29.244" v="1099"/>
            <ac:spMkLst>
              <pc:docMk/>
              <pc:sldMasterMk cId="1801931499" sldId="2147483648"/>
              <pc:sldLayoutMk cId="2747982985" sldId="2147483653"/>
              <ac:spMk id="2" creationId="{00000000-0000-0000-0000-000000000000}"/>
            </ac:spMkLst>
          </pc:spChg>
          <pc:spChg chg="mod">
            <ac:chgData name="Luca Scialdone" userId="S::luca.scialdone@studenti.unimi.it::50ef4ba9-6c17-4692-a09d-f89ff5e50b3c" providerId="AD" clId="Web-{021D0095-66C3-4E3F-F584-BF2B846B708A}" dt="2026-03-09T18:26:29.244" v="1099"/>
            <ac:spMkLst>
              <pc:docMk/>
              <pc:sldMasterMk cId="1801931499" sldId="2147483648"/>
              <pc:sldLayoutMk cId="2747982985" sldId="2147483653"/>
              <ac:spMk id="3" creationId="{00000000-0000-0000-0000-000000000000}"/>
            </ac:spMkLst>
          </pc:spChg>
          <pc:spChg chg="mod">
            <ac:chgData name="Luca Scialdone" userId="S::luca.scialdone@studenti.unimi.it::50ef4ba9-6c17-4692-a09d-f89ff5e50b3c" providerId="AD" clId="Web-{021D0095-66C3-4E3F-F584-BF2B846B708A}" dt="2026-03-09T18:26:29.244" v="1099"/>
            <ac:spMkLst>
              <pc:docMk/>
              <pc:sldMasterMk cId="1801931499" sldId="2147483648"/>
              <pc:sldLayoutMk cId="2747982985" sldId="2147483653"/>
              <ac:spMk id="4" creationId="{00000000-0000-0000-0000-000000000000}"/>
            </ac:spMkLst>
          </pc:spChg>
          <pc:spChg chg="mod">
            <ac:chgData name="Luca Scialdone" userId="S::luca.scialdone@studenti.unimi.it::50ef4ba9-6c17-4692-a09d-f89ff5e50b3c" providerId="AD" clId="Web-{021D0095-66C3-4E3F-F584-BF2B846B708A}" dt="2026-03-09T18:26:29.244" v="1099"/>
            <ac:spMkLst>
              <pc:docMk/>
              <pc:sldMasterMk cId="1801931499" sldId="2147483648"/>
              <pc:sldLayoutMk cId="2747982985" sldId="2147483653"/>
              <ac:spMk id="5" creationId="{00000000-0000-0000-0000-000000000000}"/>
            </ac:spMkLst>
          </pc:spChg>
          <pc:spChg chg="mod">
            <ac:chgData name="Luca Scialdone" userId="S::luca.scialdone@studenti.unimi.it::50ef4ba9-6c17-4692-a09d-f89ff5e50b3c" providerId="AD" clId="Web-{021D0095-66C3-4E3F-F584-BF2B846B708A}" dt="2026-03-09T18:26:29.244" v="1099"/>
            <ac:spMkLst>
              <pc:docMk/>
              <pc:sldMasterMk cId="1801931499" sldId="2147483648"/>
              <pc:sldLayoutMk cId="2747982985" sldId="2147483653"/>
              <ac:spMk id="6" creationId="{00000000-0000-0000-0000-000000000000}"/>
            </ac:spMkLst>
          </pc:spChg>
        </pc:sldLayoutChg>
        <pc:sldLayoutChg chg="add del">
          <pc:chgData name="Luca Scialdone" userId="S::luca.scialdone@studenti.unimi.it::50ef4ba9-6c17-4692-a09d-f89ff5e50b3c" providerId="AD" clId="Web-{021D0095-66C3-4E3F-F584-BF2B846B708A}" dt="2026-03-09T18:26:55.931" v="1101"/>
          <pc:sldLayoutMkLst>
            <pc:docMk/>
            <pc:sldMasterMk cId="1801931499" sldId="2147483648"/>
            <pc:sldLayoutMk cId="331782546" sldId="2147483654"/>
          </pc:sldLayoutMkLst>
        </pc:sldLayoutChg>
        <pc:sldLayoutChg chg="add del">
          <pc:chgData name="Luca Scialdone" userId="S::luca.scialdone@studenti.unimi.it::50ef4ba9-6c17-4692-a09d-f89ff5e50b3c" providerId="AD" clId="Web-{021D0095-66C3-4E3F-F584-BF2B846B708A}" dt="2026-03-09T18:26:55.931" v="1101"/>
          <pc:sldLayoutMkLst>
            <pc:docMk/>
            <pc:sldMasterMk cId="1801931499" sldId="2147483648"/>
            <pc:sldLayoutMk cId="1894095149" sldId="2147483655"/>
          </pc:sldLayoutMkLst>
        </pc:sldLayoutChg>
        <pc:sldLayoutChg chg="modSp add del">
          <pc:chgData name="Luca Scialdone" userId="S::luca.scialdone@studenti.unimi.it::50ef4ba9-6c17-4692-a09d-f89ff5e50b3c" providerId="AD" clId="Web-{021D0095-66C3-4E3F-F584-BF2B846B708A}" dt="2026-03-09T18:26:55.931" v="1101"/>
          <pc:sldLayoutMkLst>
            <pc:docMk/>
            <pc:sldMasterMk cId="1801931499" sldId="2147483648"/>
            <pc:sldLayoutMk cId="2365816325" sldId="2147483656"/>
          </pc:sldLayoutMkLst>
          <pc:spChg chg="mod">
            <ac:chgData name="Luca Scialdone" userId="S::luca.scialdone@studenti.unimi.it::50ef4ba9-6c17-4692-a09d-f89ff5e50b3c" providerId="AD" clId="Web-{021D0095-66C3-4E3F-F584-BF2B846B708A}" dt="2026-03-09T18:26:29.244" v="1099"/>
            <ac:spMkLst>
              <pc:docMk/>
              <pc:sldMasterMk cId="1801931499" sldId="2147483648"/>
              <pc:sldLayoutMk cId="2365816325" sldId="2147483656"/>
              <ac:spMk id="2" creationId="{00000000-0000-0000-0000-000000000000}"/>
            </ac:spMkLst>
          </pc:spChg>
          <pc:spChg chg="mod">
            <ac:chgData name="Luca Scialdone" userId="S::luca.scialdone@studenti.unimi.it::50ef4ba9-6c17-4692-a09d-f89ff5e50b3c" providerId="AD" clId="Web-{021D0095-66C3-4E3F-F584-BF2B846B708A}" dt="2026-03-09T18:26:29.244" v="1099"/>
            <ac:spMkLst>
              <pc:docMk/>
              <pc:sldMasterMk cId="1801931499" sldId="2147483648"/>
              <pc:sldLayoutMk cId="2365816325" sldId="2147483656"/>
              <ac:spMk id="3" creationId="{00000000-0000-0000-0000-000000000000}"/>
            </ac:spMkLst>
          </pc:spChg>
          <pc:spChg chg="mod">
            <ac:chgData name="Luca Scialdone" userId="S::luca.scialdone@studenti.unimi.it::50ef4ba9-6c17-4692-a09d-f89ff5e50b3c" providerId="AD" clId="Web-{021D0095-66C3-4E3F-F584-BF2B846B708A}" dt="2026-03-09T18:26:29.244" v="1099"/>
            <ac:spMkLst>
              <pc:docMk/>
              <pc:sldMasterMk cId="1801931499" sldId="2147483648"/>
              <pc:sldLayoutMk cId="2365816325" sldId="2147483656"/>
              <ac:spMk id="4" creationId="{00000000-0000-0000-0000-000000000000}"/>
            </ac:spMkLst>
          </pc:spChg>
        </pc:sldLayoutChg>
        <pc:sldLayoutChg chg="modSp add del">
          <pc:chgData name="Luca Scialdone" userId="S::luca.scialdone@studenti.unimi.it::50ef4ba9-6c17-4692-a09d-f89ff5e50b3c" providerId="AD" clId="Web-{021D0095-66C3-4E3F-F584-BF2B846B708A}" dt="2026-03-09T18:26:55.931" v="1101"/>
          <pc:sldLayoutMkLst>
            <pc:docMk/>
            <pc:sldMasterMk cId="1801931499" sldId="2147483648"/>
            <pc:sldLayoutMk cId="1688576698" sldId="2147483657"/>
          </pc:sldLayoutMkLst>
          <pc:spChg chg="mod">
            <ac:chgData name="Luca Scialdone" userId="S::luca.scialdone@studenti.unimi.it::50ef4ba9-6c17-4692-a09d-f89ff5e50b3c" providerId="AD" clId="Web-{021D0095-66C3-4E3F-F584-BF2B846B708A}" dt="2026-03-09T18:26:29.244" v="1099"/>
            <ac:spMkLst>
              <pc:docMk/>
              <pc:sldMasterMk cId="1801931499" sldId="2147483648"/>
              <pc:sldLayoutMk cId="1688576698" sldId="2147483657"/>
              <ac:spMk id="2" creationId="{00000000-0000-0000-0000-000000000000}"/>
            </ac:spMkLst>
          </pc:spChg>
          <pc:spChg chg="mod">
            <ac:chgData name="Luca Scialdone" userId="S::luca.scialdone@studenti.unimi.it::50ef4ba9-6c17-4692-a09d-f89ff5e50b3c" providerId="AD" clId="Web-{021D0095-66C3-4E3F-F584-BF2B846B708A}" dt="2026-03-09T18:26:29.244" v="1099"/>
            <ac:spMkLst>
              <pc:docMk/>
              <pc:sldMasterMk cId="1801931499" sldId="2147483648"/>
              <pc:sldLayoutMk cId="1688576698" sldId="2147483657"/>
              <ac:spMk id="3" creationId="{00000000-0000-0000-0000-000000000000}"/>
            </ac:spMkLst>
          </pc:spChg>
          <pc:spChg chg="mod">
            <ac:chgData name="Luca Scialdone" userId="S::luca.scialdone@studenti.unimi.it::50ef4ba9-6c17-4692-a09d-f89ff5e50b3c" providerId="AD" clId="Web-{021D0095-66C3-4E3F-F584-BF2B846B708A}" dt="2026-03-09T18:26:29.244" v="1099"/>
            <ac:spMkLst>
              <pc:docMk/>
              <pc:sldMasterMk cId="1801931499" sldId="2147483648"/>
              <pc:sldLayoutMk cId="1688576698" sldId="2147483657"/>
              <ac:spMk id="4" creationId="{00000000-0000-0000-0000-000000000000}"/>
            </ac:spMkLst>
          </pc:spChg>
        </pc:sldLayoutChg>
        <pc:sldLayoutChg chg="add del">
          <pc:chgData name="Luca Scialdone" userId="S::luca.scialdone@studenti.unimi.it::50ef4ba9-6c17-4692-a09d-f89ff5e50b3c" providerId="AD" clId="Web-{021D0095-66C3-4E3F-F584-BF2B846B708A}" dt="2026-03-09T18:26:55.931" v="1101"/>
          <pc:sldLayoutMkLst>
            <pc:docMk/>
            <pc:sldMasterMk cId="1801931499" sldId="2147483648"/>
            <pc:sldLayoutMk cId="3424469029" sldId="2147483658"/>
          </pc:sldLayoutMkLst>
        </pc:sldLayoutChg>
        <pc:sldLayoutChg chg="modSp add del">
          <pc:chgData name="Luca Scialdone" userId="S::luca.scialdone@studenti.unimi.it::50ef4ba9-6c17-4692-a09d-f89ff5e50b3c" providerId="AD" clId="Web-{021D0095-66C3-4E3F-F584-BF2B846B708A}" dt="2026-03-09T18:26:55.931" v="1101"/>
          <pc:sldLayoutMkLst>
            <pc:docMk/>
            <pc:sldMasterMk cId="1801931499" sldId="2147483648"/>
            <pc:sldLayoutMk cId="1026842362" sldId="2147483659"/>
          </pc:sldLayoutMkLst>
          <pc:spChg chg="mod">
            <ac:chgData name="Luca Scialdone" userId="S::luca.scialdone@studenti.unimi.it::50ef4ba9-6c17-4692-a09d-f89ff5e50b3c" providerId="AD" clId="Web-{021D0095-66C3-4E3F-F584-BF2B846B708A}" dt="2026-03-09T18:26:29.244" v="1099"/>
            <ac:spMkLst>
              <pc:docMk/>
              <pc:sldMasterMk cId="1801931499" sldId="2147483648"/>
              <pc:sldLayoutMk cId="1026842362" sldId="2147483659"/>
              <ac:spMk id="2" creationId="{00000000-0000-0000-0000-000000000000}"/>
            </ac:spMkLst>
          </pc:spChg>
          <pc:spChg chg="mod">
            <ac:chgData name="Luca Scialdone" userId="S::luca.scialdone@studenti.unimi.it::50ef4ba9-6c17-4692-a09d-f89ff5e50b3c" providerId="AD" clId="Web-{021D0095-66C3-4E3F-F584-BF2B846B708A}" dt="2026-03-09T18:26:29.244" v="1099"/>
            <ac:spMkLst>
              <pc:docMk/>
              <pc:sldMasterMk cId="1801931499" sldId="2147483648"/>
              <pc:sldLayoutMk cId="1026842362" sldId="2147483659"/>
              <ac:spMk id="3" creationId="{00000000-0000-0000-0000-000000000000}"/>
            </ac:spMkLst>
          </pc:spChg>
        </pc:sldLayoutChg>
      </pc:sldMasterChg>
      <pc:sldMasterChg chg="add del addSldLayout delSldLayout modSldLayout">
        <pc:chgData name="Luca Scialdone" userId="S::luca.scialdone@studenti.unimi.it::50ef4ba9-6c17-4692-a09d-f89ff5e50b3c" providerId="AD" clId="Web-{021D0095-66C3-4E3F-F584-BF2B846B708A}" dt="2026-03-09T18:26:55.931" v="1101"/>
        <pc:sldMasterMkLst>
          <pc:docMk/>
          <pc:sldMasterMk cId="3095554461" sldId="2147483660"/>
        </pc:sldMasterMkLst>
        <pc:sldLayoutChg chg="add del mod replId">
          <pc:chgData name="Luca Scialdone" userId="S::luca.scialdone@studenti.unimi.it::50ef4ba9-6c17-4692-a09d-f89ff5e50b3c" providerId="AD" clId="Web-{021D0095-66C3-4E3F-F584-BF2B846B708A}" dt="2026-03-09T18:26:55.931" v="1101"/>
          <pc:sldLayoutMkLst>
            <pc:docMk/>
            <pc:sldMasterMk cId="3095554461" sldId="2147483660"/>
            <pc:sldLayoutMk cId="2328860484" sldId="2147483661"/>
          </pc:sldLayoutMkLst>
        </pc:sldLayoutChg>
        <pc:sldLayoutChg chg="add del mod replId">
          <pc:chgData name="Luca Scialdone" userId="S::luca.scialdone@studenti.unimi.it::50ef4ba9-6c17-4692-a09d-f89ff5e50b3c" providerId="AD" clId="Web-{021D0095-66C3-4E3F-F584-BF2B846B708A}" dt="2026-03-09T18:26:55.931" v="1101"/>
          <pc:sldLayoutMkLst>
            <pc:docMk/>
            <pc:sldMasterMk cId="3095554461" sldId="2147483660"/>
            <pc:sldLayoutMk cId="2571733897" sldId="2147483662"/>
          </pc:sldLayoutMkLst>
        </pc:sldLayoutChg>
        <pc:sldLayoutChg chg="add del mod replId">
          <pc:chgData name="Luca Scialdone" userId="S::luca.scialdone@studenti.unimi.it::50ef4ba9-6c17-4692-a09d-f89ff5e50b3c" providerId="AD" clId="Web-{021D0095-66C3-4E3F-F584-BF2B846B708A}" dt="2026-03-09T18:26:55.931" v="1101"/>
          <pc:sldLayoutMkLst>
            <pc:docMk/>
            <pc:sldMasterMk cId="3095554461" sldId="2147483660"/>
            <pc:sldLayoutMk cId="2579002999" sldId="2147483663"/>
          </pc:sldLayoutMkLst>
        </pc:sldLayoutChg>
        <pc:sldLayoutChg chg="add del mod replId">
          <pc:chgData name="Luca Scialdone" userId="S::luca.scialdone@studenti.unimi.it::50ef4ba9-6c17-4692-a09d-f89ff5e50b3c" providerId="AD" clId="Web-{021D0095-66C3-4E3F-F584-BF2B846B708A}" dt="2026-03-09T18:26:55.931" v="1101"/>
          <pc:sldLayoutMkLst>
            <pc:docMk/>
            <pc:sldMasterMk cId="3095554461" sldId="2147483660"/>
            <pc:sldLayoutMk cId="2626667766" sldId="2147483664"/>
          </pc:sldLayoutMkLst>
        </pc:sldLayoutChg>
        <pc:sldLayoutChg chg="add del mod replId">
          <pc:chgData name="Luca Scialdone" userId="S::luca.scialdone@studenti.unimi.it::50ef4ba9-6c17-4692-a09d-f89ff5e50b3c" providerId="AD" clId="Web-{021D0095-66C3-4E3F-F584-BF2B846B708A}" dt="2026-03-09T18:26:55.931" v="1101"/>
          <pc:sldLayoutMkLst>
            <pc:docMk/>
            <pc:sldMasterMk cId="3095554461" sldId="2147483660"/>
            <pc:sldLayoutMk cId="1835922502" sldId="2147483665"/>
          </pc:sldLayoutMkLst>
        </pc:sldLayoutChg>
        <pc:sldLayoutChg chg="add del mod replId">
          <pc:chgData name="Luca Scialdone" userId="S::luca.scialdone@studenti.unimi.it::50ef4ba9-6c17-4692-a09d-f89ff5e50b3c" providerId="AD" clId="Web-{021D0095-66C3-4E3F-F584-BF2B846B708A}" dt="2026-03-09T18:26:55.931" v="1101"/>
          <pc:sldLayoutMkLst>
            <pc:docMk/>
            <pc:sldMasterMk cId="3095554461" sldId="2147483660"/>
            <pc:sldLayoutMk cId="1565921633" sldId="2147483666"/>
          </pc:sldLayoutMkLst>
        </pc:sldLayoutChg>
        <pc:sldLayoutChg chg="add del mod replId">
          <pc:chgData name="Luca Scialdone" userId="S::luca.scialdone@studenti.unimi.it::50ef4ba9-6c17-4692-a09d-f89ff5e50b3c" providerId="AD" clId="Web-{021D0095-66C3-4E3F-F584-BF2B846B708A}" dt="2026-03-09T18:26:55.931" v="1101"/>
          <pc:sldLayoutMkLst>
            <pc:docMk/>
            <pc:sldMasterMk cId="3095554461" sldId="2147483660"/>
            <pc:sldLayoutMk cId="3808604604" sldId="2147483667"/>
          </pc:sldLayoutMkLst>
        </pc:sldLayoutChg>
        <pc:sldLayoutChg chg="add del mod replId">
          <pc:chgData name="Luca Scialdone" userId="S::luca.scialdone@studenti.unimi.it::50ef4ba9-6c17-4692-a09d-f89ff5e50b3c" providerId="AD" clId="Web-{021D0095-66C3-4E3F-F584-BF2B846B708A}" dt="2026-03-09T18:26:55.931" v="1101"/>
          <pc:sldLayoutMkLst>
            <pc:docMk/>
            <pc:sldMasterMk cId="3095554461" sldId="2147483660"/>
            <pc:sldLayoutMk cId="167453823" sldId="2147483668"/>
          </pc:sldLayoutMkLst>
        </pc:sldLayoutChg>
        <pc:sldLayoutChg chg="add del mod replId">
          <pc:chgData name="Luca Scialdone" userId="S::luca.scialdone@studenti.unimi.it::50ef4ba9-6c17-4692-a09d-f89ff5e50b3c" providerId="AD" clId="Web-{021D0095-66C3-4E3F-F584-BF2B846B708A}" dt="2026-03-09T18:26:55.931" v="1101"/>
          <pc:sldLayoutMkLst>
            <pc:docMk/>
            <pc:sldMasterMk cId="3095554461" sldId="2147483660"/>
            <pc:sldLayoutMk cId="1253554819" sldId="2147483669"/>
          </pc:sldLayoutMkLst>
        </pc:sldLayoutChg>
        <pc:sldLayoutChg chg="add del mod replId">
          <pc:chgData name="Luca Scialdone" userId="S::luca.scialdone@studenti.unimi.it::50ef4ba9-6c17-4692-a09d-f89ff5e50b3c" providerId="AD" clId="Web-{021D0095-66C3-4E3F-F584-BF2B846B708A}" dt="2026-03-09T18:26:55.931" v="1101"/>
          <pc:sldLayoutMkLst>
            <pc:docMk/>
            <pc:sldMasterMk cId="3095554461" sldId="2147483660"/>
            <pc:sldLayoutMk cId="3995037501" sldId="2147483670"/>
          </pc:sldLayoutMkLst>
        </pc:sldLayoutChg>
        <pc:sldLayoutChg chg="add del mod replId">
          <pc:chgData name="Luca Scialdone" userId="S::luca.scialdone@studenti.unimi.it::50ef4ba9-6c17-4692-a09d-f89ff5e50b3c" providerId="AD" clId="Web-{021D0095-66C3-4E3F-F584-BF2B846B708A}" dt="2026-03-09T18:26:55.931" v="1101"/>
          <pc:sldLayoutMkLst>
            <pc:docMk/>
            <pc:sldMasterMk cId="3095554461" sldId="2147483660"/>
            <pc:sldLayoutMk cId="3950902532" sldId="2147483671"/>
          </pc:sldLayoutMkLst>
        </pc:sldLayoutChg>
      </pc:sldMasterChg>
    </pc:docChg>
  </pc:docChgLst>
  <pc:docChgLst>
    <pc:chgData name="Rebecca Mazzarol" userId="S::rebecca.mazzarol@studenti.unimi.it::1cc2e906-c025-4a66-8940-0256b00ab53c" providerId="AD" clId="Web-{3F776E9E-13DE-02E4-1004-71773049981C}"/>
    <pc:docChg chg="addSld modSld">
      <pc:chgData name="Rebecca Mazzarol" userId="S::rebecca.mazzarol@studenti.unimi.it::1cc2e906-c025-4a66-8940-0256b00ab53c" providerId="AD" clId="Web-{3F776E9E-13DE-02E4-1004-71773049981C}" dt="2026-02-20T11:17:22.871" v="121" actId="1076"/>
      <pc:docMkLst>
        <pc:docMk/>
      </pc:docMkLst>
      <pc:sldChg chg="modSp">
        <pc:chgData name="Rebecca Mazzarol" userId="S::rebecca.mazzarol@studenti.unimi.it::1cc2e906-c025-4a66-8940-0256b00ab53c" providerId="AD" clId="Web-{3F776E9E-13DE-02E4-1004-71773049981C}" dt="2026-02-20T11:09:17.082" v="83" actId="20577"/>
        <pc:sldMkLst>
          <pc:docMk/>
          <pc:sldMk cId="3962583941" sldId="256"/>
        </pc:sldMkLst>
        <pc:spChg chg="mod">
          <ac:chgData name="Rebecca Mazzarol" userId="S::rebecca.mazzarol@studenti.unimi.it::1cc2e906-c025-4a66-8940-0256b00ab53c" providerId="AD" clId="Web-{3F776E9E-13DE-02E4-1004-71773049981C}" dt="2026-02-20T11:07:14.185" v="11" actId="14100"/>
          <ac:spMkLst>
            <pc:docMk/>
            <pc:sldMk cId="3962583941" sldId="256"/>
            <ac:spMk id="2" creationId="{00000000-0000-0000-0000-000000000000}"/>
          </ac:spMkLst>
        </pc:spChg>
        <pc:spChg chg="mod">
          <ac:chgData name="Rebecca Mazzarol" userId="S::rebecca.mazzarol@studenti.unimi.it::1cc2e906-c025-4a66-8940-0256b00ab53c" providerId="AD" clId="Web-{3F776E9E-13DE-02E4-1004-71773049981C}" dt="2026-02-20T11:09:17.082" v="83" actId="20577"/>
          <ac:spMkLst>
            <pc:docMk/>
            <pc:sldMk cId="3962583941" sldId="256"/>
            <ac:spMk id="3" creationId="{00000000-0000-0000-0000-000000000000}"/>
          </ac:spMkLst>
        </pc:spChg>
      </pc:sldChg>
      <pc:sldChg chg="modSp new">
        <pc:chgData name="Rebecca Mazzarol" userId="S::rebecca.mazzarol@studenti.unimi.it::1cc2e906-c025-4a66-8940-0256b00ab53c" providerId="AD" clId="Web-{3F776E9E-13DE-02E4-1004-71773049981C}" dt="2026-02-20T11:13:09.776" v="91" actId="20577"/>
        <pc:sldMkLst>
          <pc:docMk/>
          <pc:sldMk cId="231438192" sldId="258"/>
        </pc:sldMkLst>
        <pc:spChg chg="mod">
          <ac:chgData name="Rebecca Mazzarol" userId="S::rebecca.mazzarol@studenti.unimi.it::1cc2e906-c025-4a66-8940-0256b00ab53c" providerId="AD" clId="Web-{3F776E9E-13DE-02E4-1004-71773049981C}" dt="2026-02-20T11:12:33.244" v="90" actId="20577"/>
          <ac:spMkLst>
            <pc:docMk/>
            <pc:sldMk cId="231438192" sldId="258"/>
            <ac:spMk id="2" creationId="{06E45162-4B96-8384-7EB2-E2BCC936876B}"/>
          </ac:spMkLst>
        </pc:spChg>
      </pc:sldChg>
      <pc:sldChg chg="modSp new">
        <pc:chgData name="Rebecca Mazzarol" userId="S::rebecca.mazzarol@studenti.unimi.it::1cc2e906-c025-4a66-8940-0256b00ab53c" providerId="AD" clId="Web-{3F776E9E-13DE-02E4-1004-71773049981C}" dt="2026-02-20T11:14:02.496" v="94" actId="20577"/>
        <pc:sldMkLst>
          <pc:docMk/>
          <pc:sldMk cId="3322863795" sldId="259"/>
        </pc:sldMkLst>
        <pc:spChg chg="mod">
          <ac:chgData name="Rebecca Mazzarol" userId="S::rebecca.mazzarol@studenti.unimi.it::1cc2e906-c025-4a66-8940-0256b00ab53c" providerId="AD" clId="Web-{3F776E9E-13DE-02E4-1004-71773049981C}" dt="2026-02-20T11:13:53.106" v="93" actId="20577"/>
          <ac:spMkLst>
            <pc:docMk/>
            <pc:sldMk cId="3322863795" sldId="259"/>
            <ac:spMk id="2" creationId="{F25936D9-3F07-1904-D871-E30EE4CD3242}"/>
          </ac:spMkLst>
        </pc:spChg>
      </pc:sldChg>
      <pc:sldChg chg="addSp modSp new">
        <pc:chgData name="Rebecca Mazzarol" userId="S::rebecca.mazzarol@studenti.unimi.it::1cc2e906-c025-4a66-8940-0256b00ab53c" providerId="AD" clId="Web-{3F776E9E-13DE-02E4-1004-71773049981C}" dt="2026-02-20T11:16:28.824" v="115" actId="1076"/>
        <pc:sldMkLst>
          <pc:docMk/>
          <pc:sldMk cId="3025429665" sldId="260"/>
        </pc:sldMkLst>
      </pc:sldChg>
      <pc:sldChg chg="modSp new">
        <pc:chgData name="Rebecca Mazzarol" userId="S::rebecca.mazzarol@studenti.unimi.it::1cc2e906-c025-4a66-8940-0256b00ab53c" providerId="AD" clId="Web-{3F776E9E-13DE-02E4-1004-71773049981C}" dt="2026-02-20T11:15:04.497" v="104" actId="20577"/>
        <pc:sldMkLst>
          <pc:docMk/>
          <pc:sldMk cId="121758492" sldId="262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unimi2013-my.sharepoint.com/personal/emma_plani_studenti_unimi_it/Documents/lavoro%20ec%20if/RACE.MI%20GRUPPO%201.xlsx" TargetMode="Externa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chartUserShapes" Target="../drawings/drawing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unimi2013-my.sharepoint.com/personal/emma_plani_studenti_unimi_it/Documents/lavoro%20ec%20if/RACE.MI%20GRUPPO%201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https://unimi2013-my.sharepoint.com/personal/emma_plani_studenti_unimi_it/Documents/lavoro%20ec%20if/RACE.MI%20GRUPPO%201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https://unimi2013-my.sharepoint.com/personal/emma_plani_studenti_unimi_it/Documents/lavoro%20ec%20if/RACE.MI%20GRUPPO%201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Ex1.xml.rels><?xml version="1.0" encoding="UTF-8" standalone="yes"?>
<Relationships xmlns="http://schemas.openxmlformats.org/package/2006/relationships"><Relationship Id="rId3" Type="http://schemas.microsoft.com/office/2011/relationships/chartColorStyle" Target="colors4.xml"/><Relationship Id="rId2" Type="http://schemas.microsoft.com/office/2011/relationships/chartStyle" Target="style4.xml"/><Relationship Id="rId1" Type="http://schemas.openxmlformats.org/officeDocument/2006/relationships/oleObject" Target="https://unimi2013-my.sharepoint.com/personal/emma_plani_studenti_unimi_it/Documents/lavoro%20ec%20if/RACE.MI%20GRUPPO%201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'Confronto prezzi'!$B$1</c:f>
              <c:strCache>
                <c:ptCount val="1"/>
                <c:pt idx="0">
                  <c:v>RACE.MI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'Confronto prezzi'!$A$2:$A$1289</c:f>
              <c:numCache>
                <c:formatCode>dd\-mmm\-yyyy</c:formatCode>
                <c:ptCount val="1288"/>
                <c:pt idx="0">
                  <c:v>43467</c:v>
                </c:pt>
                <c:pt idx="1">
                  <c:v>43468</c:v>
                </c:pt>
                <c:pt idx="2">
                  <c:v>43469</c:v>
                </c:pt>
                <c:pt idx="3">
                  <c:v>43472</c:v>
                </c:pt>
                <c:pt idx="4">
                  <c:v>43473</c:v>
                </c:pt>
                <c:pt idx="5">
                  <c:v>43474</c:v>
                </c:pt>
                <c:pt idx="6">
                  <c:v>43475</c:v>
                </c:pt>
                <c:pt idx="7">
                  <c:v>43476</c:v>
                </c:pt>
                <c:pt idx="8">
                  <c:v>43479</c:v>
                </c:pt>
                <c:pt idx="9">
                  <c:v>43480</c:v>
                </c:pt>
                <c:pt idx="10">
                  <c:v>43481</c:v>
                </c:pt>
                <c:pt idx="11">
                  <c:v>43482</c:v>
                </c:pt>
                <c:pt idx="12">
                  <c:v>43483</c:v>
                </c:pt>
                <c:pt idx="13">
                  <c:v>43486</c:v>
                </c:pt>
                <c:pt idx="14">
                  <c:v>43487</c:v>
                </c:pt>
                <c:pt idx="15">
                  <c:v>43488</c:v>
                </c:pt>
                <c:pt idx="16">
                  <c:v>43489</c:v>
                </c:pt>
                <c:pt idx="17">
                  <c:v>43490</c:v>
                </c:pt>
                <c:pt idx="18">
                  <c:v>43493</c:v>
                </c:pt>
                <c:pt idx="19">
                  <c:v>43494</c:v>
                </c:pt>
                <c:pt idx="20">
                  <c:v>43495</c:v>
                </c:pt>
                <c:pt idx="21">
                  <c:v>43496</c:v>
                </c:pt>
                <c:pt idx="22">
                  <c:v>43497</c:v>
                </c:pt>
                <c:pt idx="23">
                  <c:v>43500</c:v>
                </c:pt>
                <c:pt idx="24">
                  <c:v>43501</c:v>
                </c:pt>
                <c:pt idx="25">
                  <c:v>43502</c:v>
                </c:pt>
                <c:pt idx="26">
                  <c:v>43503</c:v>
                </c:pt>
                <c:pt idx="27">
                  <c:v>43504</c:v>
                </c:pt>
                <c:pt idx="28">
                  <c:v>43507</c:v>
                </c:pt>
                <c:pt idx="29">
                  <c:v>43508</c:v>
                </c:pt>
                <c:pt idx="30">
                  <c:v>43509</c:v>
                </c:pt>
                <c:pt idx="31">
                  <c:v>43510</c:v>
                </c:pt>
                <c:pt idx="32">
                  <c:v>43511</c:v>
                </c:pt>
                <c:pt idx="33">
                  <c:v>43514</c:v>
                </c:pt>
                <c:pt idx="34">
                  <c:v>43515</c:v>
                </c:pt>
                <c:pt idx="35">
                  <c:v>43516</c:v>
                </c:pt>
                <c:pt idx="36">
                  <c:v>43517</c:v>
                </c:pt>
                <c:pt idx="37">
                  <c:v>43518</c:v>
                </c:pt>
                <c:pt idx="38">
                  <c:v>43521</c:v>
                </c:pt>
                <c:pt idx="39">
                  <c:v>43522</c:v>
                </c:pt>
                <c:pt idx="40">
                  <c:v>43523</c:v>
                </c:pt>
                <c:pt idx="41">
                  <c:v>43524</c:v>
                </c:pt>
                <c:pt idx="42">
                  <c:v>43525</c:v>
                </c:pt>
                <c:pt idx="43">
                  <c:v>43528</c:v>
                </c:pt>
                <c:pt idx="44">
                  <c:v>43529</c:v>
                </c:pt>
                <c:pt idx="45">
                  <c:v>43530</c:v>
                </c:pt>
                <c:pt idx="46">
                  <c:v>43531</c:v>
                </c:pt>
                <c:pt idx="47">
                  <c:v>43532</c:v>
                </c:pt>
                <c:pt idx="48">
                  <c:v>43535</c:v>
                </c:pt>
                <c:pt idx="49">
                  <c:v>43536</c:v>
                </c:pt>
                <c:pt idx="50">
                  <c:v>43537</c:v>
                </c:pt>
                <c:pt idx="51">
                  <c:v>43538</c:v>
                </c:pt>
                <c:pt idx="52">
                  <c:v>43539</c:v>
                </c:pt>
                <c:pt idx="53">
                  <c:v>43542</c:v>
                </c:pt>
                <c:pt idx="54">
                  <c:v>43543</c:v>
                </c:pt>
                <c:pt idx="55">
                  <c:v>43544</c:v>
                </c:pt>
                <c:pt idx="56">
                  <c:v>43545</c:v>
                </c:pt>
                <c:pt idx="57">
                  <c:v>43546</c:v>
                </c:pt>
                <c:pt idx="58">
                  <c:v>43549</c:v>
                </c:pt>
                <c:pt idx="59">
                  <c:v>43550</c:v>
                </c:pt>
                <c:pt idx="60">
                  <c:v>43551</c:v>
                </c:pt>
                <c:pt idx="61">
                  <c:v>43552</c:v>
                </c:pt>
                <c:pt idx="62">
                  <c:v>43553</c:v>
                </c:pt>
                <c:pt idx="63">
                  <c:v>43556</c:v>
                </c:pt>
                <c:pt idx="64">
                  <c:v>43557</c:v>
                </c:pt>
                <c:pt idx="65">
                  <c:v>43558</c:v>
                </c:pt>
                <c:pt idx="66">
                  <c:v>43559</c:v>
                </c:pt>
                <c:pt idx="67">
                  <c:v>43560</c:v>
                </c:pt>
                <c:pt idx="68">
                  <c:v>43563</c:v>
                </c:pt>
                <c:pt idx="69">
                  <c:v>43564</c:v>
                </c:pt>
                <c:pt idx="70">
                  <c:v>43565</c:v>
                </c:pt>
                <c:pt idx="71">
                  <c:v>43566</c:v>
                </c:pt>
                <c:pt idx="72">
                  <c:v>43567</c:v>
                </c:pt>
                <c:pt idx="73">
                  <c:v>43570</c:v>
                </c:pt>
                <c:pt idx="74">
                  <c:v>43571</c:v>
                </c:pt>
                <c:pt idx="75">
                  <c:v>43572</c:v>
                </c:pt>
                <c:pt idx="76">
                  <c:v>43573</c:v>
                </c:pt>
                <c:pt idx="77">
                  <c:v>43578</c:v>
                </c:pt>
                <c:pt idx="78">
                  <c:v>43579</c:v>
                </c:pt>
                <c:pt idx="79">
                  <c:v>43580</c:v>
                </c:pt>
                <c:pt idx="80">
                  <c:v>43581</c:v>
                </c:pt>
                <c:pt idx="81">
                  <c:v>43584</c:v>
                </c:pt>
                <c:pt idx="82">
                  <c:v>43585</c:v>
                </c:pt>
                <c:pt idx="83">
                  <c:v>43587</c:v>
                </c:pt>
                <c:pt idx="84">
                  <c:v>43588</c:v>
                </c:pt>
                <c:pt idx="85">
                  <c:v>43591</c:v>
                </c:pt>
                <c:pt idx="86">
                  <c:v>43592</c:v>
                </c:pt>
                <c:pt idx="87">
                  <c:v>43593</c:v>
                </c:pt>
                <c:pt idx="88">
                  <c:v>43594</c:v>
                </c:pt>
                <c:pt idx="89">
                  <c:v>43595</c:v>
                </c:pt>
                <c:pt idx="90">
                  <c:v>43598</c:v>
                </c:pt>
                <c:pt idx="91">
                  <c:v>43599</c:v>
                </c:pt>
                <c:pt idx="92">
                  <c:v>43600</c:v>
                </c:pt>
                <c:pt idx="93">
                  <c:v>43601</c:v>
                </c:pt>
                <c:pt idx="94">
                  <c:v>43602</c:v>
                </c:pt>
                <c:pt idx="95">
                  <c:v>43605</c:v>
                </c:pt>
                <c:pt idx="96">
                  <c:v>43606</c:v>
                </c:pt>
                <c:pt idx="97">
                  <c:v>43607</c:v>
                </c:pt>
                <c:pt idx="98">
                  <c:v>43608</c:v>
                </c:pt>
                <c:pt idx="99">
                  <c:v>43609</c:v>
                </c:pt>
                <c:pt idx="100">
                  <c:v>43612</c:v>
                </c:pt>
                <c:pt idx="101">
                  <c:v>43613</c:v>
                </c:pt>
                <c:pt idx="102">
                  <c:v>43614</c:v>
                </c:pt>
                <c:pt idx="103">
                  <c:v>43615</c:v>
                </c:pt>
                <c:pt idx="104">
                  <c:v>43616</c:v>
                </c:pt>
                <c:pt idx="105">
                  <c:v>43619</c:v>
                </c:pt>
                <c:pt idx="106">
                  <c:v>43620</c:v>
                </c:pt>
                <c:pt idx="107">
                  <c:v>43621</c:v>
                </c:pt>
                <c:pt idx="108">
                  <c:v>43622</c:v>
                </c:pt>
                <c:pt idx="109">
                  <c:v>43623</c:v>
                </c:pt>
                <c:pt idx="110">
                  <c:v>43626</c:v>
                </c:pt>
                <c:pt idx="111">
                  <c:v>43627</c:v>
                </c:pt>
                <c:pt idx="112">
                  <c:v>43628</c:v>
                </c:pt>
                <c:pt idx="113">
                  <c:v>43629</c:v>
                </c:pt>
                <c:pt idx="114">
                  <c:v>43630</c:v>
                </c:pt>
                <c:pt idx="115">
                  <c:v>43633</c:v>
                </c:pt>
                <c:pt idx="116">
                  <c:v>43634</c:v>
                </c:pt>
                <c:pt idx="117">
                  <c:v>43635</c:v>
                </c:pt>
                <c:pt idx="118">
                  <c:v>43636</c:v>
                </c:pt>
                <c:pt idx="119">
                  <c:v>43637</c:v>
                </c:pt>
                <c:pt idx="120">
                  <c:v>43640</c:v>
                </c:pt>
                <c:pt idx="121">
                  <c:v>43641</c:v>
                </c:pt>
                <c:pt idx="122">
                  <c:v>43642</c:v>
                </c:pt>
                <c:pt idx="123">
                  <c:v>43643</c:v>
                </c:pt>
                <c:pt idx="124">
                  <c:v>43644</c:v>
                </c:pt>
                <c:pt idx="125">
                  <c:v>43647</c:v>
                </c:pt>
                <c:pt idx="126">
                  <c:v>43648</c:v>
                </c:pt>
                <c:pt idx="127">
                  <c:v>43649</c:v>
                </c:pt>
                <c:pt idx="128">
                  <c:v>43650</c:v>
                </c:pt>
                <c:pt idx="129">
                  <c:v>43651</c:v>
                </c:pt>
                <c:pt idx="130">
                  <c:v>43654</c:v>
                </c:pt>
                <c:pt idx="131">
                  <c:v>43655</c:v>
                </c:pt>
                <c:pt idx="132">
                  <c:v>43656</c:v>
                </c:pt>
                <c:pt idx="133">
                  <c:v>43657</c:v>
                </c:pt>
                <c:pt idx="134">
                  <c:v>43658</c:v>
                </c:pt>
                <c:pt idx="135">
                  <c:v>43661</c:v>
                </c:pt>
                <c:pt idx="136">
                  <c:v>43662</c:v>
                </c:pt>
                <c:pt idx="137">
                  <c:v>43663</c:v>
                </c:pt>
                <c:pt idx="138">
                  <c:v>43664</c:v>
                </c:pt>
                <c:pt idx="139">
                  <c:v>43665</c:v>
                </c:pt>
                <c:pt idx="140">
                  <c:v>43668</c:v>
                </c:pt>
                <c:pt idx="141">
                  <c:v>43669</c:v>
                </c:pt>
                <c:pt idx="142">
                  <c:v>43670</c:v>
                </c:pt>
                <c:pt idx="143">
                  <c:v>43671</c:v>
                </c:pt>
                <c:pt idx="144">
                  <c:v>43672</c:v>
                </c:pt>
                <c:pt idx="145">
                  <c:v>43675</c:v>
                </c:pt>
                <c:pt idx="146">
                  <c:v>43676</c:v>
                </c:pt>
                <c:pt idx="147">
                  <c:v>43677</c:v>
                </c:pt>
                <c:pt idx="148">
                  <c:v>43678</c:v>
                </c:pt>
                <c:pt idx="149">
                  <c:v>43679</c:v>
                </c:pt>
                <c:pt idx="150">
                  <c:v>43682</c:v>
                </c:pt>
                <c:pt idx="151">
                  <c:v>43683</c:v>
                </c:pt>
                <c:pt idx="152">
                  <c:v>43684</c:v>
                </c:pt>
                <c:pt idx="153">
                  <c:v>43685</c:v>
                </c:pt>
                <c:pt idx="154">
                  <c:v>43686</c:v>
                </c:pt>
                <c:pt idx="155">
                  <c:v>43689</c:v>
                </c:pt>
                <c:pt idx="156">
                  <c:v>43690</c:v>
                </c:pt>
                <c:pt idx="157">
                  <c:v>43691</c:v>
                </c:pt>
                <c:pt idx="158">
                  <c:v>43693</c:v>
                </c:pt>
                <c:pt idx="159">
                  <c:v>43696</c:v>
                </c:pt>
                <c:pt idx="160">
                  <c:v>43697</c:v>
                </c:pt>
                <c:pt idx="161">
                  <c:v>43698</c:v>
                </c:pt>
                <c:pt idx="162">
                  <c:v>43699</c:v>
                </c:pt>
                <c:pt idx="163">
                  <c:v>43700</c:v>
                </c:pt>
                <c:pt idx="164">
                  <c:v>43703</c:v>
                </c:pt>
                <c:pt idx="165">
                  <c:v>43704</c:v>
                </c:pt>
                <c:pt idx="166">
                  <c:v>43705</c:v>
                </c:pt>
                <c:pt idx="167">
                  <c:v>43706</c:v>
                </c:pt>
                <c:pt idx="168">
                  <c:v>43707</c:v>
                </c:pt>
                <c:pt idx="169">
                  <c:v>43710</c:v>
                </c:pt>
                <c:pt idx="170">
                  <c:v>43711</c:v>
                </c:pt>
                <c:pt idx="171">
                  <c:v>43712</c:v>
                </c:pt>
                <c:pt idx="172">
                  <c:v>43713</c:v>
                </c:pt>
                <c:pt idx="173">
                  <c:v>43714</c:v>
                </c:pt>
                <c:pt idx="174">
                  <c:v>43717</c:v>
                </c:pt>
                <c:pt idx="175">
                  <c:v>43718</c:v>
                </c:pt>
                <c:pt idx="176">
                  <c:v>43719</c:v>
                </c:pt>
                <c:pt idx="177">
                  <c:v>43720</c:v>
                </c:pt>
                <c:pt idx="178">
                  <c:v>43721</c:v>
                </c:pt>
                <c:pt idx="179">
                  <c:v>43724</c:v>
                </c:pt>
                <c:pt idx="180">
                  <c:v>43725</c:v>
                </c:pt>
                <c:pt idx="181">
                  <c:v>43726</c:v>
                </c:pt>
                <c:pt idx="182">
                  <c:v>43727</c:v>
                </c:pt>
                <c:pt idx="183">
                  <c:v>43728</c:v>
                </c:pt>
                <c:pt idx="184">
                  <c:v>43731</c:v>
                </c:pt>
                <c:pt idx="185">
                  <c:v>43732</c:v>
                </c:pt>
                <c:pt idx="186">
                  <c:v>43733</c:v>
                </c:pt>
                <c:pt idx="187">
                  <c:v>43734</c:v>
                </c:pt>
                <c:pt idx="188">
                  <c:v>43735</c:v>
                </c:pt>
                <c:pt idx="189">
                  <c:v>43738</c:v>
                </c:pt>
                <c:pt idx="190">
                  <c:v>43739</c:v>
                </c:pt>
                <c:pt idx="191">
                  <c:v>43740</c:v>
                </c:pt>
                <c:pt idx="192">
                  <c:v>43741</c:v>
                </c:pt>
                <c:pt idx="193">
                  <c:v>43742</c:v>
                </c:pt>
                <c:pt idx="194">
                  <c:v>43745</c:v>
                </c:pt>
                <c:pt idx="195">
                  <c:v>43746</c:v>
                </c:pt>
                <c:pt idx="196">
                  <c:v>43747</c:v>
                </c:pt>
                <c:pt idx="197">
                  <c:v>43748</c:v>
                </c:pt>
                <c:pt idx="198">
                  <c:v>43749</c:v>
                </c:pt>
                <c:pt idx="199">
                  <c:v>43752</c:v>
                </c:pt>
                <c:pt idx="200">
                  <c:v>43753</c:v>
                </c:pt>
                <c:pt idx="201">
                  <c:v>43754</c:v>
                </c:pt>
                <c:pt idx="202">
                  <c:v>43755</c:v>
                </c:pt>
                <c:pt idx="203">
                  <c:v>43756</c:v>
                </c:pt>
                <c:pt idx="204">
                  <c:v>43759</c:v>
                </c:pt>
                <c:pt idx="205">
                  <c:v>43760</c:v>
                </c:pt>
                <c:pt idx="206">
                  <c:v>43761</c:v>
                </c:pt>
                <c:pt idx="207">
                  <c:v>43762</c:v>
                </c:pt>
                <c:pt idx="208">
                  <c:v>43763</c:v>
                </c:pt>
                <c:pt idx="209">
                  <c:v>43766</c:v>
                </c:pt>
                <c:pt idx="210">
                  <c:v>43767</c:v>
                </c:pt>
                <c:pt idx="211">
                  <c:v>43768</c:v>
                </c:pt>
                <c:pt idx="212">
                  <c:v>43769</c:v>
                </c:pt>
                <c:pt idx="213">
                  <c:v>43770</c:v>
                </c:pt>
                <c:pt idx="214">
                  <c:v>43773</c:v>
                </c:pt>
                <c:pt idx="215">
                  <c:v>43774</c:v>
                </c:pt>
                <c:pt idx="216">
                  <c:v>43775</c:v>
                </c:pt>
                <c:pt idx="217">
                  <c:v>43776</c:v>
                </c:pt>
                <c:pt idx="218">
                  <c:v>43777</c:v>
                </c:pt>
                <c:pt idx="219">
                  <c:v>43780</c:v>
                </c:pt>
                <c:pt idx="220">
                  <c:v>43781</c:v>
                </c:pt>
                <c:pt idx="221">
                  <c:v>43782</c:v>
                </c:pt>
                <c:pt idx="222">
                  <c:v>43783</c:v>
                </c:pt>
                <c:pt idx="223">
                  <c:v>43784</c:v>
                </c:pt>
                <c:pt idx="224">
                  <c:v>43787</c:v>
                </c:pt>
                <c:pt idx="225">
                  <c:v>43788</c:v>
                </c:pt>
                <c:pt idx="226">
                  <c:v>43789</c:v>
                </c:pt>
                <c:pt idx="227">
                  <c:v>43790</c:v>
                </c:pt>
                <c:pt idx="228">
                  <c:v>43791</c:v>
                </c:pt>
                <c:pt idx="229">
                  <c:v>43794</c:v>
                </c:pt>
                <c:pt idx="230">
                  <c:v>43795</c:v>
                </c:pt>
                <c:pt idx="231">
                  <c:v>43796</c:v>
                </c:pt>
                <c:pt idx="232">
                  <c:v>43797</c:v>
                </c:pt>
                <c:pt idx="233">
                  <c:v>43798</c:v>
                </c:pt>
                <c:pt idx="234">
                  <c:v>43801</c:v>
                </c:pt>
                <c:pt idx="235">
                  <c:v>43802</c:v>
                </c:pt>
                <c:pt idx="236">
                  <c:v>43803</c:v>
                </c:pt>
                <c:pt idx="237">
                  <c:v>43804</c:v>
                </c:pt>
                <c:pt idx="238">
                  <c:v>43805</c:v>
                </c:pt>
                <c:pt idx="239">
                  <c:v>43808</c:v>
                </c:pt>
                <c:pt idx="240">
                  <c:v>43809</c:v>
                </c:pt>
                <c:pt idx="241">
                  <c:v>43810</c:v>
                </c:pt>
                <c:pt idx="242">
                  <c:v>43811</c:v>
                </c:pt>
                <c:pt idx="243">
                  <c:v>43812</c:v>
                </c:pt>
                <c:pt idx="244">
                  <c:v>43815</c:v>
                </c:pt>
                <c:pt idx="245">
                  <c:v>43816</c:v>
                </c:pt>
                <c:pt idx="246">
                  <c:v>43817</c:v>
                </c:pt>
                <c:pt idx="247">
                  <c:v>43818</c:v>
                </c:pt>
                <c:pt idx="248">
                  <c:v>43819</c:v>
                </c:pt>
                <c:pt idx="249">
                  <c:v>43822</c:v>
                </c:pt>
                <c:pt idx="250">
                  <c:v>43826</c:v>
                </c:pt>
                <c:pt idx="251">
                  <c:v>43829</c:v>
                </c:pt>
                <c:pt idx="252">
                  <c:v>43832</c:v>
                </c:pt>
                <c:pt idx="253">
                  <c:v>43833</c:v>
                </c:pt>
                <c:pt idx="254">
                  <c:v>43836</c:v>
                </c:pt>
                <c:pt idx="255">
                  <c:v>43837</c:v>
                </c:pt>
                <c:pt idx="256">
                  <c:v>43838</c:v>
                </c:pt>
                <c:pt idx="257">
                  <c:v>43839</c:v>
                </c:pt>
                <c:pt idx="258">
                  <c:v>43840</c:v>
                </c:pt>
                <c:pt idx="259">
                  <c:v>43843</c:v>
                </c:pt>
                <c:pt idx="260">
                  <c:v>43844</c:v>
                </c:pt>
                <c:pt idx="261">
                  <c:v>43845</c:v>
                </c:pt>
                <c:pt idx="262">
                  <c:v>43846</c:v>
                </c:pt>
                <c:pt idx="263">
                  <c:v>43847</c:v>
                </c:pt>
                <c:pt idx="264">
                  <c:v>43850</c:v>
                </c:pt>
                <c:pt idx="265">
                  <c:v>43851</c:v>
                </c:pt>
                <c:pt idx="266">
                  <c:v>43852</c:v>
                </c:pt>
                <c:pt idx="267">
                  <c:v>43853</c:v>
                </c:pt>
                <c:pt idx="268">
                  <c:v>43854</c:v>
                </c:pt>
                <c:pt idx="269">
                  <c:v>43857</c:v>
                </c:pt>
                <c:pt idx="270">
                  <c:v>43858</c:v>
                </c:pt>
                <c:pt idx="271">
                  <c:v>43859</c:v>
                </c:pt>
                <c:pt idx="272">
                  <c:v>43860</c:v>
                </c:pt>
                <c:pt idx="273">
                  <c:v>43861</c:v>
                </c:pt>
                <c:pt idx="274">
                  <c:v>43864</c:v>
                </c:pt>
                <c:pt idx="275">
                  <c:v>43865</c:v>
                </c:pt>
                <c:pt idx="276">
                  <c:v>43866</c:v>
                </c:pt>
                <c:pt idx="277">
                  <c:v>43867</c:v>
                </c:pt>
                <c:pt idx="278">
                  <c:v>43868</c:v>
                </c:pt>
                <c:pt idx="279">
                  <c:v>43871</c:v>
                </c:pt>
                <c:pt idx="280">
                  <c:v>43872</c:v>
                </c:pt>
                <c:pt idx="281">
                  <c:v>43873</c:v>
                </c:pt>
                <c:pt idx="282">
                  <c:v>43874</c:v>
                </c:pt>
                <c:pt idx="283">
                  <c:v>43875</c:v>
                </c:pt>
                <c:pt idx="284">
                  <c:v>43878</c:v>
                </c:pt>
                <c:pt idx="285">
                  <c:v>43879</c:v>
                </c:pt>
                <c:pt idx="286">
                  <c:v>43880</c:v>
                </c:pt>
                <c:pt idx="287">
                  <c:v>43881</c:v>
                </c:pt>
                <c:pt idx="288">
                  <c:v>43882</c:v>
                </c:pt>
                <c:pt idx="289">
                  <c:v>43885</c:v>
                </c:pt>
                <c:pt idx="290">
                  <c:v>43886</c:v>
                </c:pt>
                <c:pt idx="291">
                  <c:v>43887</c:v>
                </c:pt>
                <c:pt idx="292">
                  <c:v>43888</c:v>
                </c:pt>
                <c:pt idx="293">
                  <c:v>43889</c:v>
                </c:pt>
                <c:pt idx="294">
                  <c:v>43892</c:v>
                </c:pt>
                <c:pt idx="295">
                  <c:v>43893</c:v>
                </c:pt>
                <c:pt idx="296">
                  <c:v>43894</c:v>
                </c:pt>
                <c:pt idx="297">
                  <c:v>43895</c:v>
                </c:pt>
                <c:pt idx="298">
                  <c:v>43896</c:v>
                </c:pt>
                <c:pt idx="299">
                  <c:v>43899</c:v>
                </c:pt>
                <c:pt idx="300">
                  <c:v>43900</c:v>
                </c:pt>
                <c:pt idx="301">
                  <c:v>43901</c:v>
                </c:pt>
                <c:pt idx="302">
                  <c:v>43902</c:v>
                </c:pt>
                <c:pt idx="303">
                  <c:v>43903</c:v>
                </c:pt>
                <c:pt idx="304">
                  <c:v>43906</c:v>
                </c:pt>
                <c:pt idx="305">
                  <c:v>43907</c:v>
                </c:pt>
                <c:pt idx="306">
                  <c:v>43908</c:v>
                </c:pt>
                <c:pt idx="307">
                  <c:v>43909</c:v>
                </c:pt>
                <c:pt idx="308">
                  <c:v>43910</c:v>
                </c:pt>
                <c:pt idx="309">
                  <c:v>43913</c:v>
                </c:pt>
                <c:pt idx="310">
                  <c:v>43914</c:v>
                </c:pt>
                <c:pt idx="311">
                  <c:v>43915</c:v>
                </c:pt>
                <c:pt idx="312">
                  <c:v>43916</c:v>
                </c:pt>
                <c:pt idx="313">
                  <c:v>43917</c:v>
                </c:pt>
                <c:pt idx="314">
                  <c:v>43920</c:v>
                </c:pt>
                <c:pt idx="315">
                  <c:v>43921</c:v>
                </c:pt>
                <c:pt idx="316">
                  <c:v>43922</c:v>
                </c:pt>
                <c:pt idx="317">
                  <c:v>43923</c:v>
                </c:pt>
                <c:pt idx="318">
                  <c:v>43924</c:v>
                </c:pt>
                <c:pt idx="319">
                  <c:v>43927</c:v>
                </c:pt>
                <c:pt idx="320">
                  <c:v>43928</c:v>
                </c:pt>
                <c:pt idx="321">
                  <c:v>43929</c:v>
                </c:pt>
                <c:pt idx="322">
                  <c:v>43930</c:v>
                </c:pt>
                <c:pt idx="323">
                  <c:v>43935</c:v>
                </c:pt>
                <c:pt idx="324">
                  <c:v>43936</c:v>
                </c:pt>
                <c:pt idx="325">
                  <c:v>43937</c:v>
                </c:pt>
                <c:pt idx="326">
                  <c:v>43938</c:v>
                </c:pt>
                <c:pt idx="327">
                  <c:v>43941</c:v>
                </c:pt>
                <c:pt idx="328">
                  <c:v>43942</c:v>
                </c:pt>
                <c:pt idx="329">
                  <c:v>43943</c:v>
                </c:pt>
                <c:pt idx="330">
                  <c:v>43944</c:v>
                </c:pt>
                <c:pt idx="331">
                  <c:v>43945</c:v>
                </c:pt>
                <c:pt idx="332">
                  <c:v>43948</c:v>
                </c:pt>
                <c:pt idx="333">
                  <c:v>43949</c:v>
                </c:pt>
                <c:pt idx="334">
                  <c:v>43950</c:v>
                </c:pt>
                <c:pt idx="335">
                  <c:v>43951</c:v>
                </c:pt>
                <c:pt idx="336">
                  <c:v>43955</c:v>
                </c:pt>
                <c:pt idx="337">
                  <c:v>43956</c:v>
                </c:pt>
                <c:pt idx="338">
                  <c:v>43957</c:v>
                </c:pt>
                <c:pt idx="339">
                  <c:v>43958</c:v>
                </c:pt>
                <c:pt idx="340">
                  <c:v>43959</c:v>
                </c:pt>
                <c:pt idx="341">
                  <c:v>43962</c:v>
                </c:pt>
                <c:pt idx="342">
                  <c:v>43963</c:v>
                </c:pt>
                <c:pt idx="343">
                  <c:v>43964</c:v>
                </c:pt>
                <c:pt idx="344">
                  <c:v>43965</c:v>
                </c:pt>
                <c:pt idx="345">
                  <c:v>43966</c:v>
                </c:pt>
                <c:pt idx="346">
                  <c:v>43969</c:v>
                </c:pt>
                <c:pt idx="347">
                  <c:v>43970</c:v>
                </c:pt>
                <c:pt idx="348">
                  <c:v>43971</c:v>
                </c:pt>
                <c:pt idx="349">
                  <c:v>43972</c:v>
                </c:pt>
                <c:pt idx="350">
                  <c:v>43973</c:v>
                </c:pt>
                <c:pt idx="351">
                  <c:v>43976</c:v>
                </c:pt>
                <c:pt idx="352">
                  <c:v>43977</c:v>
                </c:pt>
                <c:pt idx="353">
                  <c:v>43978</c:v>
                </c:pt>
                <c:pt idx="354">
                  <c:v>43979</c:v>
                </c:pt>
                <c:pt idx="355">
                  <c:v>43980</c:v>
                </c:pt>
                <c:pt idx="356">
                  <c:v>43983</c:v>
                </c:pt>
                <c:pt idx="357">
                  <c:v>43984</c:v>
                </c:pt>
                <c:pt idx="358">
                  <c:v>43985</c:v>
                </c:pt>
                <c:pt idx="359">
                  <c:v>43986</c:v>
                </c:pt>
                <c:pt idx="360">
                  <c:v>43987</c:v>
                </c:pt>
                <c:pt idx="361">
                  <c:v>43990</c:v>
                </c:pt>
                <c:pt idx="362">
                  <c:v>43991</c:v>
                </c:pt>
                <c:pt idx="363">
                  <c:v>43992</c:v>
                </c:pt>
                <c:pt idx="364">
                  <c:v>43993</c:v>
                </c:pt>
                <c:pt idx="365">
                  <c:v>43994</c:v>
                </c:pt>
                <c:pt idx="366">
                  <c:v>43997</c:v>
                </c:pt>
                <c:pt idx="367">
                  <c:v>43998</c:v>
                </c:pt>
                <c:pt idx="368">
                  <c:v>43999</c:v>
                </c:pt>
                <c:pt idx="369">
                  <c:v>44000</c:v>
                </c:pt>
                <c:pt idx="370">
                  <c:v>44001</c:v>
                </c:pt>
                <c:pt idx="371">
                  <c:v>44004</c:v>
                </c:pt>
                <c:pt idx="372">
                  <c:v>44005</c:v>
                </c:pt>
                <c:pt idx="373">
                  <c:v>44006</c:v>
                </c:pt>
                <c:pt idx="374">
                  <c:v>44007</c:v>
                </c:pt>
                <c:pt idx="375">
                  <c:v>44008</c:v>
                </c:pt>
                <c:pt idx="376">
                  <c:v>44011</c:v>
                </c:pt>
                <c:pt idx="377">
                  <c:v>44012</c:v>
                </c:pt>
                <c:pt idx="378">
                  <c:v>44013</c:v>
                </c:pt>
                <c:pt idx="379">
                  <c:v>44014</c:v>
                </c:pt>
                <c:pt idx="380">
                  <c:v>44015</c:v>
                </c:pt>
                <c:pt idx="381">
                  <c:v>44018</c:v>
                </c:pt>
                <c:pt idx="382">
                  <c:v>44019</c:v>
                </c:pt>
                <c:pt idx="383">
                  <c:v>44020</c:v>
                </c:pt>
                <c:pt idx="384">
                  <c:v>44021</c:v>
                </c:pt>
                <c:pt idx="385">
                  <c:v>44022</c:v>
                </c:pt>
                <c:pt idx="386">
                  <c:v>44025</c:v>
                </c:pt>
                <c:pt idx="387">
                  <c:v>44026</c:v>
                </c:pt>
                <c:pt idx="388">
                  <c:v>44027</c:v>
                </c:pt>
                <c:pt idx="389">
                  <c:v>44028</c:v>
                </c:pt>
                <c:pt idx="390">
                  <c:v>44029</c:v>
                </c:pt>
                <c:pt idx="391">
                  <c:v>44032</c:v>
                </c:pt>
                <c:pt idx="392">
                  <c:v>44033</c:v>
                </c:pt>
                <c:pt idx="393">
                  <c:v>44034</c:v>
                </c:pt>
                <c:pt idx="394">
                  <c:v>44035</c:v>
                </c:pt>
                <c:pt idx="395">
                  <c:v>44036</c:v>
                </c:pt>
                <c:pt idx="396">
                  <c:v>44039</c:v>
                </c:pt>
                <c:pt idx="397">
                  <c:v>44040</c:v>
                </c:pt>
                <c:pt idx="398">
                  <c:v>44041</c:v>
                </c:pt>
                <c:pt idx="399">
                  <c:v>44042</c:v>
                </c:pt>
                <c:pt idx="400">
                  <c:v>44043</c:v>
                </c:pt>
                <c:pt idx="401">
                  <c:v>44046</c:v>
                </c:pt>
                <c:pt idx="402">
                  <c:v>44047</c:v>
                </c:pt>
                <c:pt idx="403">
                  <c:v>44048</c:v>
                </c:pt>
                <c:pt idx="404">
                  <c:v>44049</c:v>
                </c:pt>
                <c:pt idx="405">
                  <c:v>44050</c:v>
                </c:pt>
                <c:pt idx="406">
                  <c:v>44053</c:v>
                </c:pt>
                <c:pt idx="407">
                  <c:v>44054</c:v>
                </c:pt>
                <c:pt idx="408">
                  <c:v>44055</c:v>
                </c:pt>
                <c:pt idx="409">
                  <c:v>44056</c:v>
                </c:pt>
                <c:pt idx="410">
                  <c:v>44057</c:v>
                </c:pt>
                <c:pt idx="411">
                  <c:v>44060</c:v>
                </c:pt>
                <c:pt idx="412">
                  <c:v>44061</c:v>
                </c:pt>
                <c:pt idx="413">
                  <c:v>44062</c:v>
                </c:pt>
                <c:pt idx="414">
                  <c:v>44063</c:v>
                </c:pt>
                <c:pt idx="415">
                  <c:v>44064</c:v>
                </c:pt>
                <c:pt idx="416">
                  <c:v>44067</c:v>
                </c:pt>
                <c:pt idx="417">
                  <c:v>44068</c:v>
                </c:pt>
                <c:pt idx="418">
                  <c:v>44069</c:v>
                </c:pt>
                <c:pt idx="419">
                  <c:v>44070</c:v>
                </c:pt>
                <c:pt idx="420">
                  <c:v>44071</c:v>
                </c:pt>
                <c:pt idx="421">
                  <c:v>44074</c:v>
                </c:pt>
                <c:pt idx="422">
                  <c:v>44075</c:v>
                </c:pt>
                <c:pt idx="423">
                  <c:v>44076</c:v>
                </c:pt>
                <c:pt idx="424">
                  <c:v>44077</c:v>
                </c:pt>
                <c:pt idx="425">
                  <c:v>44078</c:v>
                </c:pt>
                <c:pt idx="426">
                  <c:v>44081</c:v>
                </c:pt>
                <c:pt idx="427">
                  <c:v>44082</c:v>
                </c:pt>
                <c:pt idx="428">
                  <c:v>44083</c:v>
                </c:pt>
                <c:pt idx="429">
                  <c:v>44084</c:v>
                </c:pt>
                <c:pt idx="430">
                  <c:v>44085</c:v>
                </c:pt>
                <c:pt idx="431">
                  <c:v>44088</c:v>
                </c:pt>
                <c:pt idx="432">
                  <c:v>44089</c:v>
                </c:pt>
                <c:pt idx="433">
                  <c:v>44090</c:v>
                </c:pt>
                <c:pt idx="434">
                  <c:v>44091</c:v>
                </c:pt>
                <c:pt idx="435">
                  <c:v>44092</c:v>
                </c:pt>
                <c:pt idx="436">
                  <c:v>44095</c:v>
                </c:pt>
                <c:pt idx="437">
                  <c:v>44096</c:v>
                </c:pt>
                <c:pt idx="438">
                  <c:v>44097</c:v>
                </c:pt>
                <c:pt idx="439">
                  <c:v>44098</c:v>
                </c:pt>
                <c:pt idx="440">
                  <c:v>44099</c:v>
                </c:pt>
                <c:pt idx="441">
                  <c:v>44102</c:v>
                </c:pt>
                <c:pt idx="442">
                  <c:v>44103</c:v>
                </c:pt>
                <c:pt idx="443">
                  <c:v>44104</c:v>
                </c:pt>
                <c:pt idx="444">
                  <c:v>44105</c:v>
                </c:pt>
                <c:pt idx="445">
                  <c:v>44106</c:v>
                </c:pt>
                <c:pt idx="446">
                  <c:v>44109</c:v>
                </c:pt>
                <c:pt idx="447">
                  <c:v>44110</c:v>
                </c:pt>
                <c:pt idx="448">
                  <c:v>44111</c:v>
                </c:pt>
                <c:pt idx="449">
                  <c:v>44112</c:v>
                </c:pt>
                <c:pt idx="450">
                  <c:v>44113</c:v>
                </c:pt>
                <c:pt idx="451">
                  <c:v>44116</c:v>
                </c:pt>
                <c:pt idx="452">
                  <c:v>44117</c:v>
                </c:pt>
                <c:pt idx="453">
                  <c:v>44118</c:v>
                </c:pt>
                <c:pt idx="454">
                  <c:v>44119</c:v>
                </c:pt>
                <c:pt idx="455">
                  <c:v>44120</c:v>
                </c:pt>
                <c:pt idx="456">
                  <c:v>44123</c:v>
                </c:pt>
                <c:pt idx="457">
                  <c:v>44124</c:v>
                </c:pt>
                <c:pt idx="458">
                  <c:v>44125</c:v>
                </c:pt>
                <c:pt idx="459">
                  <c:v>44126</c:v>
                </c:pt>
                <c:pt idx="460">
                  <c:v>44127</c:v>
                </c:pt>
                <c:pt idx="461">
                  <c:v>44130</c:v>
                </c:pt>
                <c:pt idx="462">
                  <c:v>44131</c:v>
                </c:pt>
                <c:pt idx="463">
                  <c:v>44132</c:v>
                </c:pt>
                <c:pt idx="464">
                  <c:v>44133</c:v>
                </c:pt>
                <c:pt idx="465">
                  <c:v>44134</c:v>
                </c:pt>
                <c:pt idx="466">
                  <c:v>44137</c:v>
                </c:pt>
                <c:pt idx="467">
                  <c:v>44138</c:v>
                </c:pt>
                <c:pt idx="468">
                  <c:v>44139</c:v>
                </c:pt>
                <c:pt idx="469">
                  <c:v>44140</c:v>
                </c:pt>
                <c:pt idx="470">
                  <c:v>44141</c:v>
                </c:pt>
                <c:pt idx="471">
                  <c:v>44144</c:v>
                </c:pt>
                <c:pt idx="472">
                  <c:v>44145</c:v>
                </c:pt>
                <c:pt idx="473">
                  <c:v>44146</c:v>
                </c:pt>
                <c:pt idx="474">
                  <c:v>44147</c:v>
                </c:pt>
                <c:pt idx="475">
                  <c:v>44148</c:v>
                </c:pt>
                <c:pt idx="476">
                  <c:v>44151</c:v>
                </c:pt>
                <c:pt idx="477">
                  <c:v>44152</c:v>
                </c:pt>
                <c:pt idx="478">
                  <c:v>44153</c:v>
                </c:pt>
                <c:pt idx="479">
                  <c:v>44154</c:v>
                </c:pt>
                <c:pt idx="480">
                  <c:v>44155</c:v>
                </c:pt>
                <c:pt idx="481">
                  <c:v>44158</c:v>
                </c:pt>
                <c:pt idx="482">
                  <c:v>44159</c:v>
                </c:pt>
                <c:pt idx="483">
                  <c:v>44160</c:v>
                </c:pt>
                <c:pt idx="484">
                  <c:v>44161</c:v>
                </c:pt>
                <c:pt idx="485">
                  <c:v>44162</c:v>
                </c:pt>
                <c:pt idx="486">
                  <c:v>44165</c:v>
                </c:pt>
                <c:pt idx="487">
                  <c:v>44166</c:v>
                </c:pt>
                <c:pt idx="488">
                  <c:v>44167</c:v>
                </c:pt>
                <c:pt idx="489">
                  <c:v>44168</c:v>
                </c:pt>
                <c:pt idx="490">
                  <c:v>44169</c:v>
                </c:pt>
                <c:pt idx="491">
                  <c:v>44172</c:v>
                </c:pt>
                <c:pt idx="492">
                  <c:v>44173</c:v>
                </c:pt>
                <c:pt idx="493">
                  <c:v>44174</c:v>
                </c:pt>
                <c:pt idx="494">
                  <c:v>44175</c:v>
                </c:pt>
                <c:pt idx="495">
                  <c:v>44176</c:v>
                </c:pt>
                <c:pt idx="496">
                  <c:v>44179</c:v>
                </c:pt>
                <c:pt idx="497">
                  <c:v>44180</c:v>
                </c:pt>
                <c:pt idx="498">
                  <c:v>44181</c:v>
                </c:pt>
                <c:pt idx="499">
                  <c:v>44182</c:v>
                </c:pt>
                <c:pt idx="500">
                  <c:v>44183</c:v>
                </c:pt>
                <c:pt idx="501">
                  <c:v>44186</c:v>
                </c:pt>
                <c:pt idx="502">
                  <c:v>44187</c:v>
                </c:pt>
                <c:pt idx="503">
                  <c:v>44188</c:v>
                </c:pt>
                <c:pt idx="504">
                  <c:v>44193</c:v>
                </c:pt>
                <c:pt idx="505">
                  <c:v>44194</c:v>
                </c:pt>
                <c:pt idx="506">
                  <c:v>44195</c:v>
                </c:pt>
                <c:pt idx="507">
                  <c:v>44200</c:v>
                </c:pt>
                <c:pt idx="508">
                  <c:v>44201</c:v>
                </c:pt>
                <c:pt idx="509">
                  <c:v>44202</c:v>
                </c:pt>
                <c:pt idx="510">
                  <c:v>44203</c:v>
                </c:pt>
                <c:pt idx="511">
                  <c:v>44204</c:v>
                </c:pt>
                <c:pt idx="512">
                  <c:v>44207</c:v>
                </c:pt>
                <c:pt idx="513">
                  <c:v>44208</c:v>
                </c:pt>
                <c:pt idx="514">
                  <c:v>44209</c:v>
                </c:pt>
                <c:pt idx="515">
                  <c:v>44210</c:v>
                </c:pt>
                <c:pt idx="516">
                  <c:v>44211</c:v>
                </c:pt>
                <c:pt idx="517">
                  <c:v>44214</c:v>
                </c:pt>
                <c:pt idx="518">
                  <c:v>44215</c:v>
                </c:pt>
                <c:pt idx="519">
                  <c:v>44216</c:v>
                </c:pt>
                <c:pt idx="520">
                  <c:v>44217</c:v>
                </c:pt>
                <c:pt idx="521">
                  <c:v>44218</c:v>
                </c:pt>
                <c:pt idx="522">
                  <c:v>44221</c:v>
                </c:pt>
                <c:pt idx="523">
                  <c:v>44222</c:v>
                </c:pt>
                <c:pt idx="524">
                  <c:v>44223</c:v>
                </c:pt>
                <c:pt idx="525">
                  <c:v>44224</c:v>
                </c:pt>
                <c:pt idx="526">
                  <c:v>44225</c:v>
                </c:pt>
                <c:pt idx="527">
                  <c:v>44228</c:v>
                </c:pt>
                <c:pt idx="528">
                  <c:v>44229</c:v>
                </c:pt>
                <c:pt idx="529">
                  <c:v>44230</c:v>
                </c:pt>
                <c:pt idx="530">
                  <c:v>44231</c:v>
                </c:pt>
                <c:pt idx="531">
                  <c:v>44232</c:v>
                </c:pt>
                <c:pt idx="532">
                  <c:v>44235</c:v>
                </c:pt>
                <c:pt idx="533">
                  <c:v>44236</c:v>
                </c:pt>
                <c:pt idx="534">
                  <c:v>44237</c:v>
                </c:pt>
                <c:pt idx="535">
                  <c:v>44238</c:v>
                </c:pt>
                <c:pt idx="536">
                  <c:v>44239</c:v>
                </c:pt>
                <c:pt idx="537">
                  <c:v>44242</c:v>
                </c:pt>
                <c:pt idx="538">
                  <c:v>44243</c:v>
                </c:pt>
                <c:pt idx="539">
                  <c:v>44244</c:v>
                </c:pt>
                <c:pt idx="540">
                  <c:v>44245</c:v>
                </c:pt>
                <c:pt idx="541">
                  <c:v>44246</c:v>
                </c:pt>
                <c:pt idx="542">
                  <c:v>44249</c:v>
                </c:pt>
                <c:pt idx="543">
                  <c:v>44250</c:v>
                </c:pt>
                <c:pt idx="544">
                  <c:v>44251</c:v>
                </c:pt>
                <c:pt idx="545">
                  <c:v>44252</c:v>
                </c:pt>
                <c:pt idx="546">
                  <c:v>44253</c:v>
                </c:pt>
                <c:pt idx="547">
                  <c:v>44256</c:v>
                </c:pt>
                <c:pt idx="548">
                  <c:v>44257</c:v>
                </c:pt>
                <c:pt idx="549">
                  <c:v>44258</c:v>
                </c:pt>
                <c:pt idx="550">
                  <c:v>44259</c:v>
                </c:pt>
                <c:pt idx="551">
                  <c:v>44260</c:v>
                </c:pt>
                <c:pt idx="552">
                  <c:v>44263</c:v>
                </c:pt>
                <c:pt idx="553">
                  <c:v>44264</c:v>
                </c:pt>
                <c:pt idx="554">
                  <c:v>44265</c:v>
                </c:pt>
                <c:pt idx="555">
                  <c:v>44266</c:v>
                </c:pt>
                <c:pt idx="556">
                  <c:v>44267</c:v>
                </c:pt>
                <c:pt idx="557">
                  <c:v>44270</c:v>
                </c:pt>
                <c:pt idx="558">
                  <c:v>44271</c:v>
                </c:pt>
                <c:pt idx="559">
                  <c:v>44272</c:v>
                </c:pt>
                <c:pt idx="560">
                  <c:v>44273</c:v>
                </c:pt>
                <c:pt idx="561">
                  <c:v>44274</c:v>
                </c:pt>
                <c:pt idx="562">
                  <c:v>44277</c:v>
                </c:pt>
                <c:pt idx="563">
                  <c:v>44278</c:v>
                </c:pt>
                <c:pt idx="564">
                  <c:v>44279</c:v>
                </c:pt>
                <c:pt idx="565">
                  <c:v>44280</c:v>
                </c:pt>
                <c:pt idx="566">
                  <c:v>44281</c:v>
                </c:pt>
                <c:pt idx="567">
                  <c:v>44284</c:v>
                </c:pt>
                <c:pt idx="568">
                  <c:v>44285</c:v>
                </c:pt>
                <c:pt idx="569">
                  <c:v>44286</c:v>
                </c:pt>
                <c:pt idx="570">
                  <c:v>44287</c:v>
                </c:pt>
                <c:pt idx="571">
                  <c:v>44292</c:v>
                </c:pt>
                <c:pt idx="572">
                  <c:v>44293</c:v>
                </c:pt>
                <c:pt idx="573">
                  <c:v>44294</c:v>
                </c:pt>
                <c:pt idx="574">
                  <c:v>44295</c:v>
                </c:pt>
                <c:pt idx="575">
                  <c:v>44298</c:v>
                </c:pt>
                <c:pt idx="576">
                  <c:v>44299</c:v>
                </c:pt>
                <c:pt idx="577">
                  <c:v>44300</c:v>
                </c:pt>
                <c:pt idx="578">
                  <c:v>44301</c:v>
                </c:pt>
                <c:pt idx="579">
                  <c:v>44302</c:v>
                </c:pt>
                <c:pt idx="580">
                  <c:v>44305</c:v>
                </c:pt>
                <c:pt idx="581">
                  <c:v>44306</c:v>
                </c:pt>
                <c:pt idx="582">
                  <c:v>44307</c:v>
                </c:pt>
                <c:pt idx="583">
                  <c:v>44308</c:v>
                </c:pt>
                <c:pt idx="584">
                  <c:v>44309</c:v>
                </c:pt>
                <c:pt idx="585">
                  <c:v>44312</c:v>
                </c:pt>
                <c:pt idx="586">
                  <c:v>44313</c:v>
                </c:pt>
                <c:pt idx="587">
                  <c:v>44314</c:v>
                </c:pt>
                <c:pt idx="588">
                  <c:v>44315</c:v>
                </c:pt>
                <c:pt idx="589">
                  <c:v>44316</c:v>
                </c:pt>
                <c:pt idx="590">
                  <c:v>44319</c:v>
                </c:pt>
                <c:pt idx="591">
                  <c:v>44320</c:v>
                </c:pt>
                <c:pt idx="592">
                  <c:v>44321</c:v>
                </c:pt>
                <c:pt idx="593">
                  <c:v>44322</c:v>
                </c:pt>
                <c:pt idx="594">
                  <c:v>44323</c:v>
                </c:pt>
                <c:pt idx="595">
                  <c:v>44326</c:v>
                </c:pt>
                <c:pt idx="596">
                  <c:v>44327</c:v>
                </c:pt>
                <c:pt idx="597">
                  <c:v>44328</c:v>
                </c:pt>
                <c:pt idx="598">
                  <c:v>44329</c:v>
                </c:pt>
                <c:pt idx="599">
                  <c:v>44330</c:v>
                </c:pt>
                <c:pt idx="600">
                  <c:v>44333</c:v>
                </c:pt>
                <c:pt idx="601">
                  <c:v>44334</c:v>
                </c:pt>
                <c:pt idx="602">
                  <c:v>44335</c:v>
                </c:pt>
                <c:pt idx="603">
                  <c:v>44336</c:v>
                </c:pt>
                <c:pt idx="604">
                  <c:v>44337</c:v>
                </c:pt>
                <c:pt idx="605">
                  <c:v>44340</c:v>
                </c:pt>
                <c:pt idx="606">
                  <c:v>44341</c:v>
                </c:pt>
                <c:pt idx="607">
                  <c:v>44342</c:v>
                </c:pt>
                <c:pt idx="608">
                  <c:v>44343</c:v>
                </c:pt>
                <c:pt idx="609">
                  <c:v>44344</c:v>
                </c:pt>
                <c:pt idx="610">
                  <c:v>44347</c:v>
                </c:pt>
                <c:pt idx="611">
                  <c:v>44348</c:v>
                </c:pt>
                <c:pt idx="612">
                  <c:v>44349</c:v>
                </c:pt>
                <c:pt idx="613">
                  <c:v>44350</c:v>
                </c:pt>
                <c:pt idx="614">
                  <c:v>44351</c:v>
                </c:pt>
                <c:pt idx="615">
                  <c:v>44354</c:v>
                </c:pt>
                <c:pt idx="616">
                  <c:v>44355</c:v>
                </c:pt>
                <c:pt idx="617">
                  <c:v>44356</c:v>
                </c:pt>
                <c:pt idx="618">
                  <c:v>44357</c:v>
                </c:pt>
                <c:pt idx="619">
                  <c:v>44358</c:v>
                </c:pt>
                <c:pt idx="620">
                  <c:v>44361</c:v>
                </c:pt>
                <c:pt idx="621">
                  <c:v>44362</c:v>
                </c:pt>
                <c:pt idx="622">
                  <c:v>44363</c:v>
                </c:pt>
                <c:pt idx="623">
                  <c:v>44364</c:v>
                </c:pt>
                <c:pt idx="624">
                  <c:v>44365</c:v>
                </c:pt>
                <c:pt idx="625">
                  <c:v>44368</c:v>
                </c:pt>
                <c:pt idx="626">
                  <c:v>44369</c:v>
                </c:pt>
                <c:pt idx="627">
                  <c:v>44370</c:v>
                </c:pt>
                <c:pt idx="628">
                  <c:v>44371</c:v>
                </c:pt>
                <c:pt idx="629">
                  <c:v>44372</c:v>
                </c:pt>
                <c:pt idx="630">
                  <c:v>44375</c:v>
                </c:pt>
                <c:pt idx="631">
                  <c:v>44376</c:v>
                </c:pt>
                <c:pt idx="632">
                  <c:v>44377</c:v>
                </c:pt>
                <c:pt idx="633">
                  <c:v>44378</c:v>
                </c:pt>
                <c:pt idx="634">
                  <c:v>44379</c:v>
                </c:pt>
                <c:pt idx="635">
                  <c:v>44382</c:v>
                </c:pt>
                <c:pt idx="636">
                  <c:v>44383</c:v>
                </c:pt>
                <c:pt idx="637">
                  <c:v>44384</c:v>
                </c:pt>
                <c:pt idx="638">
                  <c:v>44385</c:v>
                </c:pt>
                <c:pt idx="639">
                  <c:v>44386</c:v>
                </c:pt>
                <c:pt idx="640">
                  <c:v>44389</c:v>
                </c:pt>
                <c:pt idx="641">
                  <c:v>44390</c:v>
                </c:pt>
                <c:pt idx="642">
                  <c:v>44391</c:v>
                </c:pt>
                <c:pt idx="643">
                  <c:v>44392</c:v>
                </c:pt>
                <c:pt idx="644">
                  <c:v>44393</c:v>
                </c:pt>
                <c:pt idx="645">
                  <c:v>44396</c:v>
                </c:pt>
                <c:pt idx="646">
                  <c:v>44397</c:v>
                </c:pt>
                <c:pt idx="647">
                  <c:v>44398</c:v>
                </c:pt>
                <c:pt idx="648">
                  <c:v>44399</c:v>
                </c:pt>
                <c:pt idx="649">
                  <c:v>44400</c:v>
                </c:pt>
                <c:pt idx="650">
                  <c:v>44403</c:v>
                </c:pt>
                <c:pt idx="651">
                  <c:v>44404</c:v>
                </c:pt>
                <c:pt idx="652">
                  <c:v>44405</c:v>
                </c:pt>
                <c:pt idx="653">
                  <c:v>44406</c:v>
                </c:pt>
                <c:pt idx="654">
                  <c:v>44407</c:v>
                </c:pt>
                <c:pt idx="655">
                  <c:v>44410</c:v>
                </c:pt>
                <c:pt idx="656">
                  <c:v>44411</c:v>
                </c:pt>
                <c:pt idx="657">
                  <c:v>44412</c:v>
                </c:pt>
                <c:pt idx="658">
                  <c:v>44413</c:v>
                </c:pt>
                <c:pt idx="659">
                  <c:v>44414</c:v>
                </c:pt>
                <c:pt idx="660">
                  <c:v>44417</c:v>
                </c:pt>
                <c:pt idx="661">
                  <c:v>44418</c:v>
                </c:pt>
                <c:pt idx="662">
                  <c:v>44419</c:v>
                </c:pt>
                <c:pt idx="663">
                  <c:v>44420</c:v>
                </c:pt>
                <c:pt idx="664">
                  <c:v>44421</c:v>
                </c:pt>
                <c:pt idx="665">
                  <c:v>44424</c:v>
                </c:pt>
                <c:pt idx="666">
                  <c:v>44425</c:v>
                </c:pt>
                <c:pt idx="667">
                  <c:v>44426</c:v>
                </c:pt>
                <c:pt idx="668">
                  <c:v>44427</c:v>
                </c:pt>
                <c:pt idx="669">
                  <c:v>44428</c:v>
                </c:pt>
                <c:pt idx="670">
                  <c:v>44431</c:v>
                </c:pt>
                <c:pt idx="671">
                  <c:v>44432</c:v>
                </c:pt>
                <c:pt idx="672">
                  <c:v>44433</c:v>
                </c:pt>
                <c:pt idx="673">
                  <c:v>44434</c:v>
                </c:pt>
                <c:pt idx="674">
                  <c:v>44435</c:v>
                </c:pt>
                <c:pt idx="675">
                  <c:v>44438</c:v>
                </c:pt>
                <c:pt idx="676">
                  <c:v>44439</c:v>
                </c:pt>
                <c:pt idx="677">
                  <c:v>44440</c:v>
                </c:pt>
                <c:pt idx="678">
                  <c:v>44441</c:v>
                </c:pt>
                <c:pt idx="679">
                  <c:v>44442</c:v>
                </c:pt>
                <c:pt idx="680">
                  <c:v>44445</c:v>
                </c:pt>
                <c:pt idx="681">
                  <c:v>44446</c:v>
                </c:pt>
                <c:pt idx="682">
                  <c:v>44447</c:v>
                </c:pt>
                <c:pt idx="683">
                  <c:v>44448</c:v>
                </c:pt>
                <c:pt idx="684">
                  <c:v>44449</c:v>
                </c:pt>
                <c:pt idx="685">
                  <c:v>44452</c:v>
                </c:pt>
                <c:pt idx="686">
                  <c:v>44453</c:v>
                </c:pt>
                <c:pt idx="687">
                  <c:v>44454</c:v>
                </c:pt>
                <c:pt idx="688">
                  <c:v>44455</c:v>
                </c:pt>
                <c:pt idx="689">
                  <c:v>44456</c:v>
                </c:pt>
                <c:pt idx="690">
                  <c:v>44459</c:v>
                </c:pt>
                <c:pt idx="691">
                  <c:v>44460</c:v>
                </c:pt>
                <c:pt idx="692">
                  <c:v>44461</c:v>
                </c:pt>
                <c:pt idx="693">
                  <c:v>44462</c:v>
                </c:pt>
                <c:pt idx="694">
                  <c:v>44463</c:v>
                </c:pt>
                <c:pt idx="695">
                  <c:v>44466</c:v>
                </c:pt>
                <c:pt idx="696">
                  <c:v>44467</c:v>
                </c:pt>
                <c:pt idx="697">
                  <c:v>44468</c:v>
                </c:pt>
                <c:pt idx="698">
                  <c:v>44469</c:v>
                </c:pt>
                <c:pt idx="699">
                  <c:v>44470</c:v>
                </c:pt>
                <c:pt idx="700">
                  <c:v>44473</c:v>
                </c:pt>
                <c:pt idx="701">
                  <c:v>44474</c:v>
                </c:pt>
                <c:pt idx="702">
                  <c:v>44475</c:v>
                </c:pt>
                <c:pt idx="703">
                  <c:v>44476</c:v>
                </c:pt>
                <c:pt idx="704">
                  <c:v>44477</c:v>
                </c:pt>
                <c:pt idx="705">
                  <c:v>44480</c:v>
                </c:pt>
                <c:pt idx="706">
                  <c:v>44481</c:v>
                </c:pt>
                <c:pt idx="707">
                  <c:v>44482</c:v>
                </c:pt>
                <c:pt idx="708">
                  <c:v>44483</c:v>
                </c:pt>
                <c:pt idx="709">
                  <c:v>44484</c:v>
                </c:pt>
                <c:pt idx="710">
                  <c:v>44487</c:v>
                </c:pt>
                <c:pt idx="711">
                  <c:v>44488</c:v>
                </c:pt>
                <c:pt idx="712">
                  <c:v>44489</c:v>
                </c:pt>
                <c:pt idx="713">
                  <c:v>44490</c:v>
                </c:pt>
                <c:pt idx="714">
                  <c:v>44491</c:v>
                </c:pt>
                <c:pt idx="715">
                  <c:v>44494</c:v>
                </c:pt>
                <c:pt idx="716">
                  <c:v>44495</c:v>
                </c:pt>
                <c:pt idx="717">
                  <c:v>44496</c:v>
                </c:pt>
                <c:pt idx="718">
                  <c:v>44497</c:v>
                </c:pt>
                <c:pt idx="719">
                  <c:v>44498</c:v>
                </c:pt>
                <c:pt idx="720">
                  <c:v>44501</c:v>
                </c:pt>
                <c:pt idx="721">
                  <c:v>44502</c:v>
                </c:pt>
                <c:pt idx="722">
                  <c:v>44503</c:v>
                </c:pt>
                <c:pt idx="723">
                  <c:v>44504</c:v>
                </c:pt>
                <c:pt idx="724">
                  <c:v>44505</c:v>
                </c:pt>
                <c:pt idx="725">
                  <c:v>44508</c:v>
                </c:pt>
                <c:pt idx="726">
                  <c:v>44509</c:v>
                </c:pt>
                <c:pt idx="727">
                  <c:v>44510</c:v>
                </c:pt>
                <c:pt idx="728">
                  <c:v>44511</c:v>
                </c:pt>
                <c:pt idx="729">
                  <c:v>44512</c:v>
                </c:pt>
                <c:pt idx="730">
                  <c:v>44515</c:v>
                </c:pt>
                <c:pt idx="731">
                  <c:v>44516</c:v>
                </c:pt>
                <c:pt idx="732">
                  <c:v>44517</c:v>
                </c:pt>
                <c:pt idx="733">
                  <c:v>44518</c:v>
                </c:pt>
                <c:pt idx="734">
                  <c:v>44519</c:v>
                </c:pt>
                <c:pt idx="735">
                  <c:v>44522</c:v>
                </c:pt>
                <c:pt idx="736">
                  <c:v>44523</c:v>
                </c:pt>
                <c:pt idx="737">
                  <c:v>44524</c:v>
                </c:pt>
                <c:pt idx="738">
                  <c:v>44525</c:v>
                </c:pt>
                <c:pt idx="739">
                  <c:v>44526</c:v>
                </c:pt>
                <c:pt idx="740">
                  <c:v>44529</c:v>
                </c:pt>
                <c:pt idx="741">
                  <c:v>44530</c:v>
                </c:pt>
                <c:pt idx="742">
                  <c:v>44531</c:v>
                </c:pt>
                <c:pt idx="743">
                  <c:v>44532</c:v>
                </c:pt>
                <c:pt idx="744">
                  <c:v>44533</c:v>
                </c:pt>
                <c:pt idx="745">
                  <c:v>44536</c:v>
                </c:pt>
                <c:pt idx="746">
                  <c:v>44537</c:v>
                </c:pt>
                <c:pt idx="747">
                  <c:v>44538</c:v>
                </c:pt>
                <c:pt idx="748">
                  <c:v>44539</c:v>
                </c:pt>
                <c:pt idx="749">
                  <c:v>44540</c:v>
                </c:pt>
                <c:pt idx="750">
                  <c:v>44543</c:v>
                </c:pt>
                <c:pt idx="751">
                  <c:v>44544</c:v>
                </c:pt>
                <c:pt idx="752">
                  <c:v>44545</c:v>
                </c:pt>
                <c:pt idx="753">
                  <c:v>44546</c:v>
                </c:pt>
                <c:pt idx="754">
                  <c:v>44547</c:v>
                </c:pt>
                <c:pt idx="755">
                  <c:v>44550</c:v>
                </c:pt>
                <c:pt idx="756">
                  <c:v>44551</c:v>
                </c:pt>
                <c:pt idx="757">
                  <c:v>44552</c:v>
                </c:pt>
                <c:pt idx="758">
                  <c:v>44553</c:v>
                </c:pt>
                <c:pt idx="759">
                  <c:v>44557</c:v>
                </c:pt>
                <c:pt idx="760">
                  <c:v>44558</c:v>
                </c:pt>
                <c:pt idx="761">
                  <c:v>44559</c:v>
                </c:pt>
                <c:pt idx="762">
                  <c:v>44560</c:v>
                </c:pt>
                <c:pt idx="763">
                  <c:v>44564</c:v>
                </c:pt>
                <c:pt idx="764">
                  <c:v>44565</c:v>
                </c:pt>
                <c:pt idx="765">
                  <c:v>44566</c:v>
                </c:pt>
                <c:pt idx="766">
                  <c:v>44567</c:v>
                </c:pt>
                <c:pt idx="767">
                  <c:v>44568</c:v>
                </c:pt>
                <c:pt idx="768">
                  <c:v>44571</c:v>
                </c:pt>
                <c:pt idx="769">
                  <c:v>44572</c:v>
                </c:pt>
                <c:pt idx="770">
                  <c:v>44573</c:v>
                </c:pt>
                <c:pt idx="771">
                  <c:v>44574</c:v>
                </c:pt>
                <c:pt idx="772">
                  <c:v>44575</c:v>
                </c:pt>
                <c:pt idx="773">
                  <c:v>44578</c:v>
                </c:pt>
                <c:pt idx="774">
                  <c:v>44579</c:v>
                </c:pt>
                <c:pt idx="775">
                  <c:v>44580</c:v>
                </c:pt>
                <c:pt idx="776">
                  <c:v>44581</c:v>
                </c:pt>
                <c:pt idx="777">
                  <c:v>44582</c:v>
                </c:pt>
                <c:pt idx="778">
                  <c:v>44585</c:v>
                </c:pt>
                <c:pt idx="779">
                  <c:v>44586</c:v>
                </c:pt>
                <c:pt idx="780">
                  <c:v>44587</c:v>
                </c:pt>
                <c:pt idx="781">
                  <c:v>44588</c:v>
                </c:pt>
                <c:pt idx="782">
                  <c:v>44589</c:v>
                </c:pt>
                <c:pt idx="783">
                  <c:v>44592</c:v>
                </c:pt>
                <c:pt idx="784">
                  <c:v>44593</c:v>
                </c:pt>
                <c:pt idx="785">
                  <c:v>44594</c:v>
                </c:pt>
                <c:pt idx="786">
                  <c:v>44595</c:v>
                </c:pt>
                <c:pt idx="787">
                  <c:v>44596</c:v>
                </c:pt>
                <c:pt idx="788">
                  <c:v>44599</c:v>
                </c:pt>
                <c:pt idx="789">
                  <c:v>44600</c:v>
                </c:pt>
                <c:pt idx="790">
                  <c:v>44601</c:v>
                </c:pt>
                <c:pt idx="791">
                  <c:v>44602</c:v>
                </c:pt>
                <c:pt idx="792">
                  <c:v>44603</c:v>
                </c:pt>
                <c:pt idx="793">
                  <c:v>44606</c:v>
                </c:pt>
                <c:pt idx="794">
                  <c:v>44607</c:v>
                </c:pt>
                <c:pt idx="795">
                  <c:v>44608</c:v>
                </c:pt>
                <c:pt idx="796">
                  <c:v>44609</c:v>
                </c:pt>
                <c:pt idx="797">
                  <c:v>44610</c:v>
                </c:pt>
                <c:pt idx="798">
                  <c:v>44613</c:v>
                </c:pt>
                <c:pt idx="799">
                  <c:v>44614</c:v>
                </c:pt>
                <c:pt idx="800">
                  <c:v>44615</c:v>
                </c:pt>
                <c:pt idx="801">
                  <c:v>44616</c:v>
                </c:pt>
                <c:pt idx="802">
                  <c:v>44617</c:v>
                </c:pt>
                <c:pt idx="803">
                  <c:v>44620</c:v>
                </c:pt>
                <c:pt idx="804">
                  <c:v>44621</c:v>
                </c:pt>
                <c:pt idx="805">
                  <c:v>44622</c:v>
                </c:pt>
                <c:pt idx="806">
                  <c:v>44623</c:v>
                </c:pt>
                <c:pt idx="807">
                  <c:v>44624</c:v>
                </c:pt>
                <c:pt idx="808">
                  <c:v>44627</c:v>
                </c:pt>
                <c:pt idx="809">
                  <c:v>44628</c:v>
                </c:pt>
                <c:pt idx="810">
                  <c:v>44629</c:v>
                </c:pt>
                <c:pt idx="811">
                  <c:v>44630</c:v>
                </c:pt>
                <c:pt idx="812">
                  <c:v>44631</c:v>
                </c:pt>
                <c:pt idx="813">
                  <c:v>44634</c:v>
                </c:pt>
                <c:pt idx="814">
                  <c:v>44635</c:v>
                </c:pt>
                <c:pt idx="815">
                  <c:v>44636</c:v>
                </c:pt>
                <c:pt idx="816">
                  <c:v>44637</c:v>
                </c:pt>
                <c:pt idx="817">
                  <c:v>44638</c:v>
                </c:pt>
                <c:pt idx="818">
                  <c:v>44641</c:v>
                </c:pt>
                <c:pt idx="819">
                  <c:v>44642</c:v>
                </c:pt>
                <c:pt idx="820">
                  <c:v>44643</c:v>
                </c:pt>
                <c:pt idx="821">
                  <c:v>44644</c:v>
                </c:pt>
                <c:pt idx="822">
                  <c:v>44645</c:v>
                </c:pt>
                <c:pt idx="823">
                  <c:v>44648</c:v>
                </c:pt>
                <c:pt idx="824">
                  <c:v>44649</c:v>
                </c:pt>
                <c:pt idx="825">
                  <c:v>44650</c:v>
                </c:pt>
                <c:pt idx="826">
                  <c:v>44651</c:v>
                </c:pt>
                <c:pt idx="827">
                  <c:v>44652</c:v>
                </c:pt>
                <c:pt idx="828">
                  <c:v>44655</c:v>
                </c:pt>
                <c:pt idx="829">
                  <c:v>44656</c:v>
                </c:pt>
                <c:pt idx="830">
                  <c:v>44657</c:v>
                </c:pt>
                <c:pt idx="831">
                  <c:v>44658</c:v>
                </c:pt>
                <c:pt idx="832">
                  <c:v>44659</c:v>
                </c:pt>
                <c:pt idx="833">
                  <c:v>44662</c:v>
                </c:pt>
                <c:pt idx="834">
                  <c:v>44663</c:v>
                </c:pt>
                <c:pt idx="835">
                  <c:v>44664</c:v>
                </c:pt>
                <c:pt idx="836">
                  <c:v>44665</c:v>
                </c:pt>
                <c:pt idx="837">
                  <c:v>44670</c:v>
                </c:pt>
                <c:pt idx="838">
                  <c:v>44671</c:v>
                </c:pt>
                <c:pt idx="839">
                  <c:v>44672</c:v>
                </c:pt>
                <c:pt idx="840">
                  <c:v>44673</c:v>
                </c:pt>
                <c:pt idx="841">
                  <c:v>44676</c:v>
                </c:pt>
                <c:pt idx="842">
                  <c:v>44677</c:v>
                </c:pt>
                <c:pt idx="843">
                  <c:v>44678</c:v>
                </c:pt>
                <c:pt idx="844">
                  <c:v>44679</c:v>
                </c:pt>
                <c:pt idx="845">
                  <c:v>44680</c:v>
                </c:pt>
                <c:pt idx="846">
                  <c:v>44683</c:v>
                </c:pt>
                <c:pt idx="847">
                  <c:v>44684</c:v>
                </c:pt>
                <c:pt idx="848">
                  <c:v>44685</c:v>
                </c:pt>
                <c:pt idx="849">
                  <c:v>44686</c:v>
                </c:pt>
                <c:pt idx="850">
                  <c:v>44687</c:v>
                </c:pt>
                <c:pt idx="851">
                  <c:v>44690</c:v>
                </c:pt>
                <c:pt idx="852">
                  <c:v>44691</c:v>
                </c:pt>
                <c:pt idx="853">
                  <c:v>44692</c:v>
                </c:pt>
                <c:pt idx="854">
                  <c:v>44693</c:v>
                </c:pt>
                <c:pt idx="855">
                  <c:v>44694</c:v>
                </c:pt>
                <c:pt idx="856">
                  <c:v>44697</c:v>
                </c:pt>
                <c:pt idx="857">
                  <c:v>44698</c:v>
                </c:pt>
                <c:pt idx="858">
                  <c:v>44699</c:v>
                </c:pt>
                <c:pt idx="859">
                  <c:v>44700</c:v>
                </c:pt>
                <c:pt idx="860">
                  <c:v>44701</c:v>
                </c:pt>
                <c:pt idx="861">
                  <c:v>44704</c:v>
                </c:pt>
                <c:pt idx="862">
                  <c:v>44705</c:v>
                </c:pt>
                <c:pt idx="863">
                  <c:v>44706</c:v>
                </c:pt>
                <c:pt idx="864">
                  <c:v>44707</c:v>
                </c:pt>
                <c:pt idx="865">
                  <c:v>44708</c:v>
                </c:pt>
                <c:pt idx="866">
                  <c:v>44711</c:v>
                </c:pt>
                <c:pt idx="867">
                  <c:v>44712</c:v>
                </c:pt>
                <c:pt idx="868">
                  <c:v>44713</c:v>
                </c:pt>
                <c:pt idx="869">
                  <c:v>44714</c:v>
                </c:pt>
                <c:pt idx="870">
                  <c:v>44715</c:v>
                </c:pt>
                <c:pt idx="871">
                  <c:v>44718</c:v>
                </c:pt>
                <c:pt idx="872">
                  <c:v>44719</c:v>
                </c:pt>
                <c:pt idx="873">
                  <c:v>44720</c:v>
                </c:pt>
                <c:pt idx="874">
                  <c:v>44721</c:v>
                </c:pt>
                <c:pt idx="875">
                  <c:v>44722</c:v>
                </c:pt>
                <c:pt idx="876">
                  <c:v>44725</c:v>
                </c:pt>
                <c:pt idx="877">
                  <c:v>44726</c:v>
                </c:pt>
                <c:pt idx="878">
                  <c:v>44727</c:v>
                </c:pt>
                <c:pt idx="879">
                  <c:v>44728</c:v>
                </c:pt>
                <c:pt idx="880">
                  <c:v>44729</c:v>
                </c:pt>
                <c:pt idx="881">
                  <c:v>44732</c:v>
                </c:pt>
                <c:pt idx="882">
                  <c:v>44733</c:v>
                </c:pt>
                <c:pt idx="883">
                  <c:v>44734</c:v>
                </c:pt>
                <c:pt idx="884">
                  <c:v>44735</c:v>
                </c:pt>
                <c:pt idx="885">
                  <c:v>44736</c:v>
                </c:pt>
                <c:pt idx="886">
                  <c:v>44739</c:v>
                </c:pt>
                <c:pt idx="887">
                  <c:v>44740</c:v>
                </c:pt>
                <c:pt idx="888">
                  <c:v>44741</c:v>
                </c:pt>
                <c:pt idx="889">
                  <c:v>44742</c:v>
                </c:pt>
                <c:pt idx="890">
                  <c:v>44743</c:v>
                </c:pt>
                <c:pt idx="891">
                  <c:v>44746</c:v>
                </c:pt>
                <c:pt idx="892">
                  <c:v>44747</c:v>
                </c:pt>
                <c:pt idx="893">
                  <c:v>44748</c:v>
                </c:pt>
                <c:pt idx="894">
                  <c:v>44749</c:v>
                </c:pt>
                <c:pt idx="895">
                  <c:v>44750</c:v>
                </c:pt>
                <c:pt idx="896">
                  <c:v>44753</c:v>
                </c:pt>
                <c:pt idx="897">
                  <c:v>44754</c:v>
                </c:pt>
                <c:pt idx="898">
                  <c:v>44755</c:v>
                </c:pt>
                <c:pt idx="899">
                  <c:v>44756</c:v>
                </c:pt>
                <c:pt idx="900">
                  <c:v>44757</c:v>
                </c:pt>
                <c:pt idx="901">
                  <c:v>44760</c:v>
                </c:pt>
                <c:pt idx="902">
                  <c:v>44761</c:v>
                </c:pt>
                <c:pt idx="903">
                  <c:v>44762</c:v>
                </c:pt>
                <c:pt idx="904">
                  <c:v>44763</c:v>
                </c:pt>
                <c:pt idx="905">
                  <c:v>44764</c:v>
                </c:pt>
                <c:pt idx="906">
                  <c:v>44767</c:v>
                </c:pt>
                <c:pt idx="907">
                  <c:v>44768</c:v>
                </c:pt>
                <c:pt idx="908">
                  <c:v>44769</c:v>
                </c:pt>
                <c:pt idx="909">
                  <c:v>44770</c:v>
                </c:pt>
                <c:pt idx="910">
                  <c:v>44771</c:v>
                </c:pt>
                <c:pt idx="911">
                  <c:v>44774</c:v>
                </c:pt>
                <c:pt idx="912">
                  <c:v>44775</c:v>
                </c:pt>
                <c:pt idx="913">
                  <c:v>44776</c:v>
                </c:pt>
                <c:pt idx="914">
                  <c:v>44777</c:v>
                </c:pt>
                <c:pt idx="915">
                  <c:v>44778</c:v>
                </c:pt>
                <c:pt idx="916">
                  <c:v>44781</c:v>
                </c:pt>
                <c:pt idx="917">
                  <c:v>44782</c:v>
                </c:pt>
                <c:pt idx="918">
                  <c:v>44783</c:v>
                </c:pt>
                <c:pt idx="919">
                  <c:v>44784</c:v>
                </c:pt>
                <c:pt idx="920">
                  <c:v>44785</c:v>
                </c:pt>
                <c:pt idx="921">
                  <c:v>44789</c:v>
                </c:pt>
                <c:pt idx="922">
                  <c:v>44790</c:v>
                </c:pt>
                <c:pt idx="923">
                  <c:v>44791</c:v>
                </c:pt>
                <c:pt idx="924">
                  <c:v>44792</c:v>
                </c:pt>
                <c:pt idx="925">
                  <c:v>44795</c:v>
                </c:pt>
                <c:pt idx="926">
                  <c:v>44796</c:v>
                </c:pt>
                <c:pt idx="927">
                  <c:v>44797</c:v>
                </c:pt>
                <c:pt idx="928">
                  <c:v>44798</c:v>
                </c:pt>
                <c:pt idx="929">
                  <c:v>44799</c:v>
                </c:pt>
                <c:pt idx="930">
                  <c:v>44802</c:v>
                </c:pt>
                <c:pt idx="931">
                  <c:v>44803</c:v>
                </c:pt>
                <c:pt idx="932">
                  <c:v>44804</c:v>
                </c:pt>
                <c:pt idx="933">
                  <c:v>44805</c:v>
                </c:pt>
                <c:pt idx="934">
                  <c:v>44806</c:v>
                </c:pt>
                <c:pt idx="935">
                  <c:v>44809</c:v>
                </c:pt>
                <c:pt idx="936">
                  <c:v>44810</c:v>
                </c:pt>
                <c:pt idx="937">
                  <c:v>44811</c:v>
                </c:pt>
                <c:pt idx="938">
                  <c:v>44812</c:v>
                </c:pt>
                <c:pt idx="939">
                  <c:v>44813</c:v>
                </c:pt>
                <c:pt idx="940">
                  <c:v>44816</c:v>
                </c:pt>
                <c:pt idx="941">
                  <c:v>44817</c:v>
                </c:pt>
                <c:pt idx="942">
                  <c:v>44818</c:v>
                </c:pt>
                <c:pt idx="943">
                  <c:v>44819</c:v>
                </c:pt>
                <c:pt idx="944">
                  <c:v>44820</c:v>
                </c:pt>
                <c:pt idx="945">
                  <c:v>44823</c:v>
                </c:pt>
                <c:pt idx="946">
                  <c:v>44824</c:v>
                </c:pt>
                <c:pt idx="947">
                  <c:v>44825</c:v>
                </c:pt>
                <c:pt idx="948">
                  <c:v>44826</c:v>
                </c:pt>
                <c:pt idx="949">
                  <c:v>44827</c:v>
                </c:pt>
                <c:pt idx="950">
                  <c:v>44830</c:v>
                </c:pt>
                <c:pt idx="951">
                  <c:v>44831</c:v>
                </c:pt>
                <c:pt idx="952">
                  <c:v>44832</c:v>
                </c:pt>
                <c:pt idx="953">
                  <c:v>44833</c:v>
                </c:pt>
                <c:pt idx="954">
                  <c:v>44834</c:v>
                </c:pt>
                <c:pt idx="955">
                  <c:v>44837</c:v>
                </c:pt>
                <c:pt idx="956">
                  <c:v>44838</c:v>
                </c:pt>
                <c:pt idx="957">
                  <c:v>44839</c:v>
                </c:pt>
                <c:pt idx="958">
                  <c:v>44840</c:v>
                </c:pt>
                <c:pt idx="959">
                  <c:v>44841</c:v>
                </c:pt>
                <c:pt idx="960">
                  <c:v>44844</c:v>
                </c:pt>
                <c:pt idx="961">
                  <c:v>44845</c:v>
                </c:pt>
                <c:pt idx="962">
                  <c:v>44846</c:v>
                </c:pt>
                <c:pt idx="963">
                  <c:v>44847</c:v>
                </c:pt>
                <c:pt idx="964">
                  <c:v>44848</c:v>
                </c:pt>
                <c:pt idx="965">
                  <c:v>44851</c:v>
                </c:pt>
                <c:pt idx="966">
                  <c:v>44852</c:v>
                </c:pt>
                <c:pt idx="967">
                  <c:v>44853</c:v>
                </c:pt>
                <c:pt idx="968">
                  <c:v>44854</c:v>
                </c:pt>
                <c:pt idx="969">
                  <c:v>44855</c:v>
                </c:pt>
                <c:pt idx="970">
                  <c:v>44858</c:v>
                </c:pt>
                <c:pt idx="971">
                  <c:v>44859</c:v>
                </c:pt>
                <c:pt idx="972">
                  <c:v>44860</c:v>
                </c:pt>
                <c:pt idx="973">
                  <c:v>44861</c:v>
                </c:pt>
                <c:pt idx="974">
                  <c:v>44862</c:v>
                </c:pt>
                <c:pt idx="975">
                  <c:v>44865</c:v>
                </c:pt>
                <c:pt idx="976">
                  <c:v>44866</c:v>
                </c:pt>
                <c:pt idx="977">
                  <c:v>44867</c:v>
                </c:pt>
                <c:pt idx="978">
                  <c:v>44868</c:v>
                </c:pt>
                <c:pt idx="979">
                  <c:v>44869</c:v>
                </c:pt>
                <c:pt idx="980">
                  <c:v>44872</c:v>
                </c:pt>
                <c:pt idx="981">
                  <c:v>44873</c:v>
                </c:pt>
                <c:pt idx="982">
                  <c:v>44874</c:v>
                </c:pt>
                <c:pt idx="983">
                  <c:v>44875</c:v>
                </c:pt>
                <c:pt idx="984">
                  <c:v>44876</c:v>
                </c:pt>
                <c:pt idx="985">
                  <c:v>44879</c:v>
                </c:pt>
                <c:pt idx="986">
                  <c:v>44880</c:v>
                </c:pt>
                <c:pt idx="987">
                  <c:v>44881</c:v>
                </c:pt>
                <c:pt idx="988">
                  <c:v>44882</c:v>
                </c:pt>
                <c:pt idx="989">
                  <c:v>44883</c:v>
                </c:pt>
                <c:pt idx="990">
                  <c:v>44886</c:v>
                </c:pt>
                <c:pt idx="991">
                  <c:v>44887</c:v>
                </c:pt>
                <c:pt idx="992">
                  <c:v>44888</c:v>
                </c:pt>
                <c:pt idx="993">
                  <c:v>44889</c:v>
                </c:pt>
                <c:pt idx="994">
                  <c:v>44890</c:v>
                </c:pt>
                <c:pt idx="995">
                  <c:v>44893</c:v>
                </c:pt>
                <c:pt idx="996">
                  <c:v>44894</c:v>
                </c:pt>
                <c:pt idx="997">
                  <c:v>44895</c:v>
                </c:pt>
                <c:pt idx="998">
                  <c:v>44896</c:v>
                </c:pt>
                <c:pt idx="999">
                  <c:v>44897</c:v>
                </c:pt>
                <c:pt idx="1000">
                  <c:v>44900</c:v>
                </c:pt>
                <c:pt idx="1001">
                  <c:v>44901</c:v>
                </c:pt>
                <c:pt idx="1002">
                  <c:v>44902</c:v>
                </c:pt>
                <c:pt idx="1003">
                  <c:v>44903</c:v>
                </c:pt>
                <c:pt idx="1004">
                  <c:v>44904</c:v>
                </c:pt>
                <c:pt idx="1005">
                  <c:v>44907</c:v>
                </c:pt>
                <c:pt idx="1006">
                  <c:v>44908</c:v>
                </c:pt>
                <c:pt idx="1007">
                  <c:v>44909</c:v>
                </c:pt>
                <c:pt idx="1008">
                  <c:v>44910</c:v>
                </c:pt>
                <c:pt idx="1009">
                  <c:v>44911</c:v>
                </c:pt>
                <c:pt idx="1010">
                  <c:v>44914</c:v>
                </c:pt>
                <c:pt idx="1011">
                  <c:v>44915</c:v>
                </c:pt>
                <c:pt idx="1012">
                  <c:v>44916</c:v>
                </c:pt>
                <c:pt idx="1013">
                  <c:v>44917</c:v>
                </c:pt>
                <c:pt idx="1014">
                  <c:v>44918</c:v>
                </c:pt>
                <c:pt idx="1015">
                  <c:v>44922</c:v>
                </c:pt>
                <c:pt idx="1016">
                  <c:v>44923</c:v>
                </c:pt>
                <c:pt idx="1017">
                  <c:v>44924</c:v>
                </c:pt>
                <c:pt idx="1018">
                  <c:v>44925</c:v>
                </c:pt>
                <c:pt idx="1019">
                  <c:v>44928</c:v>
                </c:pt>
                <c:pt idx="1020">
                  <c:v>44929</c:v>
                </c:pt>
                <c:pt idx="1021">
                  <c:v>44930</c:v>
                </c:pt>
                <c:pt idx="1022">
                  <c:v>44931</c:v>
                </c:pt>
                <c:pt idx="1023">
                  <c:v>44932</c:v>
                </c:pt>
                <c:pt idx="1024">
                  <c:v>44935</c:v>
                </c:pt>
                <c:pt idx="1025">
                  <c:v>44936</c:v>
                </c:pt>
                <c:pt idx="1026">
                  <c:v>44937</c:v>
                </c:pt>
                <c:pt idx="1027">
                  <c:v>44938</c:v>
                </c:pt>
                <c:pt idx="1028">
                  <c:v>44939</c:v>
                </c:pt>
                <c:pt idx="1029">
                  <c:v>44942</c:v>
                </c:pt>
                <c:pt idx="1030">
                  <c:v>44943</c:v>
                </c:pt>
                <c:pt idx="1031">
                  <c:v>44944</c:v>
                </c:pt>
                <c:pt idx="1032">
                  <c:v>44945</c:v>
                </c:pt>
                <c:pt idx="1033">
                  <c:v>44946</c:v>
                </c:pt>
                <c:pt idx="1034">
                  <c:v>44949</c:v>
                </c:pt>
                <c:pt idx="1035">
                  <c:v>44950</c:v>
                </c:pt>
                <c:pt idx="1036">
                  <c:v>44951</c:v>
                </c:pt>
                <c:pt idx="1037">
                  <c:v>44952</c:v>
                </c:pt>
                <c:pt idx="1038">
                  <c:v>44953</c:v>
                </c:pt>
                <c:pt idx="1039">
                  <c:v>44956</c:v>
                </c:pt>
                <c:pt idx="1040">
                  <c:v>44957</c:v>
                </c:pt>
                <c:pt idx="1041">
                  <c:v>44958</c:v>
                </c:pt>
                <c:pt idx="1042">
                  <c:v>44959</c:v>
                </c:pt>
                <c:pt idx="1043">
                  <c:v>44960</c:v>
                </c:pt>
                <c:pt idx="1044">
                  <c:v>44963</c:v>
                </c:pt>
                <c:pt idx="1045">
                  <c:v>44964</c:v>
                </c:pt>
                <c:pt idx="1046">
                  <c:v>44965</c:v>
                </c:pt>
                <c:pt idx="1047">
                  <c:v>44966</c:v>
                </c:pt>
                <c:pt idx="1048">
                  <c:v>44967</c:v>
                </c:pt>
                <c:pt idx="1049">
                  <c:v>44970</c:v>
                </c:pt>
                <c:pt idx="1050">
                  <c:v>44971</c:v>
                </c:pt>
                <c:pt idx="1051">
                  <c:v>44972</c:v>
                </c:pt>
                <c:pt idx="1052">
                  <c:v>44973</c:v>
                </c:pt>
                <c:pt idx="1053">
                  <c:v>44974</c:v>
                </c:pt>
                <c:pt idx="1054">
                  <c:v>44977</c:v>
                </c:pt>
                <c:pt idx="1055">
                  <c:v>44978</c:v>
                </c:pt>
                <c:pt idx="1056">
                  <c:v>44979</c:v>
                </c:pt>
                <c:pt idx="1057">
                  <c:v>44980</c:v>
                </c:pt>
                <c:pt idx="1058">
                  <c:v>44981</c:v>
                </c:pt>
                <c:pt idx="1059">
                  <c:v>44984</c:v>
                </c:pt>
                <c:pt idx="1060">
                  <c:v>44985</c:v>
                </c:pt>
                <c:pt idx="1061">
                  <c:v>44986</c:v>
                </c:pt>
                <c:pt idx="1062">
                  <c:v>44987</c:v>
                </c:pt>
                <c:pt idx="1063">
                  <c:v>44988</c:v>
                </c:pt>
                <c:pt idx="1064">
                  <c:v>44991</c:v>
                </c:pt>
                <c:pt idx="1065">
                  <c:v>44992</c:v>
                </c:pt>
                <c:pt idx="1066">
                  <c:v>44993</c:v>
                </c:pt>
                <c:pt idx="1067">
                  <c:v>44994</c:v>
                </c:pt>
                <c:pt idx="1068">
                  <c:v>44995</c:v>
                </c:pt>
                <c:pt idx="1069">
                  <c:v>44998</c:v>
                </c:pt>
                <c:pt idx="1070">
                  <c:v>44999</c:v>
                </c:pt>
                <c:pt idx="1071">
                  <c:v>45000</c:v>
                </c:pt>
                <c:pt idx="1072">
                  <c:v>45001</c:v>
                </c:pt>
                <c:pt idx="1073">
                  <c:v>45002</c:v>
                </c:pt>
                <c:pt idx="1074">
                  <c:v>45005</c:v>
                </c:pt>
                <c:pt idx="1075">
                  <c:v>45006</c:v>
                </c:pt>
                <c:pt idx="1076">
                  <c:v>45007</c:v>
                </c:pt>
                <c:pt idx="1077">
                  <c:v>45008</c:v>
                </c:pt>
                <c:pt idx="1078">
                  <c:v>45009</c:v>
                </c:pt>
                <c:pt idx="1079">
                  <c:v>45012</c:v>
                </c:pt>
                <c:pt idx="1080">
                  <c:v>45013</c:v>
                </c:pt>
                <c:pt idx="1081">
                  <c:v>45014</c:v>
                </c:pt>
                <c:pt idx="1082">
                  <c:v>45015</c:v>
                </c:pt>
                <c:pt idx="1083">
                  <c:v>45016</c:v>
                </c:pt>
                <c:pt idx="1084">
                  <c:v>45019</c:v>
                </c:pt>
                <c:pt idx="1085">
                  <c:v>45020</c:v>
                </c:pt>
                <c:pt idx="1086">
                  <c:v>45021</c:v>
                </c:pt>
                <c:pt idx="1087">
                  <c:v>45022</c:v>
                </c:pt>
                <c:pt idx="1088">
                  <c:v>45027</c:v>
                </c:pt>
                <c:pt idx="1089">
                  <c:v>45028</c:v>
                </c:pt>
                <c:pt idx="1090">
                  <c:v>45029</c:v>
                </c:pt>
                <c:pt idx="1091">
                  <c:v>45030</c:v>
                </c:pt>
                <c:pt idx="1092">
                  <c:v>45033</c:v>
                </c:pt>
                <c:pt idx="1093">
                  <c:v>45034</c:v>
                </c:pt>
                <c:pt idx="1094">
                  <c:v>45035</c:v>
                </c:pt>
                <c:pt idx="1095">
                  <c:v>45036</c:v>
                </c:pt>
                <c:pt idx="1096">
                  <c:v>45037</c:v>
                </c:pt>
                <c:pt idx="1097">
                  <c:v>45040</c:v>
                </c:pt>
                <c:pt idx="1098">
                  <c:v>45041</c:v>
                </c:pt>
                <c:pt idx="1099">
                  <c:v>45042</c:v>
                </c:pt>
                <c:pt idx="1100">
                  <c:v>45043</c:v>
                </c:pt>
                <c:pt idx="1101">
                  <c:v>45044</c:v>
                </c:pt>
                <c:pt idx="1102">
                  <c:v>45048</c:v>
                </c:pt>
                <c:pt idx="1103">
                  <c:v>45049</c:v>
                </c:pt>
                <c:pt idx="1104">
                  <c:v>45050</c:v>
                </c:pt>
                <c:pt idx="1105">
                  <c:v>45051</c:v>
                </c:pt>
                <c:pt idx="1106">
                  <c:v>45054</c:v>
                </c:pt>
                <c:pt idx="1107">
                  <c:v>45055</c:v>
                </c:pt>
                <c:pt idx="1108">
                  <c:v>45056</c:v>
                </c:pt>
                <c:pt idx="1109">
                  <c:v>45057</c:v>
                </c:pt>
                <c:pt idx="1110">
                  <c:v>45058</c:v>
                </c:pt>
                <c:pt idx="1111">
                  <c:v>45061</c:v>
                </c:pt>
                <c:pt idx="1112">
                  <c:v>45062</c:v>
                </c:pt>
                <c:pt idx="1113">
                  <c:v>45063</c:v>
                </c:pt>
                <c:pt idx="1114">
                  <c:v>45064</c:v>
                </c:pt>
                <c:pt idx="1115">
                  <c:v>45065</c:v>
                </c:pt>
                <c:pt idx="1116">
                  <c:v>45068</c:v>
                </c:pt>
                <c:pt idx="1117">
                  <c:v>45069</c:v>
                </c:pt>
                <c:pt idx="1118">
                  <c:v>45070</c:v>
                </c:pt>
                <c:pt idx="1119">
                  <c:v>45071</c:v>
                </c:pt>
                <c:pt idx="1120">
                  <c:v>45072</c:v>
                </c:pt>
                <c:pt idx="1121">
                  <c:v>45075</c:v>
                </c:pt>
                <c:pt idx="1122">
                  <c:v>45076</c:v>
                </c:pt>
                <c:pt idx="1123">
                  <c:v>45077</c:v>
                </c:pt>
                <c:pt idx="1124">
                  <c:v>45078</c:v>
                </c:pt>
                <c:pt idx="1125">
                  <c:v>45079</c:v>
                </c:pt>
                <c:pt idx="1126">
                  <c:v>45082</c:v>
                </c:pt>
                <c:pt idx="1127">
                  <c:v>45083</c:v>
                </c:pt>
                <c:pt idx="1128">
                  <c:v>45084</c:v>
                </c:pt>
                <c:pt idx="1129">
                  <c:v>45085</c:v>
                </c:pt>
                <c:pt idx="1130">
                  <c:v>45086</c:v>
                </c:pt>
                <c:pt idx="1131">
                  <c:v>45089</c:v>
                </c:pt>
                <c:pt idx="1132">
                  <c:v>45090</c:v>
                </c:pt>
                <c:pt idx="1133">
                  <c:v>45091</c:v>
                </c:pt>
                <c:pt idx="1134">
                  <c:v>45092</c:v>
                </c:pt>
                <c:pt idx="1135">
                  <c:v>45093</c:v>
                </c:pt>
                <c:pt idx="1136">
                  <c:v>45096</c:v>
                </c:pt>
                <c:pt idx="1137">
                  <c:v>45097</c:v>
                </c:pt>
                <c:pt idx="1138">
                  <c:v>45098</c:v>
                </c:pt>
                <c:pt idx="1139">
                  <c:v>45099</c:v>
                </c:pt>
                <c:pt idx="1140">
                  <c:v>45100</c:v>
                </c:pt>
                <c:pt idx="1141">
                  <c:v>45103</c:v>
                </c:pt>
                <c:pt idx="1142">
                  <c:v>45104</c:v>
                </c:pt>
                <c:pt idx="1143">
                  <c:v>45105</c:v>
                </c:pt>
                <c:pt idx="1144">
                  <c:v>45106</c:v>
                </c:pt>
                <c:pt idx="1145">
                  <c:v>45107</c:v>
                </c:pt>
                <c:pt idx="1146">
                  <c:v>45110</c:v>
                </c:pt>
                <c:pt idx="1147">
                  <c:v>45111</c:v>
                </c:pt>
                <c:pt idx="1148">
                  <c:v>45112</c:v>
                </c:pt>
                <c:pt idx="1149">
                  <c:v>45113</c:v>
                </c:pt>
                <c:pt idx="1150">
                  <c:v>45114</c:v>
                </c:pt>
                <c:pt idx="1151">
                  <c:v>45117</c:v>
                </c:pt>
                <c:pt idx="1152">
                  <c:v>45118</c:v>
                </c:pt>
                <c:pt idx="1153">
                  <c:v>45119</c:v>
                </c:pt>
                <c:pt idx="1154">
                  <c:v>45120</c:v>
                </c:pt>
                <c:pt idx="1155">
                  <c:v>45121</c:v>
                </c:pt>
                <c:pt idx="1156">
                  <c:v>45124</c:v>
                </c:pt>
                <c:pt idx="1157">
                  <c:v>45125</c:v>
                </c:pt>
                <c:pt idx="1158">
                  <c:v>45126</c:v>
                </c:pt>
                <c:pt idx="1159">
                  <c:v>45127</c:v>
                </c:pt>
                <c:pt idx="1160">
                  <c:v>45128</c:v>
                </c:pt>
                <c:pt idx="1161">
                  <c:v>45131</c:v>
                </c:pt>
                <c:pt idx="1162">
                  <c:v>45132</c:v>
                </c:pt>
                <c:pt idx="1163">
                  <c:v>45133</c:v>
                </c:pt>
                <c:pt idx="1164">
                  <c:v>45134</c:v>
                </c:pt>
                <c:pt idx="1165">
                  <c:v>45135</c:v>
                </c:pt>
                <c:pt idx="1166">
                  <c:v>45138</c:v>
                </c:pt>
                <c:pt idx="1167">
                  <c:v>45139</c:v>
                </c:pt>
                <c:pt idx="1168">
                  <c:v>45140</c:v>
                </c:pt>
                <c:pt idx="1169">
                  <c:v>45141</c:v>
                </c:pt>
                <c:pt idx="1170">
                  <c:v>45142</c:v>
                </c:pt>
                <c:pt idx="1171">
                  <c:v>45145</c:v>
                </c:pt>
                <c:pt idx="1172">
                  <c:v>45146</c:v>
                </c:pt>
                <c:pt idx="1173">
                  <c:v>45147</c:v>
                </c:pt>
                <c:pt idx="1174">
                  <c:v>45148</c:v>
                </c:pt>
                <c:pt idx="1175">
                  <c:v>45149</c:v>
                </c:pt>
                <c:pt idx="1176">
                  <c:v>45152</c:v>
                </c:pt>
                <c:pt idx="1177">
                  <c:v>45154</c:v>
                </c:pt>
                <c:pt idx="1178">
                  <c:v>45155</c:v>
                </c:pt>
                <c:pt idx="1179">
                  <c:v>45156</c:v>
                </c:pt>
                <c:pt idx="1180">
                  <c:v>45159</c:v>
                </c:pt>
                <c:pt idx="1181">
                  <c:v>45160</c:v>
                </c:pt>
                <c:pt idx="1182">
                  <c:v>45161</c:v>
                </c:pt>
                <c:pt idx="1183">
                  <c:v>45162</c:v>
                </c:pt>
                <c:pt idx="1184">
                  <c:v>45163</c:v>
                </c:pt>
                <c:pt idx="1185">
                  <c:v>45166</c:v>
                </c:pt>
                <c:pt idx="1186">
                  <c:v>45167</c:v>
                </c:pt>
                <c:pt idx="1187">
                  <c:v>45168</c:v>
                </c:pt>
                <c:pt idx="1188">
                  <c:v>45169</c:v>
                </c:pt>
                <c:pt idx="1189">
                  <c:v>45170</c:v>
                </c:pt>
                <c:pt idx="1190">
                  <c:v>45173</c:v>
                </c:pt>
                <c:pt idx="1191">
                  <c:v>45174</c:v>
                </c:pt>
                <c:pt idx="1192">
                  <c:v>45175</c:v>
                </c:pt>
                <c:pt idx="1193">
                  <c:v>45176</c:v>
                </c:pt>
                <c:pt idx="1194">
                  <c:v>45177</c:v>
                </c:pt>
                <c:pt idx="1195">
                  <c:v>45180</c:v>
                </c:pt>
                <c:pt idx="1196">
                  <c:v>45181</c:v>
                </c:pt>
                <c:pt idx="1197">
                  <c:v>45182</c:v>
                </c:pt>
                <c:pt idx="1198">
                  <c:v>45183</c:v>
                </c:pt>
                <c:pt idx="1199">
                  <c:v>45184</c:v>
                </c:pt>
                <c:pt idx="1200">
                  <c:v>45187</c:v>
                </c:pt>
                <c:pt idx="1201">
                  <c:v>45188</c:v>
                </c:pt>
                <c:pt idx="1202">
                  <c:v>45189</c:v>
                </c:pt>
                <c:pt idx="1203">
                  <c:v>45190</c:v>
                </c:pt>
                <c:pt idx="1204">
                  <c:v>45191</c:v>
                </c:pt>
                <c:pt idx="1205">
                  <c:v>45194</c:v>
                </c:pt>
                <c:pt idx="1206">
                  <c:v>45195</c:v>
                </c:pt>
                <c:pt idx="1207">
                  <c:v>45196</c:v>
                </c:pt>
                <c:pt idx="1208">
                  <c:v>45197</c:v>
                </c:pt>
                <c:pt idx="1209">
                  <c:v>45198</c:v>
                </c:pt>
                <c:pt idx="1210">
                  <c:v>45201</c:v>
                </c:pt>
                <c:pt idx="1211">
                  <c:v>45202</c:v>
                </c:pt>
                <c:pt idx="1212">
                  <c:v>45203</c:v>
                </c:pt>
                <c:pt idx="1213">
                  <c:v>45204</c:v>
                </c:pt>
                <c:pt idx="1214">
                  <c:v>45205</c:v>
                </c:pt>
                <c:pt idx="1215">
                  <c:v>45208</c:v>
                </c:pt>
                <c:pt idx="1216">
                  <c:v>45209</c:v>
                </c:pt>
                <c:pt idx="1217">
                  <c:v>45210</c:v>
                </c:pt>
                <c:pt idx="1218">
                  <c:v>45211</c:v>
                </c:pt>
                <c:pt idx="1219">
                  <c:v>45212</c:v>
                </c:pt>
                <c:pt idx="1220">
                  <c:v>45215</c:v>
                </c:pt>
                <c:pt idx="1221">
                  <c:v>45216</c:v>
                </c:pt>
                <c:pt idx="1222">
                  <c:v>45217</c:v>
                </c:pt>
                <c:pt idx="1223">
                  <c:v>45218</c:v>
                </c:pt>
                <c:pt idx="1224">
                  <c:v>45219</c:v>
                </c:pt>
                <c:pt idx="1225">
                  <c:v>45222</c:v>
                </c:pt>
                <c:pt idx="1226">
                  <c:v>45223</c:v>
                </c:pt>
                <c:pt idx="1227">
                  <c:v>45224</c:v>
                </c:pt>
                <c:pt idx="1228">
                  <c:v>45225</c:v>
                </c:pt>
                <c:pt idx="1229">
                  <c:v>45226</c:v>
                </c:pt>
                <c:pt idx="1230">
                  <c:v>45229</c:v>
                </c:pt>
                <c:pt idx="1231">
                  <c:v>45230</c:v>
                </c:pt>
                <c:pt idx="1232">
                  <c:v>45231</c:v>
                </c:pt>
                <c:pt idx="1233">
                  <c:v>45232</c:v>
                </c:pt>
                <c:pt idx="1234">
                  <c:v>45233</c:v>
                </c:pt>
                <c:pt idx="1235">
                  <c:v>45236</c:v>
                </c:pt>
                <c:pt idx="1236">
                  <c:v>45237</c:v>
                </c:pt>
                <c:pt idx="1237">
                  <c:v>45238</c:v>
                </c:pt>
                <c:pt idx="1238">
                  <c:v>45239</c:v>
                </c:pt>
                <c:pt idx="1239">
                  <c:v>45240</c:v>
                </c:pt>
                <c:pt idx="1240">
                  <c:v>45243</c:v>
                </c:pt>
                <c:pt idx="1241">
                  <c:v>45244</c:v>
                </c:pt>
                <c:pt idx="1242">
                  <c:v>45245</c:v>
                </c:pt>
                <c:pt idx="1243">
                  <c:v>45246</c:v>
                </c:pt>
                <c:pt idx="1244">
                  <c:v>45247</c:v>
                </c:pt>
                <c:pt idx="1245">
                  <c:v>45250</c:v>
                </c:pt>
                <c:pt idx="1246">
                  <c:v>45251</c:v>
                </c:pt>
                <c:pt idx="1247">
                  <c:v>45252</c:v>
                </c:pt>
                <c:pt idx="1248">
                  <c:v>45253</c:v>
                </c:pt>
                <c:pt idx="1249">
                  <c:v>45254</c:v>
                </c:pt>
                <c:pt idx="1250">
                  <c:v>45257</c:v>
                </c:pt>
                <c:pt idx="1251">
                  <c:v>45258</c:v>
                </c:pt>
                <c:pt idx="1252">
                  <c:v>45259</c:v>
                </c:pt>
                <c:pt idx="1253">
                  <c:v>45260</c:v>
                </c:pt>
                <c:pt idx="1254">
                  <c:v>45261</c:v>
                </c:pt>
                <c:pt idx="1255">
                  <c:v>45264</c:v>
                </c:pt>
                <c:pt idx="1256">
                  <c:v>45265</c:v>
                </c:pt>
                <c:pt idx="1257">
                  <c:v>45266</c:v>
                </c:pt>
                <c:pt idx="1258">
                  <c:v>45267</c:v>
                </c:pt>
                <c:pt idx="1259">
                  <c:v>45268</c:v>
                </c:pt>
                <c:pt idx="1260">
                  <c:v>45271</c:v>
                </c:pt>
                <c:pt idx="1261">
                  <c:v>45272</c:v>
                </c:pt>
                <c:pt idx="1262">
                  <c:v>45273</c:v>
                </c:pt>
                <c:pt idx="1263">
                  <c:v>45274</c:v>
                </c:pt>
                <c:pt idx="1264">
                  <c:v>45275</c:v>
                </c:pt>
                <c:pt idx="1265">
                  <c:v>45278</c:v>
                </c:pt>
                <c:pt idx="1266">
                  <c:v>45279</c:v>
                </c:pt>
                <c:pt idx="1267">
                  <c:v>45280</c:v>
                </c:pt>
                <c:pt idx="1268">
                  <c:v>45281</c:v>
                </c:pt>
                <c:pt idx="1269">
                  <c:v>45282</c:v>
                </c:pt>
                <c:pt idx="1270">
                  <c:v>45287</c:v>
                </c:pt>
                <c:pt idx="1271">
                  <c:v>45288</c:v>
                </c:pt>
                <c:pt idx="1272">
                  <c:v>45289</c:v>
                </c:pt>
              </c:numCache>
            </c:numRef>
          </c:cat>
          <c:val>
            <c:numRef>
              <c:f>'Confronto prezzi'!$B$2:$B$1289</c:f>
              <c:numCache>
                <c:formatCode>_("€"* #,##0.00_);_("€"* \(#,##0.00\);_("€"* "-"??_);_(@_)</c:formatCode>
                <c:ptCount val="1288"/>
                <c:pt idx="0">
                  <c:v>86.52</c:v>
                </c:pt>
                <c:pt idx="1">
                  <c:v>85.6</c:v>
                </c:pt>
                <c:pt idx="2">
                  <c:v>89.4</c:v>
                </c:pt>
                <c:pt idx="3">
                  <c:v>91.32</c:v>
                </c:pt>
                <c:pt idx="4">
                  <c:v>94.14</c:v>
                </c:pt>
                <c:pt idx="5">
                  <c:v>96.7</c:v>
                </c:pt>
                <c:pt idx="6">
                  <c:v>96.36</c:v>
                </c:pt>
                <c:pt idx="7">
                  <c:v>96.76</c:v>
                </c:pt>
                <c:pt idx="8">
                  <c:v>96.36</c:v>
                </c:pt>
                <c:pt idx="9">
                  <c:v>98.28</c:v>
                </c:pt>
                <c:pt idx="10">
                  <c:v>99.26</c:v>
                </c:pt>
                <c:pt idx="11">
                  <c:v>99.52</c:v>
                </c:pt>
                <c:pt idx="12">
                  <c:v>99.5</c:v>
                </c:pt>
                <c:pt idx="13">
                  <c:v>100.5</c:v>
                </c:pt>
                <c:pt idx="14">
                  <c:v>98.42</c:v>
                </c:pt>
                <c:pt idx="15">
                  <c:v>96.84</c:v>
                </c:pt>
                <c:pt idx="16">
                  <c:v>99.04</c:v>
                </c:pt>
                <c:pt idx="17">
                  <c:v>97.98</c:v>
                </c:pt>
                <c:pt idx="18">
                  <c:v>95.7</c:v>
                </c:pt>
                <c:pt idx="19">
                  <c:v>96.1</c:v>
                </c:pt>
                <c:pt idx="20">
                  <c:v>97.82</c:v>
                </c:pt>
                <c:pt idx="21">
                  <c:v>108.6</c:v>
                </c:pt>
                <c:pt idx="22">
                  <c:v>110.6</c:v>
                </c:pt>
                <c:pt idx="23">
                  <c:v>110.35</c:v>
                </c:pt>
                <c:pt idx="24">
                  <c:v>112.25</c:v>
                </c:pt>
                <c:pt idx="25">
                  <c:v>111.85</c:v>
                </c:pt>
                <c:pt idx="26">
                  <c:v>109</c:v>
                </c:pt>
                <c:pt idx="27">
                  <c:v>108.95</c:v>
                </c:pt>
                <c:pt idx="28">
                  <c:v>109.55</c:v>
                </c:pt>
                <c:pt idx="29">
                  <c:v>111.1</c:v>
                </c:pt>
                <c:pt idx="30">
                  <c:v>110.75</c:v>
                </c:pt>
                <c:pt idx="31">
                  <c:v>110.35</c:v>
                </c:pt>
                <c:pt idx="32">
                  <c:v>111.3</c:v>
                </c:pt>
                <c:pt idx="33">
                  <c:v>111.35</c:v>
                </c:pt>
                <c:pt idx="34">
                  <c:v>111.2</c:v>
                </c:pt>
                <c:pt idx="35">
                  <c:v>110.9</c:v>
                </c:pt>
                <c:pt idx="36">
                  <c:v>111.3</c:v>
                </c:pt>
                <c:pt idx="37">
                  <c:v>111.1</c:v>
                </c:pt>
                <c:pt idx="38">
                  <c:v>112.15</c:v>
                </c:pt>
                <c:pt idx="39">
                  <c:v>113.6</c:v>
                </c:pt>
                <c:pt idx="40">
                  <c:v>112.65</c:v>
                </c:pt>
                <c:pt idx="41">
                  <c:v>113.15</c:v>
                </c:pt>
                <c:pt idx="42">
                  <c:v>114.7</c:v>
                </c:pt>
                <c:pt idx="43">
                  <c:v>115.9</c:v>
                </c:pt>
                <c:pt idx="44">
                  <c:v>115.75</c:v>
                </c:pt>
                <c:pt idx="45">
                  <c:v>114.9</c:v>
                </c:pt>
                <c:pt idx="46">
                  <c:v>114.7</c:v>
                </c:pt>
                <c:pt idx="47">
                  <c:v>114</c:v>
                </c:pt>
                <c:pt idx="48">
                  <c:v>115.7</c:v>
                </c:pt>
                <c:pt idx="49">
                  <c:v>115.4</c:v>
                </c:pt>
                <c:pt idx="50">
                  <c:v>114.8</c:v>
                </c:pt>
                <c:pt idx="51">
                  <c:v>115.75</c:v>
                </c:pt>
                <c:pt idx="52">
                  <c:v>116.6</c:v>
                </c:pt>
                <c:pt idx="53">
                  <c:v>116.35</c:v>
                </c:pt>
                <c:pt idx="54">
                  <c:v>116.65</c:v>
                </c:pt>
                <c:pt idx="55">
                  <c:v>115.55</c:v>
                </c:pt>
                <c:pt idx="56">
                  <c:v>116.1</c:v>
                </c:pt>
                <c:pt idx="57">
                  <c:v>114.4</c:v>
                </c:pt>
                <c:pt idx="58">
                  <c:v>115.9</c:v>
                </c:pt>
                <c:pt idx="59">
                  <c:v>117.8</c:v>
                </c:pt>
                <c:pt idx="60">
                  <c:v>118.35</c:v>
                </c:pt>
                <c:pt idx="61">
                  <c:v>118</c:v>
                </c:pt>
                <c:pt idx="62">
                  <c:v>119.5</c:v>
                </c:pt>
                <c:pt idx="63">
                  <c:v>120.8</c:v>
                </c:pt>
                <c:pt idx="64">
                  <c:v>121.15</c:v>
                </c:pt>
                <c:pt idx="65">
                  <c:v>121.55</c:v>
                </c:pt>
                <c:pt idx="66">
                  <c:v>121.6</c:v>
                </c:pt>
                <c:pt idx="67">
                  <c:v>121.8</c:v>
                </c:pt>
                <c:pt idx="68">
                  <c:v>121.55</c:v>
                </c:pt>
                <c:pt idx="69">
                  <c:v>120.9</c:v>
                </c:pt>
                <c:pt idx="70">
                  <c:v>121.35</c:v>
                </c:pt>
                <c:pt idx="71">
                  <c:v>121.4</c:v>
                </c:pt>
                <c:pt idx="72">
                  <c:v>122.6</c:v>
                </c:pt>
                <c:pt idx="73">
                  <c:v>120.95</c:v>
                </c:pt>
                <c:pt idx="74">
                  <c:v>121.8</c:v>
                </c:pt>
                <c:pt idx="75">
                  <c:v>120.9</c:v>
                </c:pt>
                <c:pt idx="76">
                  <c:v>123.1</c:v>
                </c:pt>
                <c:pt idx="77">
                  <c:v>123.5</c:v>
                </c:pt>
                <c:pt idx="78">
                  <c:v>122.4</c:v>
                </c:pt>
                <c:pt idx="79">
                  <c:v>121.7</c:v>
                </c:pt>
                <c:pt idx="80">
                  <c:v>120.9</c:v>
                </c:pt>
                <c:pt idx="81">
                  <c:v>120.9</c:v>
                </c:pt>
                <c:pt idx="82">
                  <c:v>120.75</c:v>
                </c:pt>
                <c:pt idx="83">
                  <c:v>120.6</c:v>
                </c:pt>
                <c:pt idx="84">
                  <c:v>119.8</c:v>
                </c:pt>
                <c:pt idx="85">
                  <c:v>118.4</c:v>
                </c:pt>
                <c:pt idx="86">
                  <c:v>123</c:v>
                </c:pt>
                <c:pt idx="87">
                  <c:v>126.25</c:v>
                </c:pt>
                <c:pt idx="88">
                  <c:v>124.95</c:v>
                </c:pt>
                <c:pt idx="89">
                  <c:v>124.7</c:v>
                </c:pt>
                <c:pt idx="90">
                  <c:v>122.45</c:v>
                </c:pt>
                <c:pt idx="91">
                  <c:v>126.5</c:v>
                </c:pt>
                <c:pt idx="92">
                  <c:v>128</c:v>
                </c:pt>
                <c:pt idx="93">
                  <c:v>128.94999999999999</c:v>
                </c:pt>
                <c:pt idx="94">
                  <c:v>128.55000000000001</c:v>
                </c:pt>
                <c:pt idx="95">
                  <c:v>126.65</c:v>
                </c:pt>
                <c:pt idx="96">
                  <c:v>128.44999999999999</c:v>
                </c:pt>
                <c:pt idx="97">
                  <c:v>128.15</c:v>
                </c:pt>
                <c:pt idx="98">
                  <c:v>126.85</c:v>
                </c:pt>
                <c:pt idx="99">
                  <c:v>128</c:v>
                </c:pt>
                <c:pt idx="100">
                  <c:v>127.85</c:v>
                </c:pt>
                <c:pt idx="101">
                  <c:v>129.05000000000001</c:v>
                </c:pt>
                <c:pt idx="102">
                  <c:v>127.3</c:v>
                </c:pt>
                <c:pt idx="103">
                  <c:v>128</c:v>
                </c:pt>
                <c:pt idx="104">
                  <c:v>127.6</c:v>
                </c:pt>
                <c:pt idx="105">
                  <c:v>127.35</c:v>
                </c:pt>
                <c:pt idx="106">
                  <c:v>127.6</c:v>
                </c:pt>
                <c:pt idx="107">
                  <c:v>128.80000000000001</c:v>
                </c:pt>
                <c:pt idx="108">
                  <c:v>131.19999999999999</c:v>
                </c:pt>
                <c:pt idx="109">
                  <c:v>132.85</c:v>
                </c:pt>
                <c:pt idx="110">
                  <c:v>134.5</c:v>
                </c:pt>
                <c:pt idx="111">
                  <c:v>136.30000000000001</c:v>
                </c:pt>
                <c:pt idx="112">
                  <c:v>136.75</c:v>
                </c:pt>
                <c:pt idx="113">
                  <c:v>136.55000000000001</c:v>
                </c:pt>
                <c:pt idx="114">
                  <c:v>136</c:v>
                </c:pt>
                <c:pt idx="115">
                  <c:v>136.9</c:v>
                </c:pt>
                <c:pt idx="116">
                  <c:v>141.4</c:v>
                </c:pt>
                <c:pt idx="117">
                  <c:v>139.80000000000001</c:v>
                </c:pt>
                <c:pt idx="118">
                  <c:v>143</c:v>
                </c:pt>
                <c:pt idx="119">
                  <c:v>143.25</c:v>
                </c:pt>
                <c:pt idx="120">
                  <c:v>143.1</c:v>
                </c:pt>
                <c:pt idx="121">
                  <c:v>141.55000000000001</c:v>
                </c:pt>
                <c:pt idx="122">
                  <c:v>139.80000000000001</c:v>
                </c:pt>
                <c:pt idx="123">
                  <c:v>140.80000000000001</c:v>
                </c:pt>
                <c:pt idx="124">
                  <c:v>142.80000000000001</c:v>
                </c:pt>
                <c:pt idx="125">
                  <c:v>144.05000000000001</c:v>
                </c:pt>
                <c:pt idx="126">
                  <c:v>146.05000000000001</c:v>
                </c:pt>
                <c:pt idx="127">
                  <c:v>148.6</c:v>
                </c:pt>
                <c:pt idx="128">
                  <c:v>148.19999999999999</c:v>
                </c:pt>
                <c:pt idx="129">
                  <c:v>147.30000000000001</c:v>
                </c:pt>
                <c:pt idx="130">
                  <c:v>148.30000000000001</c:v>
                </c:pt>
                <c:pt idx="131">
                  <c:v>147.15</c:v>
                </c:pt>
                <c:pt idx="132">
                  <c:v>148.4</c:v>
                </c:pt>
                <c:pt idx="133">
                  <c:v>147.85</c:v>
                </c:pt>
                <c:pt idx="134">
                  <c:v>148</c:v>
                </c:pt>
                <c:pt idx="135">
                  <c:v>149.30000000000001</c:v>
                </c:pt>
                <c:pt idx="136">
                  <c:v>151.30000000000001</c:v>
                </c:pt>
                <c:pt idx="137">
                  <c:v>150.35</c:v>
                </c:pt>
                <c:pt idx="138">
                  <c:v>149.55000000000001</c:v>
                </c:pt>
                <c:pt idx="139">
                  <c:v>148.65</c:v>
                </c:pt>
                <c:pt idx="140">
                  <c:v>149.30000000000001</c:v>
                </c:pt>
                <c:pt idx="141">
                  <c:v>151</c:v>
                </c:pt>
                <c:pt idx="142">
                  <c:v>150</c:v>
                </c:pt>
                <c:pt idx="143">
                  <c:v>149</c:v>
                </c:pt>
                <c:pt idx="144">
                  <c:v>148.55000000000001</c:v>
                </c:pt>
                <c:pt idx="145">
                  <c:v>147.6</c:v>
                </c:pt>
                <c:pt idx="146">
                  <c:v>144.19999999999999</c:v>
                </c:pt>
                <c:pt idx="147">
                  <c:v>145.65</c:v>
                </c:pt>
                <c:pt idx="148">
                  <c:v>149.4</c:v>
                </c:pt>
                <c:pt idx="149">
                  <c:v>142.9</c:v>
                </c:pt>
                <c:pt idx="150">
                  <c:v>140.85</c:v>
                </c:pt>
                <c:pt idx="151">
                  <c:v>138.05000000000001</c:v>
                </c:pt>
                <c:pt idx="152">
                  <c:v>140.30000000000001</c:v>
                </c:pt>
                <c:pt idx="153">
                  <c:v>143.1</c:v>
                </c:pt>
                <c:pt idx="154">
                  <c:v>140.1</c:v>
                </c:pt>
                <c:pt idx="155">
                  <c:v>141.9</c:v>
                </c:pt>
                <c:pt idx="156">
                  <c:v>143.6</c:v>
                </c:pt>
                <c:pt idx="157">
                  <c:v>140.19999999999999</c:v>
                </c:pt>
                <c:pt idx="158">
                  <c:v>140.05000000000001</c:v>
                </c:pt>
                <c:pt idx="159">
                  <c:v>141.69999999999999</c:v>
                </c:pt>
                <c:pt idx="160">
                  <c:v>139.55000000000001</c:v>
                </c:pt>
                <c:pt idx="161">
                  <c:v>141.80000000000001</c:v>
                </c:pt>
                <c:pt idx="162">
                  <c:v>139.80000000000001</c:v>
                </c:pt>
                <c:pt idx="163">
                  <c:v>137.94999999999999</c:v>
                </c:pt>
                <c:pt idx="164">
                  <c:v>140.75</c:v>
                </c:pt>
                <c:pt idx="165">
                  <c:v>144.94999999999999</c:v>
                </c:pt>
                <c:pt idx="166">
                  <c:v>142.69999999999999</c:v>
                </c:pt>
                <c:pt idx="167">
                  <c:v>143.75</c:v>
                </c:pt>
                <c:pt idx="168">
                  <c:v>143.19999999999999</c:v>
                </c:pt>
                <c:pt idx="169">
                  <c:v>143.85</c:v>
                </c:pt>
                <c:pt idx="170">
                  <c:v>144.80000000000001</c:v>
                </c:pt>
                <c:pt idx="171">
                  <c:v>145.55000000000001</c:v>
                </c:pt>
                <c:pt idx="172">
                  <c:v>146.80000000000001</c:v>
                </c:pt>
                <c:pt idx="173">
                  <c:v>148.5</c:v>
                </c:pt>
                <c:pt idx="174">
                  <c:v>146.30000000000001</c:v>
                </c:pt>
                <c:pt idx="175">
                  <c:v>137.55000000000001</c:v>
                </c:pt>
                <c:pt idx="176">
                  <c:v>138.85</c:v>
                </c:pt>
                <c:pt idx="177">
                  <c:v>139.19999999999999</c:v>
                </c:pt>
                <c:pt idx="178">
                  <c:v>138.85</c:v>
                </c:pt>
                <c:pt idx="179">
                  <c:v>137.19999999999999</c:v>
                </c:pt>
                <c:pt idx="180">
                  <c:v>138.85</c:v>
                </c:pt>
                <c:pt idx="181">
                  <c:v>139.6</c:v>
                </c:pt>
                <c:pt idx="182">
                  <c:v>139.55000000000001</c:v>
                </c:pt>
                <c:pt idx="183">
                  <c:v>138.69999999999999</c:v>
                </c:pt>
                <c:pt idx="184">
                  <c:v>138.44999999999999</c:v>
                </c:pt>
                <c:pt idx="185">
                  <c:v>137.05000000000001</c:v>
                </c:pt>
                <c:pt idx="186">
                  <c:v>136.35</c:v>
                </c:pt>
                <c:pt idx="187">
                  <c:v>138.30000000000001</c:v>
                </c:pt>
                <c:pt idx="188">
                  <c:v>140.25</c:v>
                </c:pt>
                <c:pt idx="189">
                  <c:v>141.55000000000001</c:v>
                </c:pt>
                <c:pt idx="190">
                  <c:v>138.69999999999999</c:v>
                </c:pt>
                <c:pt idx="191">
                  <c:v>133.25</c:v>
                </c:pt>
                <c:pt idx="192">
                  <c:v>134.30000000000001</c:v>
                </c:pt>
                <c:pt idx="193">
                  <c:v>136.69999999999999</c:v>
                </c:pt>
                <c:pt idx="194">
                  <c:v>136.55000000000001</c:v>
                </c:pt>
                <c:pt idx="195">
                  <c:v>134.80000000000001</c:v>
                </c:pt>
                <c:pt idx="196">
                  <c:v>135.75</c:v>
                </c:pt>
                <c:pt idx="197">
                  <c:v>136.4</c:v>
                </c:pt>
                <c:pt idx="198">
                  <c:v>139.9</c:v>
                </c:pt>
                <c:pt idx="199">
                  <c:v>140.25</c:v>
                </c:pt>
                <c:pt idx="200">
                  <c:v>142.30000000000001</c:v>
                </c:pt>
                <c:pt idx="201">
                  <c:v>145.15</c:v>
                </c:pt>
                <c:pt idx="202">
                  <c:v>142.69999999999999</c:v>
                </c:pt>
                <c:pt idx="203">
                  <c:v>140.05000000000001</c:v>
                </c:pt>
                <c:pt idx="204">
                  <c:v>140</c:v>
                </c:pt>
                <c:pt idx="205">
                  <c:v>140.5</c:v>
                </c:pt>
                <c:pt idx="206">
                  <c:v>137.30000000000001</c:v>
                </c:pt>
                <c:pt idx="207">
                  <c:v>139.75</c:v>
                </c:pt>
                <c:pt idx="208">
                  <c:v>140.25</c:v>
                </c:pt>
                <c:pt idx="209">
                  <c:v>142.15</c:v>
                </c:pt>
                <c:pt idx="210">
                  <c:v>142</c:v>
                </c:pt>
                <c:pt idx="211">
                  <c:v>142.44999999999999</c:v>
                </c:pt>
                <c:pt idx="212">
                  <c:v>143.44999999999999</c:v>
                </c:pt>
                <c:pt idx="213">
                  <c:v>144.44999999999999</c:v>
                </c:pt>
                <c:pt idx="214">
                  <c:v>153.85</c:v>
                </c:pt>
                <c:pt idx="215">
                  <c:v>149.75</c:v>
                </c:pt>
                <c:pt idx="216">
                  <c:v>149.80000000000001</c:v>
                </c:pt>
                <c:pt idx="217">
                  <c:v>150.15</c:v>
                </c:pt>
                <c:pt idx="218">
                  <c:v>149.6</c:v>
                </c:pt>
                <c:pt idx="219">
                  <c:v>148.69999999999999</c:v>
                </c:pt>
                <c:pt idx="220">
                  <c:v>149.65</c:v>
                </c:pt>
                <c:pt idx="221">
                  <c:v>148.94999999999999</c:v>
                </c:pt>
                <c:pt idx="222">
                  <c:v>149.69999999999999</c:v>
                </c:pt>
                <c:pt idx="223">
                  <c:v>151.05000000000001</c:v>
                </c:pt>
                <c:pt idx="224">
                  <c:v>149.25</c:v>
                </c:pt>
                <c:pt idx="225">
                  <c:v>147.9</c:v>
                </c:pt>
                <c:pt idx="226">
                  <c:v>149.25</c:v>
                </c:pt>
                <c:pt idx="227">
                  <c:v>150</c:v>
                </c:pt>
                <c:pt idx="228">
                  <c:v>149.44999999999999</c:v>
                </c:pt>
                <c:pt idx="229">
                  <c:v>151.69999999999999</c:v>
                </c:pt>
                <c:pt idx="230">
                  <c:v>153.94999999999999</c:v>
                </c:pt>
                <c:pt idx="231">
                  <c:v>155.1</c:v>
                </c:pt>
                <c:pt idx="232">
                  <c:v>153.35</c:v>
                </c:pt>
                <c:pt idx="233">
                  <c:v>153.4</c:v>
                </c:pt>
                <c:pt idx="234">
                  <c:v>148.19999999999999</c:v>
                </c:pt>
                <c:pt idx="235">
                  <c:v>151.1</c:v>
                </c:pt>
                <c:pt idx="236">
                  <c:v>151.55000000000001</c:v>
                </c:pt>
                <c:pt idx="237">
                  <c:v>150.80000000000001</c:v>
                </c:pt>
                <c:pt idx="238">
                  <c:v>150.80000000000001</c:v>
                </c:pt>
                <c:pt idx="239">
                  <c:v>147.9</c:v>
                </c:pt>
                <c:pt idx="240">
                  <c:v>149.1</c:v>
                </c:pt>
                <c:pt idx="241">
                  <c:v>149</c:v>
                </c:pt>
                <c:pt idx="242">
                  <c:v>149.75</c:v>
                </c:pt>
                <c:pt idx="243">
                  <c:v>147.5</c:v>
                </c:pt>
                <c:pt idx="244">
                  <c:v>148.15</c:v>
                </c:pt>
                <c:pt idx="245">
                  <c:v>149.80000000000001</c:v>
                </c:pt>
                <c:pt idx="246">
                  <c:v>150</c:v>
                </c:pt>
                <c:pt idx="247">
                  <c:v>149.85</c:v>
                </c:pt>
                <c:pt idx="248">
                  <c:v>151</c:v>
                </c:pt>
                <c:pt idx="249">
                  <c:v>152.1</c:v>
                </c:pt>
                <c:pt idx="250">
                  <c:v>152</c:v>
                </c:pt>
                <c:pt idx="251">
                  <c:v>147.9</c:v>
                </c:pt>
                <c:pt idx="252">
                  <c:v>149.55000000000001</c:v>
                </c:pt>
                <c:pt idx="253">
                  <c:v>149.5</c:v>
                </c:pt>
                <c:pt idx="254">
                  <c:v>148.19999999999999</c:v>
                </c:pt>
                <c:pt idx="255">
                  <c:v>148.80000000000001</c:v>
                </c:pt>
                <c:pt idx="256">
                  <c:v>151.6</c:v>
                </c:pt>
                <c:pt idx="257">
                  <c:v>152.75</c:v>
                </c:pt>
                <c:pt idx="258">
                  <c:v>156</c:v>
                </c:pt>
                <c:pt idx="259">
                  <c:v>155.65</c:v>
                </c:pt>
                <c:pt idx="260">
                  <c:v>156.25</c:v>
                </c:pt>
                <c:pt idx="261">
                  <c:v>155.19999999999999</c:v>
                </c:pt>
                <c:pt idx="262">
                  <c:v>154.25</c:v>
                </c:pt>
                <c:pt idx="263">
                  <c:v>157.1</c:v>
                </c:pt>
                <c:pt idx="264">
                  <c:v>157.25</c:v>
                </c:pt>
                <c:pt idx="265">
                  <c:v>155.1</c:v>
                </c:pt>
                <c:pt idx="266">
                  <c:v>156.55000000000001</c:v>
                </c:pt>
                <c:pt idx="267">
                  <c:v>155.30000000000001</c:v>
                </c:pt>
                <c:pt idx="268">
                  <c:v>157</c:v>
                </c:pt>
                <c:pt idx="269">
                  <c:v>151.19999999999999</c:v>
                </c:pt>
                <c:pt idx="270">
                  <c:v>156.35</c:v>
                </c:pt>
                <c:pt idx="271">
                  <c:v>156.6</c:v>
                </c:pt>
                <c:pt idx="272">
                  <c:v>154.4</c:v>
                </c:pt>
                <c:pt idx="273">
                  <c:v>152.5</c:v>
                </c:pt>
                <c:pt idx="274">
                  <c:v>154.25</c:v>
                </c:pt>
                <c:pt idx="275">
                  <c:v>150.69999999999999</c:v>
                </c:pt>
                <c:pt idx="276">
                  <c:v>153.30000000000001</c:v>
                </c:pt>
                <c:pt idx="277">
                  <c:v>153.4</c:v>
                </c:pt>
                <c:pt idx="278">
                  <c:v>153.15</c:v>
                </c:pt>
                <c:pt idx="279">
                  <c:v>153.25</c:v>
                </c:pt>
                <c:pt idx="280">
                  <c:v>156.6</c:v>
                </c:pt>
                <c:pt idx="281">
                  <c:v>159.55000000000001</c:v>
                </c:pt>
                <c:pt idx="282">
                  <c:v>158.65</c:v>
                </c:pt>
                <c:pt idx="283">
                  <c:v>159.75</c:v>
                </c:pt>
                <c:pt idx="284">
                  <c:v>163.25</c:v>
                </c:pt>
                <c:pt idx="285">
                  <c:v>164.95</c:v>
                </c:pt>
                <c:pt idx="286">
                  <c:v>167.2</c:v>
                </c:pt>
                <c:pt idx="287">
                  <c:v>164.15</c:v>
                </c:pt>
                <c:pt idx="288">
                  <c:v>159.80000000000001</c:v>
                </c:pt>
                <c:pt idx="289">
                  <c:v>151.30000000000001</c:v>
                </c:pt>
                <c:pt idx="290">
                  <c:v>151</c:v>
                </c:pt>
                <c:pt idx="291">
                  <c:v>150.15</c:v>
                </c:pt>
                <c:pt idx="292">
                  <c:v>144.5</c:v>
                </c:pt>
                <c:pt idx="293">
                  <c:v>141.55000000000001</c:v>
                </c:pt>
                <c:pt idx="294">
                  <c:v>141.15</c:v>
                </c:pt>
                <c:pt idx="295">
                  <c:v>143.30000000000001</c:v>
                </c:pt>
                <c:pt idx="296">
                  <c:v>142</c:v>
                </c:pt>
                <c:pt idx="297">
                  <c:v>139.94999999999999</c:v>
                </c:pt>
                <c:pt idx="298">
                  <c:v>135</c:v>
                </c:pt>
                <c:pt idx="299">
                  <c:v>124.7</c:v>
                </c:pt>
                <c:pt idx="300">
                  <c:v>125.5</c:v>
                </c:pt>
                <c:pt idx="301">
                  <c:v>129.15</c:v>
                </c:pt>
                <c:pt idx="302">
                  <c:v>115.9</c:v>
                </c:pt>
                <c:pt idx="303">
                  <c:v>123.2</c:v>
                </c:pt>
                <c:pt idx="304">
                  <c:v>122</c:v>
                </c:pt>
                <c:pt idx="305">
                  <c:v>126.15</c:v>
                </c:pt>
                <c:pt idx="306">
                  <c:v>127.5</c:v>
                </c:pt>
                <c:pt idx="307">
                  <c:v>130.4</c:v>
                </c:pt>
                <c:pt idx="308">
                  <c:v>131</c:v>
                </c:pt>
                <c:pt idx="309">
                  <c:v>125.2</c:v>
                </c:pt>
                <c:pt idx="310">
                  <c:v>138.6</c:v>
                </c:pt>
                <c:pt idx="311">
                  <c:v>139.9</c:v>
                </c:pt>
                <c:pt idx="312">
                  <c:v>141.19999999999999</c:v>
                </c:pt>
                <c:pt idx="313">
                  <c:v>137.6</c:v>
                </c:pt>
                <c:pt idx="314">
                  <c:v>139.15</c:v>
                </c:pt>
                <c:pt idx="315">
                  <c:v>141.55000000000001</c:v>
                </c:pt>
                <c:pt idx="316">
                  <c:v>136.65</c:v>
                </c:pt>
                <c:pt idx="317">
                  <c:v>135.35</c:v>
                </c:pt>
                <c:pt idx="318">
                  <c:v>126.4</c:v>
                </c:pt>
                <c:pt idx="319">
                  <c:v>132.5</c:v>
                </c:pt>
                <c:pt idx="320">
                  <c:v>136.35</c:v>
                </c:pt>
                <c:pt idx="321">
                  <c:v>141.25</c:v>
                </c:pt>
                <c:pt idx="322">
                  <c:v>140.6</c:v>
                </c:pt>
                <c:pt idx="323">
                  <c:v>141.44999999999999</c:v>
                </c:pt>
                <c:pt idx="324">
                  <c:v>137.6</c:v>
                </c:pt>
                <c:pt idx="325">
                  <c:v>142.94999999999999</c:v>
                </c:pt>
                <c:pt idx="326">
                  <c:v>148.6</c:v>
                </c:pt>
                <c:pt idx="327">
                  <c:v>145.6</c:v>
                </c:pt>
                <c:pt idx="328">
                  <c:v>142.6</c:v>
                </c:pt>
                <c:pt idx="329">
                  <c:v>145.30000000000001</c:v>
                </c:pt>
                <c:pt idx="330">
                  <c:v>146.55000000000001</c:v>
                </c:pt>
                <c:pt idx="331">
                  <c:v>144.05000000000001</c:v>
                </c:pt>
                <c:pt idx="332">
                  <c:v>147</c:v>
                </c:pt>
                <c:pt idx="333">
                  <c:v>145.9</c:v>
                </c:pt>
                <c:pt idx="334">
                  <c:v>146.35</c:v>
                </c:pt>
                <c:pt idx="335">
                  <c:v>143.4</c:v>
                </c:pt>
                <c:pt idx="336">
                  <c:v>145.5</c:v>
                </c:pt>
                <c:pt idx="337">
                  <c:v>144.6</c:v>
                </c:pt>
                <c:pt idx="338">
                  <c:v>146.5</c:v>
                </c:pt>
                <c:pt idx="339">
                  <c:v>145.65</c:v>
                </c:pt>
                <c:pt idx="340">
                  <c:v>146.44999999999999</c:v>
                </c:pt>
                <c:pt idx="341">
                  <c:v>147.65</c:v>
                </c:pt>
                <c:pt idx="342">
                  <c:v>146.15</c:v>
                </c:pt>
                <c:pt idx="343">
                  <c:v>144</c:v>
                </c:pt>
                <c:pt idx="344">
                  <c:v>142.19999999999999</c:v>
                </c:pt>
                <c:pt idx="345">
                  <c:v>144.9</c:v>
                </c:pt>
                <c:pt idx="346">
                  <c:v>150.15</c:v>
                </c:pt>
                <c:pt idx="347">
                  <c:v>146.1</c:v>
                </c:pt>
                <c:pt idx="348">
                  <c:v>145.25</c:v>
                </c:pt>
                <c:pt idx="349">
                  <c:v>144.6</c:v>
                </c:pt>
                <c:pt idx="350">
                  <c:v>146.80000000000001</c:v>
                </c:pt>
                <c:pt idx="351">
                  <c:v>149.4</c:v>
                </c:pt>
                <c:pt idx="352">
                  <c:v>149.4</c:v>
                </c:pt>
                <c:pt idx="353">
                  <c:v>147.65</c:v>
                </c:pt>
                <c:pt idx="354">
                  <c:v>151.80000000000001</c:v>
                </c:pt>
                <c:pt idx="355">
                  <c:v>151.9</c:v>
                </c:pt>
                <c:pt idx="356">
                  <c:v>152.15</c:v>
                </c:pt>
                <c:pt idx="357">
                  <c:v>152.5</c:v>
                </c:pt>
                <c:pt idx="358">
                  <c:v>157.05000000000001</c:v>
                </c:pt>
                <c:pt idx="359">
                  <c:v>155.19999999999999</c:v>
                </c:pt>
                <c:pt idx="360">
                  <c:v>153.9</c:v>
                </c:pt>
                <c:pt idx="361">
                  <c:v>151.6</c:v>
                </c:pt>
                <c:pt idx="362">
                  <c:v>153.35</c:v>
                </c:pt>
                <c:pt idx="363">
                  <c:v>154.5</c:v>
                </c:pt>
                <c:pt idx="364">
                  <c:v>148.94999999999999</c:v>
                </c:pt>
                <c:pt idx="365">
                  <c:v>148.65</c:v>
                </c:pt>
                <c:pt idx="366">
                  <c:v>148.19999999999999</c:v>
                </c:pt>
                <c:pt idx="367">
                  <c:v>152.19999999999999</c:v>
                </c:pt>
                <c:pt idx="368">
                  <c:v>150.9</c:v>
                </c:pt>
                <c:pt idx="369">
                  <c:v>150.69999999999999</c:v>
                </c:pt>
                <c:pt idx="370">
                  <c:v>151.69999999999999</c:v>
                </c:pt>
                <c:pt idx="371">
                  <c:v>152.1</c:v>
                </c:pt>
                <c:pt idx="372">
                  <c:v>154.6</c:v>
                </c:pt>
                <c:pt idx="373">
                  <c:v>149.55000000000001</c:v>
                </c:pt>
                <c:pt idx="374">
                  <c:v>149.9</c:v>
                </c:pt>
                <c:pt idx="375">
                  <c:v>151.4</c:v>
                </c:pt>
                <c:pt idx="376">
                  <c:v>151.9</c:v>
                </c:pt>
                <c:pt idx="377">
                  <c:v>151.85</c:v>
                </c:pt>
                <c:pt idx="378">
                  <c:v>151.44999999999999</c:v>
                </c:pt>
                <c:pt idx="379">
                  <c:v>154.9</c:v>
                </c:pt>
                <c:pt idx="380">
                  <c:v>153.6</c:v>
                </c:pt>
                <c:pt idx="381">
                  <c:v>156.6</c:v>
                </c:pt>
                <c:pt idx="382">
                  <c:v>155.55000000000001</c:v>
                </c:pt>
                <c:pt idx="383">
                  <c:v>154.5</c:v>
                </c:pt>
                <c:pt idx="384">
                  <c:v>154.69999999999999</c:v>
                </c:pt>
                <c:pt idx="385">
                  <c:v>157</c:v>
                </c:pt>
                <c:pt idx="386">
                  <c:v>158.55000000000001</c:v>
                </c:pt>
                <c:pt idx="387">
                  <c:v>155.30000000000001</c:v>
                </c:pt>
                <c:pt idx="388">
                  <c:v>157.25</c:v>
                </c:pt>
                <c:pt idx="389">
                  <c:v>154.9</c:v>
                </c:pt>
                <c:pt idx="390">
                  <c:v>154.1</c:v>
                </c:pt>
                <c:pt idx="391">
                  <c:v>157</c:v>
                </c:pt>
                <c:pt idx="392">
                  <c:v>159</c:v>
                </c:pt>
                <c:pt idx="393">
                  <c:v>158.25</c:v>
                </c:pt>
                <c:pt idx="394">
                  <c:v>159.30000000000001</c:v>
                </c:pt>
                <c:pt idx="395">
                  <c:v>154.5</c:v>
                </c:pt>
                <c:pt idx="396">
                  <c:v>155.05000000000001</c:v>
                </c:pt>
                <c:pt idx="397">
                  <c:v>153.15</c:v>
                </c:pt>
                <c:pt idx="398">
                  <c:v>153.75</c:v>
                </c:pt>
                <c:pt idx="399">
                  <c:v>152.85</c:v>
                </c:pt>
                <c:pt idx="400">
                  <c:v>151.35</c:v>
                </c:pt>
                <c:pt idx="401">
                  <c:v>157.19999999999999</c:v>
                </c:pt>
                <c:pt idx="402">
                  <c:v>157.75</c:v>
                </c:pt>
                <c:pt idx="403">
                  <c:v>157.69999999999999</c:v>
                </c:pt>
                <c:pt idx="404">
                  <c:v>156.69999999999999</c:v>
                </c:pt>
                <c:pt idx="405">
                  <c:v>158.19999999999999</c:v>
                </c:pt>
                <c:pt idx="406">
                  <c:v>156.15</c:v>
                </c:pt>
                <c:pt idx="407">
                  <c:v>159</c:v>
                </c:pt>
                <c:pt idx="408">
                  <c:v>163.25</c:v>
                </c:pt>
                <c:pt idx="409">
                  <c:v>165</c:v>
                </c:pt>
                <c:pt idx="410">
                  <c:v>164.1</c:v>
                </c:pt>
                <c:pt idx="411">
                  <c:v>166.85</c:v>
                </c:pt>
                <c:pt idx="412">
                  <c:v>165.1</c:v>
                </c:pt>
                <c:pt idx="413">
                  <c:v>163.80000000000001</c:v>
                </c:pt>
                <c:pt idx="414">
                  <c:v>163.95</c:v>
                </c:pt>
                <c:pt idx="415">
                  <c:v>164</c:v>
                </c:pt>
                <c:pt idx="416">
                  <c:v>165.9</c:v>
                </c:pt>
                <c:pt idx="417">
                  <c:v>166.2</c:v>
                </c:pt>
                <c:pt idx="418">
                  <c:v>167.6</c:v>
                </c:pt>
                <c:pt idx="419">
                  <c:v>165.35</c:v>
                </c:pt>
                <c:pt idx="420">
                  <c:v>164.4</c:v>
                </c:pt>
                <c:pt idx="421">
                  <c:v>163.19999999999999</c:v>
                </c:pt>
                <c:pt idx="422">
                  <c:v>163.05000000000001</c:v>
                </c:pt>
                <c:pt idx="423">
                  <c:v>165.1</c:v>
                </c:pt>
                <c:pt idx="424">
                  <c:v>162.05000000000001</c:v>
                </c:pt>
                <c:pt idx="425">
                  <c:v>160.69999999999999</c:v>
                </c:pt>
                <c:pt idx="426">
                  <c:v>162.85</c:v>
                </c:pt>
                <c:pt idx="427">
                  <c:v>160.94999999999999</c:v>
                </c:pt>
                <c:pt idx="428">
                  <c:v>160.9</c:v>
                </c:pt>
                <c:pt idx="429">
                  <c:v>160.19999999999999</c:v>
                </c:pt>
                <c:pt idx="430">
                  <c:v>162</c:v>
                </c:pt>
                <c:pt idx="431">
                  <c:v>161.4</c:v>
                </c:pt>
                <c:pt idx="432">
                  <c:v>162.19999999999999</c:v>
                </c:pt>
                <c:pt idx="433">
                  <c:v>160.85</c:v>
                </c:pt>
                <c:pt idx="434">
                  <c:v>160.5</c:v>
                </c:pt>
                <c:pt idx="435">
                  <c:v>159.1</c:v>
                </c:pt>
                <c:pt idx="436">
                  <c:v>154.44999999999999</c:v>
                </c:pt>
                <c:pt idx="437">
                  <c:v>156.05000000000001</c:v>
                </c:pt>
                <c:pt idx="438">
                  <c:v>156.30000000000001</c:v>
                </c:pt>
                <c:pt idx="439">
                  <c:v>157.05000000000001</c:v>
                </c:pt>
                <c:pt idx="440">
                  <c:v>155.05000000000001</c:v>
                </c:pt>
                <c:pt idx="441">
                  <c:v>157.35</c:v>
                </c:pt>
                <c:pt idx="442">
                  <c:v>156.15</c:v>
                </c:pt>
                <c:pt idx="443">
                  <c:v>156.65</c:v>
                </c:pt>
                <c:pt idx="444">
                  <c:v>156.9</c:v>
                </c:pt>
                <c:pt idx="445">
                  <c:v>155.4</c:v>
                </c:pt>
                <c:pt idx="446">
                  <c:v>153.80000000000001</c:v>
                </c:pt>
                <c:pt idx="447">
                  <c:v>152.4</c:v>
                </c:pt>
                <c:pt idx="448">
                  <c:v>156.75</c:v>
                </c:pt>
                <c:pt idx="449">
                  <c:v>154.55000000000001</c:v>
                </c:pt>
                <c:pt idx="450">
                  <c:v>154.85</c:v>
                </c:pt>
                <c:pt idx="451">
                  <c:v>156.85</c:v>
                </c:pt>
                <c:pt idx="452">
                  <c:v>157.35</c:v>
                </c:pt>
                <c:pt idx="453">
                  <c:v>157.6</c:v>
                </c:pt>
                <c:pt idx="454">
                  <c:v>158.44999999999999</c:v>
                </c:pt>
                <c:pt idx="455">
                  <c:v>163.85</c:v>
                </c:pt>
                <c:pt idx="456">
                  <c:v>162.85</c:v>
                </c:pt>
                <c:pt idx="457">
                  <c:v>162.80000000000001</c:v>
                </c:pt>
                <c:pt idx="458">
                  <c:v>159.80000000000001</c:v>
                </c:pt>
                <c:pt idx="459">
                  <c:v>161</c:v>
                </c:pt>
                <c:pt idx="460">
                  <c:v>160.5</c:v>
                </c:pt>
                <c:pt idx="461">
                  <c:v>156.35</c:v>
                </c:pt>
                <c:pt idx="462">
                  <c:v>156.94999999999999</c:v>
                </c:pt>
                <c:pt idx="463">
                  <c:v>151.85</c:v>
                </c:pt>
                <c:pt idx="464">
                  <c:v>152.85</c:v>
                </c:pt>
                <c:pt idx="465">
                  <c:v>153.15</c:v>
                </c:pt>
                <c:pt idx="466">
                  <c:v>157.19999999999999</c:v>
                </c:pt>
                <c:pt idx="467">
                  <c:v>168.3</c:v>
                </c:pt>
                <c:pt idx="468">
                  <c:v>172.15</c:v>
                </c:pt>
                <c:pt idx="469">
                  <c:v>174.55</c:v>
                </c:pt>
                <c:pt idx="470">
                  <c:v>174.8</c:v>
                </c:pt>
                <c:pt idx="471">
                  <c:v>178.55</c:v>
                </c:pt>
                <c:pt idx="472">
                  <c:v>173.1</c:v>
                </c:pt>
                <c:pt idx="473">
                  <c:v>177.45</c:v>
                </c:pt>
                <c:pt idx="474">
                  <c:v>176.35</c:v>
                </c:pt>
                <c:pt idx="475">
                  <c:v>174.5</c:v>
                </c:pt>
                <c:pt idx="476">
                  <c:v>175</c:v>
                </c:pt>
                <c:pt idx="477">
                  <c:v>177.2</c:v>
                </c:pt>
                <c:pt idx="478">
                  <c:v>179.75</c:v>
                </c:pt>
                <c:pt idx="479">
                  <c:v>179.95</c:v>
                </c:pt>
                <c:pt idx="480">
                  <c:v>178.5</c:v>
                </c:pt>
                <c:pt idx="481">
                  <c:v>176.5</c:v>
                </c:pt>
                <c:pt idx="482">
                  <c:v>177.85</c:v>
                </c:pt>
                <c:pt idx="483">
                  <c:v>177.4</c:v>
                </c:pt>
                <c:pt idx="484">
                  <c:v>176.8</c:v>
                </c:pt>
                <c:pt idx="485">
                  <c:v>178.55</c:v>
                </c:pt>
                <c:pt idx="486">
                  <c:v>176.8</c:v>
                </c:pt>
                <c:pt idx="487">
                  <c:v>177.15</c:v>
                </c:pt>
                <c:pt idx="488">
                  <c:v>177.4</c:v>
                </c:pt>
                <c:pt idx="489">
                  <c:v>177.8</c:v>
                </c:pt>
                <c:pt idx="490">
                  <c:v>174.2</c:v>
                </c:pt>
                <c:pt idx="491">
                  <c:v>174.05</c:v>
                </c:pt>
                <c:pt idx="492">
                  <c:v>174.65</c:v>
                </c:pt>
                <c:pt idx="493">
                  <c:v>179.55</c:v>
                </c:pt>
                <c:pt idx="494">
                  <c:v>176.2</c:v>
                </c:pt>
                <c:pt idx="495">
                  <c:v>176.75</c:v>
                </c:pt>
                <c:pt idx="496">
                  <c:v>178.9</c:v>
                </c:pt>
                <c:pt idx="497">
                  <c:v>181.6</c:v>
                </c:pt>
                <c:pt idx="498">
                  <c:v>182.45</c:v>
                </c:pt>
                <c:pt idx="499">
                  <c:v>183.5</c:v>
                </c:pt>
                <c:pt idx="500">
                  <c:v>184.15</c:v>
                </c:pt>
                <c:pt idx="501">
                  <c:v>181.55</c:v>
                </c:pt>
                <c:pt idx="502">
                  <c:v>186.25</c:v>
                </c:pt>
                <c:pt idx="503">
                  <c:v>186.65</c:v>
                </c:pt>
                <c:pt idx="504">
                  <c:v>187.05</c:v>
                </c:pt>
                <c:pt idx="505">
                  <c:v>189.05</c:v>
                </c:pt>
                <c:pt idx="506">
                  <c:v>188.65</c:v>
                </c:pt>
                <c:pt idx="507">
                  <c:v>187.6</c:v>
                </c:pt>
                <c:pt idx="508">
                  <c:v>183.8</c:v>
                </c:pt>
                <c:pt idx="509">
                  <c:v>181.25</c:v>
                </c:pt>
                <c:pt idx="510">
                  <c:v>179.7</c:v>
                </c:pt>
                <c:pt idx="511">
                  <c:v>180.25</c:v>
                </c:pt>
                <c:pt idx="512">
                  <c:v>179.75</c:v>
                </c:pt>
                <c:pt idx="513">
                  <c:v>179.5</c:v>
                </c:pt>
                <c:pt idx="514">
                  <c:v>180.7</c:v>
                </c:pt>
                <c:pt idx="515">
                  <c:v>180.65</c:v>
                </c:pt>
                <c:pt idx="516">
                  <c:v>176.05</c:v>
                </c:pt>
                <c:pt idx="517">
                  <c:v>176.3</c:v>
                </c:pt>
                <c:pt idx="518">
                  <c:v>172.9</c:v>
                </c:pt>
                <c:pt idx="519">
                  <c:v>175.6</c:v>
                </c:pt>
                <c:pt idx="520">
                  <c:v>177.05</c:v>
                </c:pt>
                <c:pt idx="521">
                  <c:v>174.85</c:v>
                </c:pt>
                <c:pt idx="522">
                  <c:v>173.75</c:v>
                </c:pt>
                <c:pt idx="523">
                  <c:v>172.8</c:v>
                </c:pt>
                <c:pt idx="524">
                  <c:v>171.55</c:v>
                </c:pt>
                <c:pt idx="525">
                  <c:v>171.1</c:v>
                </c:pt>
                <c:pt idx="526">
                  <c:v>172.25</c:v>
                </c:pt>
                <c:pt idx="527">
                  <c:v>176.4</c:v>
                </c:pt>
                <c:pt idx="528">
                  <c:v>171.15</c:v>
                </c:pt>
                <c:pt idx="529">
                  <c:v>164.9</c:v>
                </c:pt>
                <c:pt idx="530">
                  <c:v>169.35</c:v>
                </c:pt>
                <c:pt idx="531">
                  <c:v>168.1</c:v>
                </c:pt>
                <c:pt idx="532">
                  <c:v>172</c:v>
                </c:pt>
                <c:pt idx="533">
                  <c:v>172.3</c:v>
                </c:pt>
                <c:pt idx="534">
                  <c:v>171.4</c:v>
                </c:pt>
                <c:pt idx="535">
                  <c:v>168.8</c:v>
                </c:pt>
                <c:pt idx="536">
                  <c:v>168.75</c:v>
                </c:pt>
                <c:pt idx="537">
                  <c:v>168.3</c:v>
                </c:pt>
                <c:pt idx="538">
                  <c:v>167.15</c:v>
                </c:pt>
                <c:pt idx="539">
                  <c:v>166</c:v>
                </c:pt>
                <c:pt idx="540">
                  <c:v>163.85</c:v>
                </c:pt>
                <c:pt idx="541">
                  <c:v>163.75</c:v>
                </c:pt>
                <c:pt idx="542">
                  <c:v>162.25</c:v>
                </c:pt>
                <c:pt idx="543">
                  <c:v>161.19999999999999</c:v>
                </c:pt>
                <c:pt idx="544">
                  <c:v>161.05000000000001</c:v>
                </c:pt>
                <c:pt idx="545">
                  <c:v>159.65</c:v>
                </c:pt>
                <c:pt idx="546">
                  <c:v>161.5</c:v>
                </c:pt>
                <c:pt idx="547">
                  <c:v>164.15</c:v>
                </c:pt>
                <c:pt idx="548">
                  <c:v>162.05000000000001</c:v>
                </c:pt>
                <c:pt idx="549">
                  <c:v>160.75</c:v>
                </c:pt>
                <c:pt idx="550">
                  <c:v>157.4</c:v>
                </c:pt>
                <c:pt idx="551">
                  <c:v>154.69999999999999</c:v>
                </c:pt>
                <c:pt idx="552">
                  <c:v>161.19999999999999</c:v>
                </c:pt>
                <c:pt idx="553">
                  <c:v>162.9</c:v>
                </c:pt>
                <c:pt idx="554">
                  <c:v>162.19999999999999</c:v>
                </c:pt>
                <c:pt idx="555">
                  <c:v>164.25</c:v>
                </c:pt>
                <c:pt idx="556">
                  <c:v>162.30000000000001</c:v>
                </c:pt>
                <c:pt idx="557">
                  <c:v>163.6</c:v>
                </c:pt>
                <c:pt idx="558">
                  <c:v>165.1</c:v>
                </c:pt>
                <c:pt idx="559">
                  <c:v>163.69999999999999</c:v>
                </c:pt>
                <c:pt idx="560">
                  <c:v>163.25</c:v>
                </c:pt>
                <c:pt idx="561">
                  <c:v>164.1</c:v>
                </c:pt>
                <c:pt idx="562">
                  <c:v>172.1</c:v>
                </c:pt>
                <c:pt idx="563">
                  <c:v>172.5</c:v>
                </c:pt>
                <c:pt idx="564">
                  <c:v>169.55</c:v>
                </c:pt>
                <c:pt idx="565">
                  <c:v>169.75</c:v>
                </c:pt>
                <c:pt idx="566">
                  <c:v>173.4</c:v>
                </c:pt>
                <c:pt idx="567">
                  <c:v>172.9</c:v>
                </c:pt>
                <c:pt idx="568">
                  <c:v>175.2</c:v>
                </c:pt>
                <c:pt idx="569">
                  <c:v>178.35</c:v>
                </c:pt>
                <c:pt idx="570">
                  <c:v>178.05</c:v>
                </c:pt>
                <c:pt idx="571">
                  <c:v>176.3</c:v>
                </c:pt>
                <c:pt idx="572">
                  <c:v>175.4</c:v>
                </c:pt>
                <c:pt idx="573">
                  <c:v>175.2</c:v>
                </c:pt>
                <c:pt idx="574">
                  <c:v>174</c:v>
                </c:pt>
                <c:pt idx="575">
                  <c:v>176.1</c:v>
                </c:pt>
                <c:pt idx="576">
                  <c:v>176.35</c:v>
                </c:pt>
                <c:pt idx="577">
                  <c:v>174.15</c:v>
                </c:pt>
                <c:pt idx="578">
                  <c:v>175.8</c:v>
                </c:pt>
                <c:pt idx="579">
                  <c:v>176.9</c:v>
                </c:pt>
                <c:pt idx="580">
                  <c:v>175.15</c:v>
                </c:pt>
                <c:pt idx="581">
                  <c:v>172.85</c:v>
                </c:pt>
                <c:pt idx="582">
                  <c:v>177.05</c:v>
                </c:pt>
                <c:pt idx="583">
                  <c:v>177.9</c:v>
                </c:pt>
                <c:pt idx="584">
                  <c:v>178</c:v>
                </c:pt>
                <c:pt idx="585">
                  <c:v>179.35</c:v>
                </c:pt>
                <c:pt idx="586">
                  <c:v>180.7</c:v>
                </c:pt>
                <c:pt idx="587">
                  <c:v>179.8</c:v>
                </c:pt>
                <c:pt idx="588">
                  <c:v>178.6</c:v>
                </c:pt>
                <c:pt idx="589">
                  <c:v>178.15</c:v>
                </c:pt>
                <c:pt idx="590">
                  <c:v>182.7</c:v>
                </c:pt>
                <c:pt idx="591">
                  <c:v>168.05</c:v>
                </c:pt>
                <c:pt idx="592">
                  <c:v>170.65</c:v>
                </c:pt>
                <c:pt idx="593">
                  <c:v>165.85</c:v>
                </c:pt>
                <c:pt idx="594">
                  <c:v>165.5</c:v>
                </c:pt>
                <c:pt idx="595">
                  <c:v>165.25</c:v>
                </c:pt>
                <c:pt idx="596">
                  <c:v>162.5</c:v>
                </c:pt>
                <c:pt idx="597">
                  <c:v>163.69999999999999</c:v>
                </c:pt>
                <c:pt idx="598">
                  <c:v>162.75</c:v>
                </c:pt>
                <c:pt idx="599">
                  <c:v>163.25</c:v>
                </c:pt>
                <c:pt idx="600">
                  <c:v>165.25</c:v>
                </c:pt>
                <c:pt idx="601">
                  <c:v>167.7</c:v>
                </c:pt>
                <c:pt idx="602">
                  <c:v>166</c:v>
                </c:pt>
                <c:pt idx="603">
                  <c:v>169.75</c:v>
                </c:pt>
                <c:pt idx="604">
                  <c:v>173.15</c:v>
                </c:pt>
                <c:pt idx="605">
                  <c:v>174.05</c:v>
                </c:pt>
                <c:pt idx="606">
                  <c:v>174.2</c:v>
                </c:pt>
                <c:pt idx="607">
                  <c:v>174.15</c:v>
                </c:pt>
                <c:pt idx="608">
                  <c:v>173.2</c:v>
                </c:pt>
                <c:pt idx="609">
                  <c:v>173.1</c:v>
                </c:pt>
                <c:pt idx="610">
                  <c:v>172.95</c:v>
                </c:pt>
                <c:pt idx="611">
                  <c:v>173.4</c:v>
                </c:pt>
                <c:pt idx="612">
                  <c:v>174.35</c:v>
                </c:pt>
                <c:pt idx="613">
                  <c:v>177.9</c:v>
                </c:pt>
                <c:pt idx="614">
                  <c:v>178.95</c:v>
                </c:pt>
                <c:pt idx="615">
                  <c:v>180.3</c:v>
                </c:pt>
                <c:pt idx="616">
                  <c:v>179.55</c:v>
                </c:pt>
                <c:pt idx="617">
                  <c:v>174.8</c:v>
                </c:pt>
                <c:pt idx="618">
                  <c:v>173.9</c:v>
                </c:pt>
                <c:pt idx="619">
                  <c:v>174</c:v>
                </c:pt>
                <c:pt idx="620">
                  <c:v>168.25</c:v>
                </c:pt>
                <c:pt idx="621">
                  <c:v>167.85</c:v>
                </c:pt>
                <c:pt idx="622">
                  <c:v>166.4</c:v>
                </c:pt>
                <c:pt idx="623">
                  <c:v>169.6</c:v>
                </c:pt>
                <c:pt idx="624">
                  <c:v>169.1</c:v>
                </c:pt>
                <c:pt idx="625">
                  <c:v>170.55</c:v>
                </c:pt>
                <c:pt idx="626">
                  <c:v>168.7</c:v>
                </c:pt>
                <c:pt idx="627">
                  <c:v>167.3</c:v>
                </c:pt>
                <c:pt idx="628">
                  <c:v>169.75</c:v>
                </c:pt>
                <c:pt idx="629">
                  <c:v>170.45</c:v>
                </c:pt>
                <c:pt idx="630">
                  <c:v>171.6</c:v>
                </c:pt>
                <c:pt idx="631">
                  <c:v>173.5</c:v>
                </c:pt>
                <c:pt idx="632">
                  <c:v>174</c:v>
                </c:pt>
                <c:pt idx="633">
                  <c:v>171.7</c:v>
                </c:pt>
                <c:pt idx="634">
                  <c:v>173.95</c:v>
                </c:pt>
                <c:pt idx="635">
                  <c:v>173.1</c:v>
                </c:pt>
                <c:pt idx="636">
                  <c:v>174.4</c:v>
                </c:pt>
                <c:pt idx="637">
                  <c:v>174.85</c:v>
                </c:pt>
                <c:pt idx="638">
                  <c:v>173.7</c:v>
                </c:pt>
                <c:pt idx="639">
                  <c:v>176</c:v>
                </c:pt>
                <c:pt idx="640">
                  <c:v>177.3</c:v>
                </c:pt>
                <c:pt idx="641">
                  <c:v>177.25</c:v>
                </c:pt>
                <c:pt idx="642">
                  <c:v>177.9</c:v>
                </c:pt>
                <c:pt idx="643">
                  <c:v>173.7</c:v>
                </c:pt>
                <c:pt idx="644">
                  <c:v>175.85</c:v>
                </c:pt>
                <c:pt idx="645">
                  <c:v>173.5</c:v>
                </c:pt>
                <c:pt idx="646">
                  <c:v>172.45</c:v>
                </c:pt>
                <c:pt idx="647">
                  <c:v>174.65</c:v>
                </c:pt>
                <c:pt idx="648">
                  <c:v>174.9</c:v>
                </c:pt>
                <c:pt idx="649">
                  <c:v>179.2</c:v>
                </c:pt>
                <c:pt idx="650">
                  <c:v>179.5</c:v>
                </c:pt>
                <c:pt idx="651">
                  <c:v>178.05</c:v>
                </c:pt>
                <c:pt idx="652">
                  <c:v>179.4</c:v>
                </c:pt>
                <c:pt idx="653">
                  <c:v>180.95</c:v>
                </c:pt>
                <c:pt idx="654">
                  <c:v>183.85</c:v>
                </c:pt>
                <c:pt idx="655">
                  <c:v>180.4</c:v>
                </c:pt>
                <c:pt idx="656">
                  <c:v>175.65</c:v>
                </c:pt>
                <c:pt idx="657">
                  <c:v>178.3</c:v>
                </c:pt>
                <c:pt idx="658">
                  <c:v>184.25</c:v>
                </c:pt>
                <c:pt idx="659">
                  <c:v>187.55</c:v>
                </c:pt>
                <c:pt idx="660">
                  <c:v>188.7</c:v>
                </c:pt>
                <c:pt idx="661">
                  <c:v>188.7</c:v>
                </c:pt>
                <c:pt idx="662">
                  <c:v>190.5</c:v>
                </c:pt>
                <c:pt idx="663">
                  <c:v>190.7</c:v>
                </c:pt>
                <c:pt idx="664">
                  <c:v>192.1</c:v>
                </c:pt>
                <c:pt idx="665">
                  <c:v>190.9</c:v>
                </c:pt>
                <c:pt idx="666">
                  <c:v>189.3</c:v>
                </c:pt>
                <c:pt idx="667">
                  <c:v>187.45</c:v>
                </c:pt>
                <c:pt idx="668">
                  <c:v>182.2</c:v>
                </c:pt>
                <c:pt idx="669">
                  <c:v>181.5</c:v>
                </c:pt>
                <c:pt idx="670">
                  <c:v>183.65</c:v>
                </c:pt>
                <c:pt idx="671">
                  <c:v>183.3</c:v>
                </c:pt>
                <c:pt idx="672">
                  <c:v>184.25</c:v>
                </c:pt>
                <c:pt idx="673">
                  <c:v>182.9</c:v>
                </c:pt>
                <c:pt idx="674">
                  <c:v>183.1</c:v>
                </c:pt>
                <c:pt idx="675">
                  <c:v>184.15</c:v>
                </c:pt>
                <c:pt idx="676">
                  <c:v>183.7</c:v>
                </c:pt>
                <c:pt idx="677">
                  <c:v>184.75</c:v>
                </c:pt>
                <c:pt idx="678">
                  <c:v>185.3</c:v>
                </c:pt>
                <c:pt idx="679">
                  <c:v>184.3</c:v>
                </c:pt>
                <c:pt idx="680">
                  <c:v>186.45</c:v>
                </c:pt>
                <c:pt idx="681">
                  <c:v>186.05</c:v>
                </c:pt>
                <c:pt idx="682">
                  <c:v>186.35</c:v>
                </c:pt>
                <c:pt idx="683">
                  <c:v>187.25</c:v>
                </c:pt>
                <c:pt idx="684">
                  <c:v>186</c:v>
                </c:pt>
                <c:pt idx="685">
                  <c:v>184.4</c:v>
                </c:pt>
                <c:pt idx="686">
                  <c:v>187.8</c:v>
                </c:pt>
                <c:pt idx="687">
                  <c:v>187.2</c:v>
                </c:pt>
                <c:pt idx="688">
                  <c:v>187.6</c:v>
                </c:pt>
                <c:pt idx="689">
                  <c:v>184.4</c:v>
                </c:pt>
                <c:pt idx="690">
                  <c:v>181.65</c:v>
                </c:pt>
                <c:pt idx="691">
                  <c:v>183.6</c:v>
                </c:pt>
                <c:pt idx="692">
                  <c:v>183.7</c:v>
                </c:pt>
                <c:pt idx="693">
                  <c:v>184.3</c:v>
                </c:pt>
                <c:pt idx="694">
                  <c:v>184.75</c:v>
                </c:pt>
                <c:pt idx="695">
                  <c:v>184.45</c:v>
                </c:pt>
                <c:pt idx="696">
                  <c:v>180.85</c:v>
                </c:pt>
                <c:pt idx="697">
                  <c:v>180.4</c:v>
                </c:pt>
                <c:pt idx="698">
                  <c:v>180.95</c:v>
                </c:pt>
                <c:pt idx="699">
                  <c:v>179.75</c:v>
                </c:pt>
                <c:pt idx="700">
                  <c:v>177.6</c:v>
                </c:pt>
                <c:pt idx="701">
                  <c:v>180.65</c:v>
                </c:pt>
                <c:pt idx="702">
                  <c:v>179.15</c:v>
                </c:pt>
                <c:pt idx="703">
                  <c:v>183.05</c:v>
                </c:pt>
                <c:pt idx="704">
                  <c:v>184.5</c:v>
                </c:pt>
                <c:pt idx="705">
                  <c:v>187</c:v>
                </c:pt>
                <c:pt idx="706">
                  <c:v>187.45</c:v>
                </c:pt>
                <c:pt idx="707">
                  <c:v>185.1</c:v>
                </c:pt>
                <c:pt idx="708">
                  <c:v>189.3</c:v>
                </c:pt>
                <c:pt idx="709">
                  <c:v>192.15</c:v>
                </c:pt>
                <c:pt idx="710">
                  <c:v>191.25</c:v>
                </c:pt>
                <c:pt idx="711">
                  <c:v>193.4</c:v>
                </c:pt>
                <c:pt idx="712">
                  <c:v>192.05</c:v>
                </c:pt>
                <c:pt idx="713">
                  <c:v>193</c:v>
                </c:pt>
                <c:pt idx="714">
                  <c:v>191.65</c:v>
                </c:pt>
                <c:pt idx="715">
                  <c:v>199.5</c:v>
                </c:pt>
                <c:pt idx="716">
                  <c:v>200.3</c:v>
                </c:pt>
                <c:pt idx="717">
                  <c:v>199</c:v>
                </c:pt>
                <c:pt idx="718">
                  <c:v>203.5</c:v>
                </c:pt>
                <c:pt idx="719">
                  <c:v>205</c:v>
                </c:pt>
                <c:pt idx="720">
                  <c:v>210.6</c:v>
                </c:pt>
                <c:pt idx="721">
                  <c:v>213.1</c:v>
                </c:pt>
                <c:pt idx="722">
                  <c:v>221.6</c:v>
                </c:pt>
                <c:pt idx="723">
                  <c:v>223.7</c:v>
                </c:pt>
                <c:pt idx="724">
                  <c:v>228.8</c:v>
                </c:pt>
                <c:pt idx="725">
                  <c:v>226.5</c:v>
                </c:pt>
                <c:pt idx="726">
                  <c:v>221.7</c:v>
                </c:pt>
                <c:pt idx="727">
                  <c:v>222.1</c:v>
                </c:pt>
                <c:pt idx="728">
                  <c:v>223.4</c:v>
                </c:pt>
                <c:pt idx="729">
                  <c:v>228</c:v>
                </c:pt>
                <c:pt idx="730">
                  <c:v>227.2</c:v>
                </c:pt>
                <c:pt idx="731">
                  <c:v>228.7</c:v>
                </c:pt>
                <c:pt idx="732">
                  <c:v>236.1</c:v>
                </c:pt>
                <c:pt idx="733">
                  <c:v>234.5</c:v>
                </c:pt>
                <c:pt idx="734">
                  <c:v>239.7</c:v>
                </c:pt>
                <c:pt idx="735">
                  <c:v>246.3</c:v>
                </c:pt>
                <c:pt idx="736">
                  <c:v>237</c:v>
                </c:pt>
                <c:pt idx="737">
                  <c:v>237.3</c:v>
                </c:pt>
                <c:pt idx="738">
                  <c:v>238.8</c:v>
                </c:pt>
                <c:pt idx="739">
                  <c:v>231.4</c:v>
                </c:pt>
                <c:pt idx="740">
                  <c:v>235.8</c:v>
                </c:pt>
                <c:pt idx="741">
                  <c:v>231.7</c:v>
                </c:pt>
                <c:pt idx="742">
                  <c:v>232.5</c:v>
                </c:pt>
                <c:pt idx="743">
                  <c:v>230.5</c:v>
                </c:pt>
                <c:pt idx="744">
                  <c:v>229.3</c:v>
                </c:pt>
                <c:pt idx="745">
                  <c:v>230.5</c:v>
                </c:pt>
                <c:pt idx="746">
                  <c:v>237.5</c:v>
                </c:pt>
                <c:pt idx="747">
                  <c:v>234.8</c:v>
                </c:pt>
                <c:pt idx="748">
                  <c:v>232.8</c:v>
                </c:pt>
                <c:pt idx="749">
                  <c:v>229.2</c:v>
                </c:pt>
                <c:pt idx="750">
                  <c:v>229.3</c:v>
                </c:pt>
                <c:pt idx="751">
                  <c:v>225</c:v>
                </c:pt>
                <c:pt idx="752">
                  <c:v>229.1</c:v>
                </c:pt>
                <c:pt idx="753">
                  <c:v>228.9</c:v>
                </c:pt>
                <c:pt idx="754">
                  <c:v>227.3</c:v>
                </c:pt>
                <c:pt idx="755">
                  <c:v>220</c:v>
                </c:pt>
                <c:pt idx="756">
                  <c:v>220.4</c:v>
                </c:pt>
                <c:pt idx="757">
                  <c:v>221.4</c:v>
                </c:pt>
                <c:pt idx="758">
                  <c:v>223.7</c:v>
                </c:pt>
                <c:pt idx="759">
                  <c:v>226.4</c:v>
                </c:pt>
                <c:pt idx="760">
                  <c:v>227.6</c:v>
                </c:pt>
                <c:pt idx="761">
                  <c:v>225.8</c:v>
                </c:pt>
                <c:pt idx="762">
                  <c:v>227.5</c:v>
                </c:pt>
                <c:pt idx="763">
                  <c:v>228.2</c:v>
                </c:pt>
                <c:pt idx="764">
                  <c:v>235.1</c:v>
                </c:pt>
                <c:pt idx="765">
                  <c:v>236.9</c:v>
                </c:pt>
                <c:pt idx="766">
                  <c:v>229.2</c:v>
                </c:pt>
                <c:pt idx="767">
                  <c:v>225.1</c:v>
                </c:pt>
                <c:pt idx="768">
                  <c:v>221</c:v>
                </c:pt>
                <c:pt idx="769">
                  <c:v>223.9</c:v>
                </c:pt>
                <c:pt idx="770">
                  <c:v>226.4</c:v>
                </c:pt>
                <c:pt idx="771">
                  <c:v>222</c:v>
                </c:pt>
                <c:pt idx="772">
                  <c:v>213.4</c:v>
                </c:pt>
                <c:pt idx="773">
                  <c:v>213.5</c:v>
                </c:pt>
                <c:pt idx="774">
                  <c:v>209</c:v>
                </c:pt>
                <c:pt idx="775">
                  <c:v>210.8</c:v>
                </c:pt>
                <c:pt idx="776">
                  <c:v>214.1</c:v>
                </c:pt>
                <c:pt idx="777">
                  <c:v>207.6</c:v>
                </c:pt>
                <c:pt idx="778">
                  <c:v>197.95</c:v>
                </c:pt>
                <c:pt idx="779">
                  <c:v>200.5</c:v>
                </c:pt>
                <c:pt idx="780">
                  <c:v>203.5</c:v>
                </c:pt>
                <c:pt idx="781">
                  <c:v>200.4</c:v>
                </c:pt>
                <c:pt idx="782">
                  <c:v>200.5</c:v>
                </c:pt>
                <c:pt idx="783">
                  <c:v>202.9</c:v>
                </c:pt>
                <c:pt idx="784">
                  <c:v>207.1</c:v>
                </c:pt>
                <c:pt idx="785">
                  <c:v>210.4</c:v>
                </c:pt>
                <c:pt idx="786">
                  <c:v>202.6</c:v>
                </c:pt>
                <c:pt idx="787">
                  <c:v>200</c:v>
                </c:pt>
                <c:pt idx="788">
                  <c:v>197.25</c:v>
                </c:pt>
                <c:pt idx="789">
                  <c:v>197.3</c:v>
                </c:pt>
                <c:pt idx="790">
                  <c:v>203.5</c:v>
                </c:pt>
                <c:pt idx="791">
                  <c:v>198.65</c:v>
                </c:pt>
                <c:pt idx="792">
                  <c:v>194.95</c:v>
                </c:pt>
                <c:pt idx="793">
                  <c:v>193.8</c:v>
                </c:pt>
                <c:pt idx="794">
                  <c:v>198.6</c:v>
                </c:pt>
                <c:pt idx="795">
                  <c:v>195.65</c:v>
                </c:pt>
                <c:pt idx="796">
                  <c:v>196.75</c:v>
                </c:pt>
                <c:pt idx="797">
                  <c:v>194.5</c:v>
                </c:pt>
                <c:pt idx="798">
                  <c:v>191.15</c:v>
                </c:pt>
                <c:pt idx="799">
                  <c:v>191.7</c:v>
                </c:pt>
                <c:pt idx="800">
                  <c:v>192.25</c:v>
                </c:pt>
                <c:pt idx="801">
                  <c:v>188.25</c:v>
                </c:pt>
                <c:pt idx="802">
                  <c:v>190.45</c:v>
                </c:pt>
                <c:pt idx="803">
                  <c:v>192.75</c:v>
                </c:pt>
                <c:pt idx="804">
                  <c:v>189.3</c:v>
                </c:pt>
                <c:pt idx="805">
                  <c:v>188.45</c:v>
                </c:pt>
                <c:pt idx="806">
                  <c:v>185.4</c:v>
                </c:pt>
                <c:pt idx="807">
                  <c:v>180.6</c:v>
                </c:pt>
                <c:pt idx="808">
                  <c:v>170.35</c:v>
                </c:pt>
                <c:pt idx="809">
                  <c:v>165</c:v>
                </c:pt>
                <c:pt idx="810">
                  <c:v>179.7</c:v>
                </c:pt>
                <c:pt idx="811">
                  <c:v>173</c:v>
                </c:pt>
                <c:pt idx="812">
                  <c:v>175.5</c:v>
                </c:pt>
                <c:pt idx="813">
                  <c:v>177.95</c:v>
                </c:pt>
                <c:pt idx="814">
                  <c:v>177.9</c:v>
                </c:pt>
                <c:pt idx="815">
                  <c:v>187.1</c:v>
                </c:pt>
                <c:pt idx="816">
                  <c:v>188.3</c:v>
                </c:pt>
                <c:pt idx="817">
                  <c:v>189.05</c:v>
                </c:pt>
                <c:pt idx="818">
                  <c:v>188.4</c:v>
                </c:pt>
                <c:pt idx="819">
                  <c:v>193.2</c:v>
                </c:pt>
                <c:pt idx="820">
                  <c:v>190.35</c:v>
                </c:pt>
                <c:pt idx="821">
                  <c:v>193.5</c:v>
                </c:pt>
                <c:pt idx="822">
                  <c:v>192.1</c:v>
                </c:pt>
                <c:pt idx="823">
                  <c:v>195.75</c:v>
                </c:pt>
                <c:pt idx="824">
                  <c:v>200.1</c:v>
                </c:pt>
                <c:pt idx="825">
                  <c:v>200.9</c:v>
                </c:pt>
                <c:pt idx="826">
                  <c:v>198.7</c:v>
                </c:pt>
                <c:pt idx="827">
                  <c:v>199.55</c:v>
                </c:pt>
                <c:pt idx="828">
                  <c:v>209.5</c:v>
                </c:pt>
                <c:pt idx="829">
                  <c:v>207.7</c:v>
                </c:pt>
                <c:pt idx="830">
                  <c:v>201.4</c:v>
                </c:pt>
                <c:pt idx="831">
                  <c:v>200.1</c:v>
                </c:pt>
                <c:pt idx="832">
                  <c:v>203.2</c:v>
                </c:pt>
                <c:pt idx="833">
                  <c:v>201.6</c:v>
                </c:pt>
                <c:pt idx="834">
                  <c:v>206.6</c:v>
                </c:pt>
                <c:pt idx="835">
                  <c:v>205.2</c:v>
                </c:pt>
                <c:pt idx="836">
                  <c:v>206.8</c:v>
                </c:pt>
                <c:pt idx="837">
                  <c:v>205.6</c:v>
                </c:pt>
                <c:pt idx="838">
                  <c:v>205.1</c:v>
                </c:pt>
                <c:pt idx="839">
                  <c:v>204.2</c:v>
                </c:pt>
                <c:pt idx="840">
                  <c:v>197.05</c:v>
                </c:pt>
                <c:pt idx="841">
                  <c:v>195.6</c:v>
                </c:pt>
                <c:pt idx="842">
                  <c:v>192.55</c:v>
                </c:pt>
                <c:pt idx="843">
                  <c:v>197.75</c:v>
                </c:pt>
                <c:pt idx="844">
                  <c:v>201.4</c:v>
                </c:pt>
                <c:pt idx="845">
                  <c:v>203</c:v>
                </c:pt>
                <c:pt idx="846">
                  <c:v>198.55</c:v>
                </c:pt>
                <c:pt idx="847">
                  <c:v>203.9</c:v>
                </c:pt>
                <c:pt idx="848">
                  <c:v>192.55</c:v>
                </c:pt>
                <c:pt idx="849">
                  <c:v>191.9</c:v>
                </c:pt>
                <c:pt idx="850">
                  <c:v>188.1</c:v>
                </c:pt>
                <c:pt idx="851">
                  <c:v>182</c:v>
                </c:pt>
                <c:pt idx="852">
                  <c:v>179.45</c:v>
                </c:pt>
                <c:pt idx="853">
                  <c:v>184.1</c:v>
                </c:pt>
                <c:pt idx="854">
                  <c:v>182.2</c:v>
                </c:pt>
                <c:pt idx="855">
                  <c:v>186.9</c:v>
                </c:pt>
                <c:pt idx="856">
                  <c:v>180.4</c:v>
                </c:pt>
                <c:pt idx="857">
                  <c:v>182.8</c:v>
                </c:pt>
                <c:pt idx="858">
                  <c:v>177.05</c:v>
                </c:pt>
                <c:pt idx="859">
                  <c:v>177.1</c:v>
                </c:pt>
                <c:pt idx="860">
                  <c:v>179.4</c:v>
                </c:pt>
                <c:pt idx="861">
                  <c:v>177.8</c:v>
                </c:pt>
                <c:pt idx="862">
                  <c:v>176.5</c:v>
                </c:pt>
                <c:pt idx="863">
                  <c:v>178.35</c:v>
                </c:pt>
                <c:pt idx="864">
                  <c:v>183.8</c:v>
                </c:pt>
                <c:pt idx="865">
                  <c:v>187.2</c:v>
                </c:pt>
                <c:pt idx="866">
                  <c:v>189.55</c:v>
                </c:pt>
                <c:pt idx="867">
                  <c:v>181.4</c:v>
                </c:pt>
                <c:pt idx="868">
                  <c:v>177.65</c:v>
                </c:pt>
                <c:pt idx="869">
                  <c:v>181.25</c:v>
                </c:pt>
                <c:pt idx="870">
                  <c:v>177.7</c:v>
                </c:pt>
                <c:pt idx="871">
                  <c:v>180.55</c:v>
                </c:pt>
                <c:pt idx="872">
                  <c:v>177.05</c:v>
                </c:pt>
                <c:pt idx="873">
                  <c:v>180.9</c:v>
                </c:pt>
                <c:pt idx="874">
                  <c:v>176.5</c:v>
                </c:pt>
                <c:pt idx="875">
                  <c:v>173.65</c:v>
                </c:pt>
                <c:pt idx="876">
                  <c:v>166.2</c:v>
                </c:pt>
                <c:pt idx="877">
                  <c:v>162.65</c:v>
                </c:pt>
                <c:pt idx="878">
                  <c:v>168</c:v>
                </c:pt>
                <c:pt idx="879">
                  <c:v>166.8</c:v>
                </c:pt>
                <c:pt idx="880">
                  <c:v>167.3</c:v>
                </c:pt>
                <c:pt idx="881">
                  <c:v>172</c:v>
                </c:pt>
                <c:pt idx="882">
                  <c:v>174.95</c:v>
                </c:pt>
                <c:pt idx="883">
                  <c:v>174</c:v>
                </c:pt>
                <c:pt idx="884">
                  <c:v>176.1</c:v>
                </c:pt>
                <c:pt idx="885">
                  <c:v>179.7</c:v>
                </c:pt>
                <c:pt idx="886">
                  <c:v>177.7</c:v>
                </c:pt>
                <c:pt idx="887">
                  <c:v>178.85</c:v>
                </c:pt>
                <c:pt idx="888">
                  <c:v>175.4</c:v>
                </c:pt>
                <c:pt idx="889">
                  <c:v>175.2</c:v>
                </c:pt>
                <c:pt idx="890">
                  <c:v>177.65</c:v>
                </c:pt>
                <c:pt idx="891">
                  <c:v>181.9</c:v>
                </c:pt>
                <c:pt idx="892">
                  <c:v>182.2</c:v>
                </c:pt>
                <c:pt idx="893">
                  <c:v>184.15</c:v>
                </c:pt>
                <c:pt idx="894">
                  <c:v>189</c:v>
                </c:pt>
                <c:pt idx="895">
                  <c:v>190.7</c:v>
                </c:pt>
                <c:pt idx="896">
                  <c:v>191</c:v>
                </c:pt>
                <c:pt idx="897">
                  <c:v>189.75</c:v>
                </c:pt>
                <c:pt idx="898">
                  <c:v>189.35</c:v>
                </c:pt>
                <c:pt idx="899">
                  <c:v>188.45</c:v>
                </c:pt>
                <c:pt idx="900">
                  <c:v>193.05</c:v>
                </c:pt>
                <c:pt idx="901">
                  <c:v>195.45</c:v>
                </c:pt>
                <c:pt idx="902">
                  <c:v>196.3</c:v>
                </c:pt>
                <c:pt idx="903">
                  <c:v>193.4</c:v>
                </c:pt>
                <c:pt idx="904">
                  <c:v>197.2</c:v>
                </c:pt>
                <c:pt idx="905">
                  <c:v>197.45</c:v>
                </c:pt>
                <c:pt idx="906">
                  <c:v>198.25</c:v>
                </c:pt>
                <c:pt idx="907">
                  <c:v>194.5</c:v>
                </c:pt>
                <c:pt idx="908">
                  <c:v>196.55</c:v>
                </c:pt>
                <c:pt idx="909">
                  <c:v>204.2</c:v>
                </c:pt>
                <c:pt idx="910">
                  <c:v>206.2</c:v>
                </c:pt>
                <c:pt idx="911">
                  <c:v>206.9</c:v>
                </c:pt>
                <c:pt idx="912">
                  <c:v>209.1</c:v>
                </c:pt>
                <c:pt idx="913">
                  <c:v>212.2</c:v>
                </c:pt>
                <c:pt idx="914">
                  <c:v>210.4</c:v>
                </c:pt>
                <c:pt idx="915">
                  <c:v>208.1</c:v>
                </c:pt>
                <c:pt idx="916">
                  <c:v>210.7</c:v>
                </c:pt>
                <c:pt idx="917">
                  <c:v>206.9</c:v>
                </c:pt>
                <c:pt idx="918">
                  <c:v>208.4</c:v>
                </c:pt>
                <c:pt idx="919">
                  <c:v>209.4</c:v>
                </c:pt>
                <c:pt idx="920">
                  <c:v>209</c:v>
                </c:pt>
                <c:pt idx="921">
                  <c:v>208.1</c:v>
                </c:pt>
                <c:pt idx="922">
                  <c:v>206.3</c:v>
                </c:pt>
                <c:pt idx="923">
                  <c:v>208.8</c:v>
                </c:pt>
                <c:pt idx="924">
                  <c:v>205.3</c:v>
                </c:pt>
                <c:pt idx="925">
                  <c:v>203</c:v>
                </c:pt>
                <c:pt idx="926">
                  <c:v>203.2</c:v>
                </c:pt>
                <c:pt idx="927">
                  <c:v>205.5</c:v>
                </c:pt>
                <c:pt idx="928">
                  <c:v>205.8</c:v>
                </c:pt>
                <c:pt idx="929">
                  <c:v>199.85</c:v>
                </c:pt>
                <c:pt idx="930">
                  <c:v>198.55</c:v>
                </c:pt>
                <c:pt idx="931">
                  <c:v>196</c:v>
                </c:pt>
                <c:pt idx="932">
                  <c:v>193.2</c:v>
                </c:pt>
                <c:pt idx="933">
                  <c:v>191.85</c:v>
                </c:pt>
                <c:pt idx="934">
                  <c:v>196.65</c:v>
                </c:pt>
                <c:pt idx="935">
                  <c:v>190.65</c:v>
                </c:pt>
                <c:pt idx="936">
                  <c:v>191.8</c:v>
                </c:pt>
                <c:pt idx="937">
                  <c:v>194.15</c:v>
                </c:pt>
                <c:pt idx="938">
                  <c:v>194.3</c:v>
                </c:pt>
                <c:pt idx="939">
                  <c:v>195.55</c:v>
                </c:pt>
                <c:pt idx="940">
                  <c:v>199.7</c:v>
                </c:pt>
                <c:pt idx="941">
                  <c:v>195.55</c:v>
                </c:pt>
                <c:pt idx="942">
                  <c:v>200.5</c:v>
                </c:pt>
                <c:pt idx="943">
                  <c:v>199.4</c:v>
                </c:pt>
                <c:pt idx="944">
                  <c:v>196.55</c:v>
                </c:pt>
                <c:pt idx="945">
                  <c:v>196.5</c:v>
                </c:pt>
                <c:pt idx="946">
                  <c:v>193.6</c:v>
                </c:pt>
                <c:pt idx="947">
                  <c:v>196.25</c:v>
                </c:pt>
                <c:pt idx="948">
                  <c:v>191.8</c:v>
                </c:pt>
                <c:pt idx="949">
                  <c:v>190.15</c:v>
                </c:pt>
                <c:pt idx="950">
                  <c:v>194.5</c:v>
                </c:pt>
                <c:pt idx="951">
                  <c:v>196.55</c:v>
                </c:pt>
                <c:pt idx="952">
                  <c:v>195.2</c:v>
                </c:pt>
                <c:pt idx="953">
                  <c:v>190.05</c:v>
                </c:pt>
                <c:pt idx="954">
                  <c:v>191.7</c:v>
                </c:pt>
                <c:pt idx="955">
                  <c:v>189.75</c:v>
                </c:pt>
                <c:pt idx="956">
                  <c:v>196.4</c:v>
                </c:pt>
                <c:pt idx="957">
                  <c:v>193.2</c:v>
                </c:pt>
                <c:pt idx="958">
                  <c:v>194.4</c:v>
                </c:pt>
                <c:pt idx="959">
                  <c:v>189.65</c:v>
                </c:pt>
                <c:pt idx="960">
                  <c:v>187.75</c:v>
                </c:pt>
                <c:pt idx="961">
                  <c:v>190.05</c:v>
                </c:pt>
                <c:pt idx="962">
                  <c:v>188.95</c:v>
                </c:pt>
                <c:pt idx="963">
                  <c:v>186.7</c:v>
                </c:pt>
                <c:pt idx="964">
                  <c:v>187.3</c:v>
                </c:pt>
                <c:pt idx="965">
                  <c:v>191.4</c:v>
                </c:pt>
                <c:pt idx="966">
                  <c:v>193.5</c:v>
                </c:pt>
                <c:pt idx="967">
                  <c:v>191.85</c:v>
                </c:pt>
                <c:pt idx="968">
                  <c:v>192.3</c:v>
                </c:pt>
                <c:pt idx="969">
                  <c:v>190.2</c:v>
                </c:pt>
                <c:pt idx="970">
                  <c:v>194.05</c:v>
                </c:pt>
                <c:pt idx="971">
                  <c:v>199.05</c:v>
                </c:pt>
                <c:pt idx="972">
                  <c:v>197.95</c:v>
                </c:pt>
                <c:pt idx="973">
                  <c:v>197.25</c:v>
                </c:pt>
                <c:pt idx="974">
                  <c:v>198.9</c:v>
                </c:pt>
                <c:pt idx="975">
                  <c:v>199.5</c:v>
                </c:pt>
                <c:pt idx="976">
                  <c:v>199.1</c:v>
                </c:pt>
                <c:pt idx="977">
                  <c:v>195.95</c:v>
                </c:pt>
                <c:pt idx="978">
                  <c:v>196.65</c:v>
                </c:pt>
                <c:pt idx="979">
                  <c:v>201.4</c:v>
                </c:pt>
                <c:pt idx="980">
                  <c:v>200.5</c:v>
                </c:pt>
                <c:pt idx="981">
                  <c:v>204.3</c:v>
                </c:pt>
                <c:pt idx="982">
                  <c:v>203</c:v>
                </c:pt>
                <c:pt idx="983">
                  <c:v>209.2</c:v>
                </c:pt>
                <c:pt idx="984">
                  <c:v>209.8</c:v>
                </c:pt>
                <c:pt idx="985">
                  <c:v>207.9</c:v>
                </c:pt>
                <c:pt idx="986">
                  <c:v>208.2</c:v>
                </c:pt>
                <c:pt idx="987">
                  <c:v>205.9</c:v>
                </c:pt>
                <c:pt idx="988">
                  <c:v>205.9</c:v>
                </c:pt>
                <c:pt idx="989">
                  <c:v>208.2</c:v>
                </c:pt>
                <c:pt idx="990">
                  <c:v>210</c:v>
                </c:pt>
                <c:pt idx="991">
                  <c:v>210.4</c:v>
                </c:pt>
                <c:pt idx="992">
                  <c:v>210.5</c:v>
                </c:pt>
                <c:pt idx="993">
                  <c:v>210.5</c:v>
                </c:pt>
                <c:pt idx="994">
                  <c:v>210</c:v>
                </c:pt>
                <c:pt idx="995">
                  <c:v>210.3</c:v>
                </c:pt>
                <c:pt idx="996">
                  <c:v>208.5</c:v>
                </c:pt>
                <c:pt idx="997">
                  <c:v>211.9</c:v>
                </c:pt>
                <c:pt idx="998">
                  <c:v>216.1</c:v>
                </c:pt>
                <c:pt idx="999">
                  <c:v>214.5</c:v>
                </c:pt>
                <c:pt idx="1000">
                  <c:v>215.6</c:v>
                </c:pt>
                <c:pt idx="1001">
                  <c:v>210.1</c:v>
                </c:pt>
                <c:pt idx="1002">
                  <c:v>209.9</c:v>
                </c:pt>
                <c:pt idx="1003">
                  <c:v>209.1</c:v>
                </c:pt>
                <c:pt idx="1004">
                  <c:v>209.4</c:v>
                </c:pt>
                <c:pt idx="1005">
                  <c:v>210.4</c:v>
                </c:pt>
                <c:pt idx="1006">
                  <c:v>212.1</c:v>
                </c:pt>
                <c:pt idx="1007">
                  <c:v>212</c:v>
                </c:pt>
                <c:pt idx="1008">
                  <c:v>209.2</c:v>
                </c:pt>
                <c:pt idx="1009">
                  <c:v>206.5</c:v>
                </c:pt>
                <c:pt idx="1010">
                  <c:v>204.9</c:v>
                </c:pt>
                <c:pt idx="1011">
                  <c:v>201.4</c:v>
                </c:pt>
                <c:pt idx="1012">
                  <c:v>202.6</c:v>
                </c:pt>
                <c:pt idx="1013">
                  <c:v>200.2</c:v>
                </c:pt>
                <c:pt idx="1014">
                  <c:v>198.7</c:v>
                </c:pt>
                <c:pt idx="1015">
                  <c:v>199.05</c:v>
                </c:pt>
                <c:pt idx="1016">
                  <c:v>199.15</c:v>
                </c:pt>
                <c:pt idx="1017">
                  <c:v>203</c:v>
                </c:pt>
                <c:pt idx="1018">
                  <c:v>200.2</c:v>
                </c:pt>
                <c:pt idx="1019">
                  <c:v>202.5</c:v>
                </c:pt>
                <c:pt idx="1020">
                  <c:v>203.8</c:v>
                </c:pt>
                <c:pt idx="1021">
                  <c:v>206.1</c:v>
                </c:pt>
                <c:pt idx="1022">
                  <c:v>205.9</c:v>
                </c:pt>
                <c:pt idx="1023">
                  <c:v>208.9</c:v>
                </c:pt>
                <c:pt idx="1024">
                  <c:v>216</c:v>
                </c:pt>
                <c:pt idx="1025">
                  <c:v>213.5</c:v>
                </c:pt>
                <c:pt idx="1026">
                  <c:v>216.9</c:v>
                </c:pt>
                <c:pt idx="1027">
                  <c:v>216.7</c:v>
                </c:pt>
                <c:pt idx="1028">
                  <c:v>217.6</c:v>
                </c:pt>
                <c:pt idx="1029">
                  <c:v>217.3</c:v>
                </c:pt>
                <c:pt idx="1030">
                  <c:v>221.3</c:v>
                </c:pt>
                <c:pt idx="1031">
                  <c:v>222.7</c:v>
                </c:pt>
                <c:pt idx="1032">
                  <c:v>219.4</c:v>
                </c:pt>
                <c:pt idx="1033">
                  <c:v>222.6</c:v>
                </c:pt>
                <c:pt idx="1034">
                  <c:v>224.1</c:v>
                </c:pt>
                <c:pt idx="1035">
                  <c:v>223.4</c:v>
                </c:pt>
                <c:pt idx="1036">
                  <c:v>224.6</c:v>
                </c:pt>
                <c:pt idx="1037">
                  <c:v>227.5</c:v>
                </c:pt>
                <c:pt idx="1038">
                  <c:v>232.7</c:v>
                </c:pt>
                <c:pt idx="1039">
                  <c:v>232.4</c:v>
                </c:pt>
                <c:pt idx="1040">
                  <c:v>228.9</c:v>
                </c:pt>
                <c:pt idx="1041">
                  <c:v>230</c:v>
                </c:pt>
                <c:pt idx="1042">
                  <c:v>246.8</c:v>
                </c:pt>
                <c:pt idx="1043">
                  <c:v>242</c:v>
                </c:pt>
                <c:pt idx="1044">
                  <c:v>243.8</c:v>
                </c:pt>
                <c:pt idx="1045">
                  <c:v>245.8</c:v>
                </c:pt>
                <c:pt idx="1046">
                  <c:v>247.3</c:v>
                </c:pt>
                <c:pt idx="1047">
                  <c:v>250.2</c:v>
                </c:pt>
                <c:pt idx="1048">
                  <c:v>242.6</c:v>
                </c:pt>
                <c:pt idx="1049">
                  <c:v>246.1</c:v>
                </c:pt>
                <c:pt idx="1050">
                  <c:v>245.7</c:v>
                </c:pt>
                <c:pt idx="1051">
                  <c:v>248.9</c:v>
                </c:pt>
                <c:pt idx="1052">
                  <c:v>250.6</c:v>
                </c:pt>
                <c:pt idx="1053">
                  <c:v>249</c:v>
                </c:pt>
                <c:pt idx="1054">
                  <c:v>247</c:v>
                </c:pt>
                <c:pt idx="1055">
                  <c:v>246.1</c:v>
                </c:pt>
                <c:pt idx="1056">
                  <c:v>245.5</c:v>
                </c:pt>
                <c:pt idx="1057">
                  <c:v>247</c:v>
                </c:pt>
                <c:pt idx="1058">
                  <c:v>244.8</c:v>
                </c:pt>
                <c:pt idx="1059">
                  <c:v>246.9</c:v>
                </c:pt>
                <c:pt idx="1060">
                  <c:v>245.3</c:v>
                </c:pt>
                <c:pt idx="1061">
                  <c:v>246.1</c:v>
                </c:pt>
                <c:pt idx="1062">
                  <c:v>248.5</c:v>
                </c:pt>
                <c:pt idx="1063">
                  <c:v>256.39999999999998</c:v>
                </c:pt>
                <c:pt idx="1064">
                  <c:v>255.7</c:v>
                </c:pt>
                <c:pt idx="1065">
                  <c:v>255</c:v>
                </c:pt>
                <c:pt idx="1066">
                  <c:v>254.9</c:v>
                </c:pt>
                <c:pt idx="1067">
                  <c:v>252.9</c:v>
                </c:pt>
                <c:pt idx="1068">
                  <c:v>248.4</c:v>
                </c:pt>
                <c:pt idx="1069">
                  <c:v>242.3</c:v>
                </c:pt>
                <c:pt idx="1070">
                  <c:v>245</c:v>
                </c:pt>
                <c:pt idx="1071">
                  <c:v>240.8</c:v>
                </c:pt>
                <c:pt idx="1072">
                  <c:v>248</c:v>
                </c:pt>
                <c:pt idx="1073">
                  <c:v>242</c:v>
                </c:pt>
                <c:pt idx="1074">
                  <c:v>243.9</c:v>
                </c:pt>
                <c:pt idx="1075">
                  <c:v>246.9</c:v>
                </c:pt>
                <c:pt idx="1076">
                  <c:v>248</c:v>
                </c:pt>
                <c:pt idx="1077">
                  <c:v>247.7</c:v>
                </c:pt>
                <c:pt idx="1078">
                  <c:v>243.9</c:v>
                </c:pt>
                <c:pt idx="1079">
                  <c:v>247</c:v>
                </c:pt>
                <c:pt idx="1080">
                  <c:v>246</c:v>
                </c:pt>
                <c:pt idx="1081">
                  <c:v>247.7</c:v>
                </c:pt>
                <c:pt idx="1082">
                  <c:v>246.4</c:v>
                </c:pt>
                <c:pt idx="1083">
                  <c:v>249.3</c:v>
                </c:pt>
                <c:pt idx="1084">
                  <c:v>247.8</c:v>
                </c:pt>
                <c:pt idx="1085">
                  <c:v>248.3</c:v>
                </c:pt>
                <c:pt idx="1086">
                  <c:v>248.9</c:v>
                </c:pt>
                <c:pt idx="1087">
                  <c:v>248.9</c:v>
                </c:pt>
                <c:pt idx="1088">
                  <c:v>251.8</c:v>
                </c:pt>
                <c:pt idx="1089">
                  <c:v>252.1</c:v>
                </c:pt>
                <c:pt idx="1090">
                  <c:v>255.2</c:v>
                </c:pt>
                <c:pt idx="1091">
                  <c:v>259.60000000000002</c:v>
                </c:pt>
                <c:pt idx="1092">
                  <c:v>255.5</c:v>
                </c:pt>
                <c:pt idx="1093">
                  <c:v>255.3</c:v>
                </c:pt>
                <c:pt idx="1094">
                  <c:v>254.5</c:v>
                </c:pt>
                <c:pt idx="1095">
                  <c:v>251.7</c:v>
                </c:pt>
                <c:pt idx="1096">
                  <c:v>252.1</c:v>
                </c:pt>
                <c:pt idx="1097">
                  <c:v>254.5</c:v>
                </c:pt>
                <c:pt idx="1098">
                  <c:v>254.3</c:v>
                </c:pt>
                <c:pt idx="1099">
                  <c:v>251.6</c:v>
                </c:pt>
                <c:pt idx="1100">
                  <c:v>251.3</c:v>
                </c:pt>
                <c:pt idx="1101">
                  <c:v>252.3</c:v>
                </c:pt>
                <c:pt idx="1102">
                  <c:v>249.3</c:v>
                </c:pt>
                <c:pt idx="1103">
                  <c:v>253.1</c:v>
                </c:pt>
                <c:pt idx="1104">
                  <c:v>265</c:v>
                </c:pt>
                <c:pt idx="1105">
                  <c:v>269.5</c:v>
                </c:pt>
                <c:pt idx="1106">
                  <c:v>268.89999999999998</c:v>
                </c:pt>
                <c:pt idx="1107">
                  <c:v>269.89999999999998</c:v>
                </c:pt>
                <c:pt idx="1108">
                  <c:v>268</c:v>
                </c:pt>
                <c:pt idx="1109">
                  <c:v>269.39999999999998</c:v>
                </c:pt>
                <c:pt idx="1110">
                  <c:v>272.39999999999998</c:v>
                </c:pt>
                <c:pt idx="1111">
                  <c:v>270.3</c:v>
                </c:pt>
                <c:pt idx="1112">
                  <c:v>270.8</c:v>
                </c:pt>
                <c:pt idx="1113">
                  <c:v>270.3</c:v>
                </c:pt>
                <c:pt idx="1114">
                  <c:v>273.60000000000002</c:v>
                </c:pt>
                <c:pt idx="1115">
                  <c:v>275.89999999999998</c:v>
                </c:pt>
                <c:pt idx="1116">
                  <c:v>278.8</c:v>
                </c:pt>
                <c:pt idx="1117">
                  <c:v>269.5</c:v>
                </c:pt>
                <c:pt idx="1118">
                  <c:v>265.5</c:v>
                </c:pt>
                <c:pt idx="1119">
                  <c:v>266.8</c:v>
                </c:pt>
                <c:pt idx="1120">
                  <c:v>271.7</c:v>
                </c:pt>
                <c:pt idx="1121">
                  <c:v>270</c:v>
                </c:pt>
                <c:pt idx="1122">
                  <c:v>270.3</c:v>
                </c:pt>
                <c:pt idx="1123">
                  <c:v>266.60000000000002</c:v>
                </c:pt>
                <c:pt idx="1124">
                  <c:v>271.3</c:v>
                </c:pt>
                <c:pt idx="1125">
                  <c:v>279.10000000000002</c:v>
                </c:pt>
                <c:pt idx="1126">
                  <c:v>278.2</c:v>
                </c:pt>
                <c:pt idx="1127">
                  <c:v>278.2</c:v>
                </c:pt>
                <c:pt idx="1128">
                  <c:v>276.2</c:v>
                </c:pt>
                <c:pt idx="1129">
                  <c:v>276.60000000000002</c:v>
                </c:pt>
                <c:pt idx="1130">
                  <c:v>276.39999999999998</c:v>
                </c:pt>
                <c:pt idx="1131">
                  <c:v>280</c:v>
                </c:pt>
                <c:pt idx="1132">
                  <c:v>279.5</c:v>
                </c:pt>
                <c:pt idx="1133">
                  <c:v>281.3</c:v>
                </c:pt>
                <c:pt idx="1134">
                  <c:v>280.60000000000002</c:v>
                </c:pt>
                <c:pt idx="1135">
                  <c:v>281.3</c:v>
                </c:pt>
                <c:pt idx="1136">
                  <c:v>281.2</c:v>
                </c:pt>
                <c:pt idx="1137">
                  <c:v>280.3</c:v>
                </c:pt>
                <c:pt idx="1138">
                  <c:v>281</c:v>
                </c:pt>
                <c:pt idx="1139">
                  <c:v>280.10000000000002</c:v>
                </c:pt>
                <c:pt idx="1140">
                  <c:v>282.60000000000002</c:v>
                </c:pt>
                <c:pt idx="1141">
                  <c:v>281.60000000000002</c:v>
                </c:pt>
                <c:pt idx="1142">
                  <c:v>283.89999999999998</c:v>
                </c:pt>
                <c:pt idx="1143">
                  <c:v>291.3</c:v>
                </c:pt>
                <c:pt idx="1144">
                  <c:v>296</c:v>
                </c:pt>
                <c:pt idx="1145">
                  <c:v>299.5</c:v>
                </c:pt>
                <c:pt idx="1146">
                  <c:v>296.3</c:v>
                </c:pt>
                <c:pt idx="1147">
                  <c:v>294.60000000000002</c:v>
                </c:pt>
                <c:pt idx="1148">
                  <c:v>295.8</c:v>
                </c:pt>
                <c:pt idx="1149">
                  <c:v>287.5</c:v>
                </c:pt>
                <c:pt idx="1150">
                  <c:v>288.2</c:v>
                </c:pt>
                <c:pt idx="1151">
                  <c:v>289.5</c:v>
                </c:pt>
                <c:pt idx="1152">
                  <c:v>290.10000000000002</c:v>
                </c:pt>
                <c:pt idx="1153">
                  <c:v>289.60000000000002</c:v>
                </c:pt>
                <c:pt idx="1154">
                  <c:v>288.8</c:v>
                </c:pt>
                <c:pt idx="1155">
                  <c:v>292.89999999999998</c:v>
                </c:pt>
                <c:pt idx="1156">
                  <c:v>292.10000000000002</c:v>
                </c:pt>
                <c:pt idx="1157">
                  <c:v>289</c:v>
                </c:pt>
                <c:pt idx="1158">
                  <c:v>288.2</c:v>
                </c:pt>
                <c:pt idx="1159">
                  <c:v>286</c:v>
                </c:pt>
                <c:pt idx="1160">
                  <c:v>286.7</c:v>
                </c:pt>
                <c:pt idx="1161">
                  <c:v>287</c:v>
                </c:pt>
                <c:pt idx="1162">
                  <c:v>287.10000000000002</c:v>
                </c:pt>
                <c:pt idx="1163">
                  <c:v>286.10000000000002</c:v>
                </c:pt>
                <c:pt idx="1164">
                  <c:v>291.8</c:v>
                </c:pt>
                <c:pt idx="1165">
                  <c:v>292.2</c:v>
                </c:pt>
                <c:pt idx="1166">
                  <c:v>291.39999999999998</c:v>
                </c:pt>
                <c:pt idx="1167">
                  <c:v>289.89999999999998</c:v>
                </c:pt>
                <c:pt idx="1168">
                  <c:v>289</c:v>
                </c:pt>
                <c:pt idx="1169">
                  <c:v>288.10000000000002</c:v>
                </c:pt>
                <c:pt idx="1170">
                  <c:v>285.39999999999998</c:v>
                </c:pt>
                <c:pt idx="1171">
                  <c:v>281.89999999999998</c:v>
                </c:pt>
                <c:pt idx="1172">
                  <c:v>282.60000000000002</c:v>
                </c:pt>
                <c:pt idx="1173">
                  <c:v>282.7</c:v>
                </c:pt>
                <c:pt idx="1174">
                  <c:v>288.5</c:v>
                </c:pt>
                <c:pt idx="1175">
                  <c:v>285.2</c:v>
                </c:pt>
                <c:pt idx="1176">
                  <c:v>288.10000000000002</c:v>
                </c:pt>
                <c:pt idx="1177">
                  <c:v>289.3</c:v>
                </c:pt>
                <c:pt idx="1178">
                  <c:v>284.2</c:v>
                </c:pt>
                <c:pt idx="1179">
                  <c:v>279.60000000000002</c:v>
                </c:pt>
                <c:pt idx="1180">
                  <c:v>285.89999999999998</c:v>
                </c:pt>
                <c:pt idx="1181">
                  <c:v>287.3</c:v>
                </c:pt>
                <c:pt idx="1182">
                  <c:v>287.2</c:v>
                </c:pt>
                <c:pt idx="1183">
                  <c:v>285.7</c:v>
                </c:pt>
                <c:pt idx="1184">
                  <c:v>286.8</c:v>
                </c:pt>
                <c:pt idx="1185">
                  <c:v>289</c:v>
                </c:pt>
                <c:pt idx="1186">
                  <c:v>293.10000000000002</c:v>
                </c:pt>
                <c:pt idx="1187">
                  <c:v>294.2</c:v>
                </c:pt>
                <c:pt idx="1188">
                  <c:v>293</c:v>
                </c:pt>
                <c:pt idx="1189">
                  <c:v>284.2</c:v>
                </c:pt>
                <c:pt idx="1190">
                  <c:v>283.5</c:v>
                </c:pt>
                <c:pt idx="1191">
                  <c:v>285.2</c:v>
                </c:pt>
                <c:pt idx="1192">
                  <c:v>280.8</c:v>
                </c:pt>
                <c:pt idx="1193">
                  <c:v>278.8</c:v>
                </c:pt>
                <c:pt idx="1194">
                  <c:v>279.3</c:v>
                </c:pt>
                <c:pt idx="1195">
                  <c:v>280.39999999999998</c:v>
                </c:pt>
                <c:pt idx="1196">
                  <c:v>279.3</c:v>
                </c:pt>
                <c:pt idx="1197">
                  <c:v>278.2</c:v>
                </c:pt>
                <c:pt idx="1198">
                  <c:v>282</c:v>
                </c:pt>
                <c:pt idx="1199">
                  <c:v>284</c:v>
                </c:pt>
                <c:pt idx="1200">
                  <c:v>279.8</c:v>
                </c:pt>
                <c:pt idx="1201">
                  <c:v>281.5</c:v>
                </c:pt>
                <c:pt idx="1202">
                  <c:v>287.2</c:v>
                </c:pt>
                <c:pt idx="1203">
                  <c:v>273.8</c:v>
                </c:pt>
                <c:pt idx="1204">
                  <c:v>273</c:v>
                </c:pt>
                <c:pt idx="1205">
                  <c:v>272.7</c:v>
                </c:pt>
                <c:pt idx="1206">
                  <c:v>271.10000000000002</c:v>
                </c:pt>
                <c:pt idx="1207">
                  <c:v>272.7</c:v>
                </c:pt>
                <c:pt idx="1208">
                  <c:v>278.3</c:v>
                </c:pt>
                <c:pt idx="1209">
                  <c:v>279.7</c:v>
                </c:pt>
                <c:pt idx="1210">
                  <c:v>282.8</c:v>
                </c:pt>
                <c:pt idx="1211">
                  <c:v>281.2</c:v>
                </c:pt>
                <c:pt idx="1212">
                  <c:v>283.2</c:v>
                </c:pt>
                <c:pt idx="1213">
                  <c:v>282.8</c:v>
                </c:pt>
                <c:pt idx="1214">
                  <c:v>286.2</c:v>
                </c:pt>
                <c:pt idx="1215">
                  <c:v>283</c:v>
                </c:pt>
                <c:pt idx="1216">
                  <c:v>291.3</c:v>
                </c:pt>
                <c:pt idx="1217">
                  <c:v>291.60000000000002</c:v>
                </c:pt>
                <c:pt idx="1218">
                  <c:v>295</c:v>
                </c:pt>
                <c:pt idx="1219">
                  <c:v>297.2</c:v>
                </c:pt>
                <c:pt idx="1220">
                  <c:v>298.39999999999998</c:v>
                </c:pt>
                <c:pt idx="1221">
                  <c:v>293.60000000000002</c:v>
                </c:pt>
                <c:pt idx="1222">
                  <c:v>288.7</c:v>
                </c:pt>
                <c:pt idx="1223">
                  <c:v>285.10000000000002</c:v>
                </c:pt>
                <c:pt idx="1224">
                  <c:v>284.39999999999998</c:v>
                </c:pt>
                <c:pt idx="1225">
                  <c:v>286.10000000000002</c:v>
                </c:pt>
                <c:pt idx="1226">
                  <c:v>284.89999999999998</c:v>
                </c:pt>
                <c:pt idx="1227">
                  <c:v>284.5</c:v>
                </c:pt>
                <c:pt idx="1228">
                  <c:v>283</c:v>
                </c:pt>
                <c:pt idx="1229">
                  <c:v>282.60000000000002</c:v>
                </c:pt>
                <c:pt idx="1230">
                  <c:v>281.8</c:v>
                </c:pt>
                <c:pt idx="1231">
                  <c:v>285.5</c:v>
                </c:pt>
                <c:pt idx="1232">
                  <c:v>287.2</c:v>
                </c:pt>
                <c:pt idx="1233">
                  <c:v>303.3</c:v>
                </c:pt>
                <c:pt idx="1234">
                  <c:v>308.7</c:v>
                </c:pt>
                <c:pt idx="1235">
                  <c:v>311.89999999999998</c:v>
                </c:pt>
                <c:pt idx="1236">
                  <c:v>310.89999999999998</c:v>
                </c:pt>
                <c:pt idx="1237">
                  <c:v>314.3</c:v>
                </c:pt>
                <c:pt idx="1238">
                  <c:v>316</c:v>
                </c:pt>
                <c:pt idx="1239">
                  <c:v>314.7</c:v>
                </c:pt>
                <c:pt idx="1240">
                  <c:v>321</c:v>
                </c:pt>
                <c:pt idx="1241">
                  <c:v>324</c:v>
                </c:pt>
                <c:pt idx="1242">
                  <c:v>325.39999999999998</c:v>
                </c:pt>
                <c:pt idx="1243">
                  <c:v>325.3</c:v>
                </c:pt>
                <c:pt idx="1244">
                  <c:v>329.6</c:v>
                </c:pt>
                <c:pt idx="1245">
                  <c:v>332</c:v>
                </c:pt>
                <c:pt idx="1246">
                  <c:v>330.1</c:v>
                </c:pt>
                <c:pt idx="1247">
                  <c:v>335.3</c:v>
                </c:pt>
                <c:pt idx="1248">
                  <c:v>332.1</c:v>
                </c:pt>
                <c:pt idx="1249">
                  <c:v>336</c:v>
                </c:pt>
                <c:pt idx="1250">
                  <c:v>337.1</c:v>
                </c:pt>
                <c:pt idx="1251">
                  <c:v>336.4</c:v>
                </c:pt>
                <c:pt idx="1252">
                  <c:v>335.4</c:v>
                </c:pt>
                <c:pt idx="1253">
                  <c:v>330.6</c:v>
                </c:pt>
                <c:pt idx="1254">
                  <c:v>328.8</c:v>
                </c:pt>
                <c:pt idx="1255">
                  <c:v>326.89999999999998</c:v>
                </c:pt>
                <c:pt idx="1256">
                  <c:v>335.3</c:v>
                </c:pt>
                <c:pt idx="1257">
                  <c:v>337.1</c:v>
                </c:pt>
                <c:pt idx="1258">
                  <c:v>337</c:v>
                </c:pt>
                <c:pt idx="1259">
                  <c:v>340.7</c:v>
                </c:pt>
                <c:pt idx="1260">
                  <c:v>343.8</c:v>
                </c:pt>
                <c:pt idx="1261">
                  <c:v>342.5</c:v>
                </c:pt>
                <c:pt idx="1262">
                  <c:v>339</c:v>
                </c:pt>
                <c:pt idx="1263">
                  <c:v>331.2</c:v>
                </c:pt>
                <c:pt idx="1264">
                  <c:v>327.5</c:v>
                </c:pt>
                <c:pt idx="1265">
                  <c:v>316.3</c:v>
                </c:pt>
                <c:pt idx="1266">
                  <c:v>317</c:v>
                </c:pt>
                <c:pt idx="1267">
                  <c:v>314.3</c:v>
                </c:pt>
                <c:pt idx="1268">
                  <c:v>306.60000000000002</c:v>
                </c:pt>
                <c:pt idx="1269">
                  <c:v>304.89999999999998</c:v>
                </c:pt>
                <c:pt idx="1270">
                  <c:v>304.39999999999998</c:v>
                </c:pt>
                <c:pt idx="1271">
                  <c:v>304.39999999999998</c:v>
                </c:pt>
                <c:pt idx="1272">
                  <c:v>305.2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B55-4BB5-BECB-450EB4F2C97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436526192"/>
        <c:axId val="1436525232"/>
      </c:lineChart>
      <c:dateAx>
        <c:axId val="1436526192"/>
        <c:scaling>
          <c:orientation val="minMax"/>
        </c:scaling>
        <c:delete val="0"/>
        <c:axPos val="b"/>
        <c:numFmt formatCode="dd\-mmm\-yy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1436525232"/>
        <c:crosses val="autoZero"/>
        <c:auto val="1"/>
        <c:lblOffset val="100"/>
        <c:baseTimeUnit val="days"/>
      </c:dateAx>
      <c:valAx>
        <c:axId val="143652523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&quot;€&quot;* #,##0.00_);_(&quot;€&quot;* \(#,##0.00\);_(&quot;€&quot;* &quot;-&quot;??_);_(@_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143652619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chemeClr val="bg1"/>
    </a:solidFill>
    <a:ln>
      <a:solidFill>
        <a:schemeClr val="tx1"/>
      </a:solidFill>
    </a:ln>
    <a:effectLst/>
  </c:spPr>
  <c:txPr>
    <a:bodyPr/>
    <a:lstStyle/>
    <a:p>
      <a:pPr>
        <a:defRPr/>
      </a:pPr>
      <a:endParaRPr lang="it-IT"/>
    </a:p>
  </c:txPr>
  <c:externalData r:id="rId3">
    <c:autoUpdate val="0"/>
  </c:externalData>
  <c:userShapes r:id="rId4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9.4292154158696267E-2"/>
          <c:y val="0.14004771642808453"/>
          <c:w val="0.88875869329893087"/>
          <c:h val="0.71682554251270736"/>
        </c:manualLayout>
      </c:layout>
      <c:lineChart>
        <c:grouping val="standard"/>
        <c:varyColors val="0"/>
        <c:ser>
          <c:idx val="0"/>
          <c:order val="0"/>
          <c:tx>
            <c:strRef>
              <c:f>'Confronto con indicizzazione'!$B$1</c:f>
              <c:strCache>
                <c:ptCount val="1"/>
                <c:pt idx="0">
                  <c:v>RACE.MI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'Confronto con indicizzazione'!$A$2:$A$1270</c:f>
              <c:numCache>
                <c:formatCode>dd\-mmm\-yyyy</c:formatCode>
                <c:ptCount val="1269"/>
                <c:pt idx="0">
                  <c:v>43467</c:v>
                </c:pt>
                <c:pt idx="1">
                  <c:v>43468</c:v>
                </c:pt>
                <c:pt idx="2">
                  <c:v>43469</c:v>
                </c:pt>
                <c:pt idx="3">
                  <c:v>43472</c:v>
                </c:pt>
                <c:pt idx="4">
                  <c:v>43473</c:v>
                </c:pt>
                <c:pt idx="5">
                  <c:v>43474</c:v>
                </c:pt>
                <c:pt idx="6">
                  <c:v>43475</c:v>
                </c:pt>
                <c:pt idx="7">
                  <c:v>43476</c:v>
                </c:pt>
                <c:pt idx="8">
                  <c:v>43479</c:v>
                </c:pt>
                <c:pt idx="9">
                  <c:v>43480</c:v>
                </c:pt>
                <c:pt idx="10">
                  <c:v>43481</c:v>
                </c:pt>
                <c:pt idx="11">
                  <c:v>43482</c:v>
                </c:pt>
                <c:pt idx="12">
                  <c:v>43483</c:v>
                </c:pt>
                <c:pt idx="13">
                  <c:v>43486</c:v>
                </c:pt>
                <c:pt idx="14">
                  <c:v>43487</c:v>
                </c:pt>
                <c:pt idx="15">
                  <c:v>43488</c:v>
                </c:pt>
                <c:pt idx="16">
                  <c:v>43489</c:v>
                </c:pt>
                <c:pt idx="17">
                  <c:v>43490</c:v>
                </c:pt>
                <c:pt idx="18">
                  <c:v>43493</c:v>
                </c:pt>
                <c:pt idx="19">
                  <c:v>43494</c:v>
                </c:pt>
                <c:pt idx="20">
                  <c:v>43495</c:v>
                </c:pt>
                <c:pt idx="21">
                  <c:v>43496</c:v>
                </c:pt>
                <c:pt idx="22">
                  <c:v>43497</c:v>
                </c:pt>
                <c:pt idx="23">
                  <c:v>43500</c:v>
                </c:pt>
                <c:pt idx="24">
                  <c:v>43501</c:v>
                </c:pt>
                <c:pt idx="25">
                  <c:v>43502</c:v>
                </c:pt>
                <c:pt idx="26">
                  <c:v>43503</c:v>
                </c:pt>
                <c:pt idx="27">
                  <c:v>43504</c:v>
                </c:pt>
                <c:pt idx="28">
                  <c:v>43507</c:v>
                </c:pt>
                <c:pt idx="29">
                  <c:v>43508</c:v>
                </c:pt>
                <c:pt idx="30">
                  <c:v>43509</c:v>
                </c:pt>
                <c:pt idx="31">
                  <c:v>43510</c:v>
                </c:pt>
                <c:pt idx="32">
                  <c:v>43511</c:v>
                </c:pt>
                <c:pt idx="33">
                  <c:v>43514</c:v>
                </c:pt>
                <c:pt idx="34">
                  <c:v>43515</c:v>
                </c:pt>
                <c:pt idx="35">
                  <c:v>43516</c:v>
                </c:pt>
                <c:pt idx="36">
                  <c:v>43517</c:v>
                </c:pt>
                <c:pt idx="37">
                  <c:v>43518</c:v>
                </c:pt>
                <c:pt idx="38">
                  <c:v>43521</c:v>
                </c:pt>
                <c:pt idx="39">
                  <c:v>43522</c:v>
                </c:pt>
                <c:pt idx="40">
                  <c:v>43523</c:v>
                </c:pt>
                <c:pt idx="41">
                  <c:v>43524</c:v>
                </c:pt>
                <c:pt idx="42">
                  <c:v>43525</c:v>
                </c:pt>
                <c:pt idx="43">
                  <c:v>43528</c:v>
                </c:pt>
                <c:pt idx="44">
                  <c:v>43529</c:v>
                </c:pt>
                <c:pt idx="45">
                  <c:v>43530</c:v>
                </c:pt>
                <c:pt idx="46">
                  <c:v>43531</c:v>
                </c:pt>
                <c:pt idx="47">
                  <c:v>43532</c:v>
                </c:pt>
                <c:pt idx="48">
                  <c:v>43535</c:v>
                </c:pt>
                <c:pt idx="49">
                  <c:v>43536</c:v>
                </c:pt>
                <c:pt idx="50">
                  <c:v>43537</c:v>
                </c:pt>
                <c:pt idx="51">
                  <c:v>43538</c:v>
                </c:pt>
                <c:pt idx="52">
                  <c:v>43539</c:v>
                </c:pt>
                <c:pt idx="53">
                  <c:v>43542</c:v>
                </c:pt>
                <c:pt idx="54">
                  <c:v>43543</c:v>
                </c:pt>
                <c:pt idx="55">
                  <c:v>43544</c:v>
                </c:pt>
                <c:pt idx="56">
                  <c:v>43545</c:v>
                </c:pt>
                <c:pt idx="57">
                  <c:v>43546</c:v>
                </c:pt>
                <c:pt idx="58">
                  <c:v>43549</c:v>
                </c:pt>
                <c:pt idx="59">
                  <c:v>43550</c:v>
                </c:pt>
                <c:pt idx="60">
                  <c:v>43551</c:v>
                </c:pt>
                <c:pt idx="61">
                  <c:v>43552</c:v>
                </c:pt>
                <c:pt idx="62">
                  <c:v>43553</c:v>
                </c:pt>
                <c:pt idx="63">
                  <c:v>43556</c:v>
                </c:pt>
                <c:pt idx="64">
                  <c:v>43557</c:v>
                </c:pt>
                <c:pt idx="65">
                  <c:v>43558</c:v>
                </c:pt>
                <c:pt idx="66">
                  <c:v>43559</c:v>
                </c:pt>
                <c:pt idx="67">
                  <c:v>43560</c:v>
                </c:pt>
                <c:pt idx="68">
                  <c:v>43563</c:v>
                </c:pt>
                <c:pt idx="69">
                  <c:v>43564</c:v>
                </c:pt>
                <c:pt idx="70">
                  <c:v>43565</c:v>
                </c:pt>
                <c:pt idx="71">
                  <c:v>43566</c:v>
                </c:pt>
                <c:pt idx="72">
                  <c:v>43567</c:v>
                </c:pt>
                <c:pt idx="73">
                  <c:v>43570</c:v>
                </c:pt>
                <c:pt idx="74">
                  <c:v>43571</c:v>
                </c:pt>
                <c:pt idx="75">
                  <c:v>43572</c:v>
                </c:pt>
                <c:pt idx="76">
                  <c:v>43573</c:v>
                </c:pt>
                <c:pt idx="77">
                  <c:v>43578</c:v>
                </c:pt>
                <c:pt idx="78">
                  <c:v>43579</c:v>
                </c:pt>
                <c:pt idx="79">
                  <c:v>43580</c:v>
                </c:pt>
                <c:pt idx="80">
                  <c:v>43581</c:v>
                </c:pt>
                <c:pt idx="81">
                  <c:v>43584</c:v>
                </c:pt>
                <c:pt idx="82">
                  <c:v>43585</c:v>
                </c:pt>
                <c:pt idx="83">
                  <c:v>43587</c:v>
                </c:pt>
                <c:pt idx="84">
                  <c:v>43588</c:v>
                </c:pt>
                <c:pt idx="85">
                  <c:v>43591</c:v>
                </c:pt>
                <c:pt idx="86">
                  <c:v>43592</c:v>
                </c:pt>
                <c:pt idx="87">
                  <c:v>43593</c:v>
                </c:pt>
                <c:pt idx="88">
                  <c:v>43594</c:v>
                </c:pt>
                <c:pt idx="89">
                  <c:v>43595</c:v>
                </c:pt>
                <c:pt idx="90">
                  <c:v>43598</c:v>
                </c:pt>
                <c:pt idx="91">
                  <c:v>43599</c:v>
                </c:pt>
                <c:pt idx="92">
                  <c:v>43600</c:v>
                </c:pt>
                <c:pt idx="93">
                  <c:v>43601</c:v>
                </c:pt>
                <c:pt idx="94">
                  <c:v>43602</c:v>
                </c:pt>
                <c:pt idx="95">
                  <c:v>43605</c:v>
                </c:pt>
                <c:pt idx="96">
                  <c:v>43606</c:v>
                </c:pt>
                <c:pt idx="97">
                  <c:v>43607</c:v>
                </c:pt>
                <c:pt idx="98">
                  <c:v>43608</c:v>
                </c:pt>
                <c:pt idx="99">
                  <c:v>43609</c:v>
                </c:pt>
                <c:pt idx="100">
                  <c:v>43612</c:v>
                </c:pt>
                <c:pt idx="101">
                  <c:v>43613</c:v>
                </c:pt>
                <c:pt idx="102">
                  <c:v>43614</c:v>
                </c:pt>
                <c:pt idx="103">
                  <c:v>43615</c:v>
                </c:pt>
                <c:pt idx="104">
                  <c:v>43616</c:v>
                </c:pt>
                <c:pt idx="105">
                  <c:v>43619</c:v>
                </c:pt>
                <c:pt idx="106">
                  <c:v>43620</c:v>
                </c:pt>
                <c:pt idx="107">
                  <c:v>43621</c:v>
                </c:pt>
                <c:pt idx="108">
                  <c:v>43622</c:v>
                </c:pt>
                <c:pt idx="109">
                  <c:v>43623</c:v>
                </c:pt>
                <c:pt idx="110">
                  <c:v>43627</c:v>
                </c:pt>
                <c:pt idx="111">
                  <c:v>43628</c:v>
                </c:pt>
                <c:pt idx="112">
                  <c:v>43629</c:v>
                </c:pt>
                <c:pt idx="113">
                  <c:v>43630</c:v>
                </c:pt>
                <c:pt idx="114">
                  <c:v>43633</c:v>
                </c:pt>
                <c:pt idx="115">
                  <c:v>43634</c:v>
                </c:pt>
                <c:pt idx="116">
                  <c:v>43635</c:v>
                </c:pt>
                <c:pt idx="117">
                  <c:v>43636</c:v>
                </c:pt>
                <c:pt idx="118">
                  <c:v>43637</c:v>
                </c:pt>
                <c:pt idx="119">
                  <c:v>43640</c:v>
                </c:pt>
                <c:pt idx="120">
                  <c:v>43641</c:v>
                </c:pt>
                <c:pt idx="121">
                  <c:v>43642</c:v>
                </c:pt>
                <c:pt idx="122">
                  <c:v>43643</c:v>
                </c:pt>
                <c:pt idx="123">
                  <c:v>43644</c:v>
                </c:pt>
                <c:pt idx="124">
                  <c:v>43647</c:v>
                </c:pt>
                <c:pt idx="125">
                  <c:v>43648</c:v>
                </c:pt>
                <c:pt idx="126">
                  <c:v>43649</c:v>
                </c:pt>
                <c:pt idx="127">
                  <c:v>43650</c:v>
                </c:pt>
                <c:pt idx="128">
                  <c:v>43651</c:v>
                </c:pt>
                <c:pt idx="129">
                  <c:v>43654</c:v>
                </c:pt>
                <c:pt idx="130">
                  <c:v>43655</c:v>
                </c:pt>
                <c:pt idx="131">
                  <c:v>43656</c:v>
                </c:pt>
                <c:pt idx="132">
                  <c:v>43657</c:v>
                </c:pt>
                <c:pt idx="133">
                  <c:v>43658</c:v>
                </c:pt>
                <c:pt idx="134">
                  <c:v>43661</c:v>
                </c:pt>
                <c:pt idx="135">
                  <c:v>43662</c:v>
                </c:pt>
                <c:pt idx="136">
                  <c:v>43663</c:v>
                </c:pt>
                <c:pt idx="137">
                  <c:v>43664</c:v>
                </c:pt>
                <c:pt idx="138">
                  <c:v>43665</c:v>
                </c:pt>
                <c:pt idx="139">
                  <c:v>43668</c:v>
                </c:pt>
                <c:pt idx="140">
                  <c:v>43669</c:v>
                </c:pt>
                <c:pt idx="141">
                  <c:v>43670</c:v>
                </c:pt>
                <c:pt idx="142">
                  <c:v>43671</c:v>
                </c:pt>
                <c:pt idx="143">
                  <c:v>43672</c:v>
                </c:pt>
                <c:pt idx="144">
                  <c:v>43675</c:v>
                </c:pt>
                <c:pt idx="145">
                  <c:v>43676</c:v>
                </c:pt>
                <c:pt idx="146">
                  <c:v>43677</c:v>
                </c:pt>
                <c:pt idx="147">
                  <c:v>43678</c:v>
                </c:pt>
                <c:pt idx="148">
                  <c:v>43679</c:v>
                </c:pt>
                <c:pt idx="149">
                  <c:v>43682</c:v>
                </c:pt>
                <c:pt idx="150">
                  <c:v>43683</c:v>
                </c:pt>
                <c:pt idx="151">
                  <c:v>43684</c:v>
                </c:pt>
                <c:pt idx="152">
                  <c:v>43685</c:v>
                </c:pt>
                <c:pt idx="153">
                  <c:v>43686</c:v>
                </c:pt>
                <c:pt idx="154">
                  <c:v>43689</c:v>
                </c:pt>
                <c:pt idx="155">
                  <c:v>43690</c:v>
                </c:pt>
                <c:pt idx="156">
                  <c:v>43691</c:v>
                </c:pt>
                <c:pt idx="157">
                  <c:v>43693</c:v>
                </c:pt>
                <c:pt idx="158">
                  <c:v>43696</c:v>
                </c:pt>
                <c:pt idx="159">
                  <c:v>43697</c:v>
                </c:pt>
                <c:pt idx="160">
                  <c:v>43698</c:v>
                </c:pt>
                <c:pt idx="161">
                  <c:v>43699</c:v>
                </c:pt>
                <c:pt idx="162">
                  <c:v>43700</c:v>
                </c:pt>
                <c:pt idx="163">
                  <c:v>43703</c:v>
                </c:pt>
                <c:pt idx="164">
                  <c:v>43704</c:v>
                </c:pt>
                <c:pt idx="165">
                  <c:v>43705</c:v>
                </c:pt>
                <c:pt idx="166">
                  <c:v>43706</c:v>
                </c:pt>
                <c:pt idx="167">
                  <c:v>43707</c:v>
                </c:pt>
                <c:pt idx="168">
                  <c:v>43710</c:v>
                </c:pt>
                <c:pt idx="169">
                  <c:v>43711</c:v>
                </c:pt>
                <c:pt idx="170">
                  <c:v>43712</c:v>
                </c:pt>
                <c:pt idx="171">
                  <c:v>43713</c:v>
                </c:pt>
                <c:pt idx="172">
                  <c:v>43714</c:v>
                </c:pt>
                <c:pt idx="173">
                  <c:v>43717</c:v>
                </c:pt>
                <c:pt idx="174">
                  <c:v>43718</c:v>
                </c:pt>
                <c:pt idx="175">
                  <c:v>43719</c:v>
                </c:pt>
                <c:pt idx="176">
                  <c:v>43720</c:v>
                </c:pt>
                <c:pt idx="177">
                  <c:v>43721</c:v>
                </c:pt>
                <c:pt idx="178">
                  <c:v>43724</c:v>
                </c:pt>
                <c:pt idx="179">
                  <c:v>43725</c:v>
                </c:pt>
                <c:pt idx="180">
                  <c:v>43726</c:v>
                </c:pt>
                <c:pt idx="181">
                  <c:v>43727</c:v>
                </c:pt>
                <c:pt idx="182">
                  <c:v>43728</c:v>
                </c:pt>
                <c:pt idx="183">
                  <c:v>43731</c:v>
                </c:pt>
                <c:pt idx="184">
                  <c:v>43732</c:v>
                </c:pt>
                <c:pt idx="185">
                  <c:v>43733</c:v>
                </c:pt>
                <c:pt idx="186">
                  <c:v>43734</c:v>
                </c:pt>
                <c:pt idx="187">
                  <c:v>43735</c:v>
                </c:pt>
                <c:pt idx="188">
                  <c:v>43738</c:v>
                </c:pt>
                <c:pt idx="189">
                  <c:v>43739</c:v>
                </c:pt>
                <c:pt idx="190">
                  <c:v>43740</c:v>
                </c:pt>
                <c:pt idx="191">
                  <c:v>43742</c:v>
                </c:pt>
                <c:pt idx="192">
                  <c:v>43745</c:v>
                </c:pt>
                <c:pt idx="193">
                  <c:v>43746</c:v>
                </c:pt>
                <c:pt idx="194">
                  <c:v>43747</c:v>
                </c:pt>
                <c:pt idx="195">
                  <c:v>43748</c:v>
                </c:pt>
                <c:pt idx="196">
                  <c:v>43749</c:v>
                </c:pt>
                <c:pt idx="197">
                  <c:v>43752</c:v>
                </c:pt>
                <c:pt idx="198">
                  <c:v>43753</c:v>
                </c:pt>
                <c:pt idx="199">
                  <c:v>43754</c:v>
                </c:pt>
                <c:pt idx="200">
                  <c:v>43755</c:v>
                </c:pt>
                <c:pt idx="201">
                  <c:v>43756</c:v>
                </c:pt>
                <c:pt idx="202">
                  <c:v>43759</c:v>
                </c:pt>
                <c:pt idx="203">
                  <c:v>43760</c:v>
                </c:pt>
                <c:pt idx="204">
                  <c:v>43761</c:v>
                </c:pt>
                <c:pt idx="205">
                  <c:v>43762</c:v>
                </c:pt>
                <c:pt idx="206">
                  <c:v>43763</c:v>
                </c:pt>
                <c:pt idx="207">
                  <c:v>43766</c:v>
                </c:pt>
                <c:pt idx="208">
                  <c:v>43767</c:v>
                </c:pt>
                <c:pt idx="209">
                  <c:v>43768</c:v>
                </c:pt>
                <c:pt idx="210">
                  <c:v>43769</c:v>
                </c:pt>
                <c:pt idx="211">
                  <c:v>43770</c:v>
                </c:pt>
                <c:pt idx="212">
                  <c:v>43773</c:v>
                </c:pt>
                <c:pt idx="213">
                  <c:v>43774</c:v>
                </c:pt>
                <c:pt idx="214">
                  <c:v>43775</c:v>
                </c:pt>
                <c:pt idx="215">
                  <c:v>43776</c:v>
                </c:pt>
                <c:pt idx="216">
                  <c:v>43777</c:v>
                </c:pt>
                <c:pt idx="217">
                  <c:v>43780</c:v>
                </c:pt>
                <c:pt idx="218">
                  <c:v>43781</c:v>
                </c:pt>
                <c:pt idx="219">
                  <c:v>43782</c:v>
                </c:pt>
                <c:pt idx="220">
                  <c:v>43783</c:v>
                </c:pt>
                <c:pt idx="221">
                  <c:v>43784</c:v>
                </c:pt>
                <c:pt idx="222">
                  <c:v>43787</c:v>
                </c:pt>
                <c:pt idx="223">
                  <c:v>43788</c:v>
                </c:pt>
                <c:pt idx="224">
                  <c:v>43789</c:v>
                </c:pt>
                <c:pt idx="225">
                  <c:v>43790</c:v>
                </c:pt>
                <c:pt idx="226">
                  <c:v>43791</c:v>
                </c:pt>
                <c:pt idx="227">
                  <c:v>43794</c:v>
                </c:pt>
                <c:pt idx="228">
                  <c:v>43795</c:v>
                </c:pt>
                <c:pt idx="229">
                  <c:v>43796</c:v>
                </c:pt>
                <c:pt idx="230">
                  <c:v>43797</c:v>
                </c:pt>
                <c:pt idx="231">
                  <c:v>43798</c:v>
                </c:pt>
                <c:pt idx="232">
                  <c:v>43801</c:v>
                </c:pt>
                <c:pt idx="233">
                  <c:v>43802</c:v>
                </c:pt>
                <c:pt idx="234">
                  <c:v>43803</c:v>
                </c:pt>
                <c:pt idx="235">
                  <c:v>43804</c:v>
                </c:pt>
                <c:pt idx="236">
                  <c:v>43805</c:v>
                </c:pt>
                <c:pt idx="237">
                  <c:v>43808</c:v>
                </c:pt>
                <c:pt idx="238">
                  <c:v>43809</c:v>
                </c:pt>
                <c:pt idx="239">
                  <c:v>43810</c:v>
                </c:pt>
                <c:pt idx="240">
                  <c:v>43811</c:v>
                </c:pt>
                <c:pt idx="241">
                  <c:v>43812</c:v>
                </c:pt>
                <c:pt idx="242">
                  <c:v>43815</c:v>
                </c:pt>
                <c:pt idx="243">
                  <c:v>43816</c:v>
                </c:pt>
                <c:pt idx="244">
                  <c:v>43817</c:v>
                </c:pt>
                <c:pt idx="245">
                  <c:v>43818</c:v>
                </c:pt>
                <c:pt idx="246">
                  <c:v>43819</c:v>
                </c:pt>
                <c:pt idx="247">
                  <c:v>43822</c:v>
                </c:pt>
                <c:pt idx="248">
                  <c:v>43826</c:v>
                </c:pt>
                <c:pt idx="249">
                  <c:v>43829</c:v>
                </c:pt>
                <c:pt idx="250">
                  <c:v>43832</c:v>
                </c:pt>
                <c:pt idx="251">
                  <c:v>43833</c:v>
                </c:pt>
                <c:pt idx="252">
                  <c:v>43836</c:v>
                </c:pt>
                <c:pt idx="253">
                  <c:v>43837</c:v>
                </c:pt>
                <c:pt idx="254">
                  <c:v>43838</c:v>
                </c:pt>
                <c:pt idx="255">
                  <c:v>43839</c:v>
                </c:pt>
                <c:pt idx="256">
                  <c:v>43840</c:v>
                </c:pt>
                <c:pt idx="257">
                  <c:v>43843</c:v>
                </c:pt>
                <c:pt idx="258">
                  <c:v>43844</c:v>
                </c:pt>
                <c:pt idx="259">
                  <c:v>43845</c:v>
                </c:pt>
                <c:pt idx="260">
                  <c:v>43846</c:v>
                </c:pt>
                <c:pt idx="261">
                  <c:v>43847</c:v>
                </c:pt>
                <c:pt idx="262">
                  <c:v>43850</c:v>
                </c:pt>
                <c:pt idx="263">
                  <c:v>43851</c:v>
                </c:pt>
                <c:pt idx="264">
                  <c:v>43852</c:v>
                </c:pt>
                <c:pt idx="265">
                  <c:v>43853</c:v>
                </c:pt>
                <c:pt idx="266">
                  <c:v>43854</c:v>
                </c:pt>
                <c:pt idx="267">
                  <c:v>43857</c:v>
                </c:pt>
                <c:pt idx="268">
                  <c:v>43858</c:v>
                </c:pt>
                <c:pt idx="269">
                  <c:v>43859</c:v>
                </c:pt>
                <c:pt idx="270">
                  <c:v>43860</c:v>
                </c:pt>
                <c:pt idx="271">
                  <c:v>43861</c:v>
                </c:pt>
                <c:pt idx="272">
                  <c:v>43864</c:v>
                </c:pt>
                <c:pt idx="273">
                  <c:v>43865</c:v>
                </c:pt>
                <c:pt idx="274">
                  <c:v>43866</c:v>
                </c:pt>
                <c:pt idx="275">
                  <c:v>43867</c:v>
                </c:pt>
                <c:pt idx="276">
                  <c:v>43868</c:v>
                </c:pt>
                <c:pt idx="277">
                  <c:v>43871</c:v>
                </c:pt>
                <c:pt idx="278">
                  <c:v>43872</c:v>
                </c:pt>
                <c:pt idx="279">
                  <c:v>43873</c:v>
                </c:pt>
                <c:pt idx="280">
                  <c:v>43874</c:v>
                </c:pt>
                <c:pt idx="281">
                  <c:v>43875</c:v>
                </c:pt>
                <c:pt idx="282">
                  <c:v>43878</c:v>
                </c:pt>
                <c:pt idx="283">
                  <c:v>43879</c:v>
                </c:pt>
                <c:pt idx="284">
                  <c:v>43880</c:v>
                </c:pt>
                <c:pt idx="285">
                  <c:v>43881</c:v>
                </c:pt>
                <c:pt idx="286">
                  <c:v>43882</c:v>
                </c:pt>
                <c:pt idx="287">
                  <c:v>43885</c:v>
                </c:pt>
                <c:pt idx="288">
                  <c:v>43886</c:v>
                </c:pt>
                <c:pt idx="289">
                  <c:v>43887</c:v>
                </c:pt>
                <c:pt idx="290">
                  <c:v>43888</c:v>
                </c:pt>
                <c:pt idx="291">
                  <c:v>43889</c:v>
                </c:pt>
                <c:pt idx="292">
                  <c:v>43892</c:v>
                </c:pt>
                <c:pt idx="293">
                  <c:v>43893</c:v>
                </c:pt>
                <c:pt idx="294">
                  <c:v>43894</c:v>
                </c:pt>
                <c:pt idx="295">
                  <c:v>43895</c:v>
                </c:pt>
                <c:pt idx="296">
                  <c:v>43896</c:v>
                </c:pt>
                <c:pt idx="297">
                  <c:v>43899</c:v>
                </c:pt>
                <c:pt idx="298">
                  <c:v>43900</c:v>
                </c:pt>
                <c:pt idx="299">
                  <c:v>43901</c:v>
                </c:pt>
                <c:pt idx="300">
                  <c:v>43902</c:v>
                </c:pt>
                <c:pt idx="301">
                  <c:v>43903</c:v>
                </c:pt>
                <c:pt idx="302">
                  <c:v>43906</c:v>
                </c:pt>
                <c:pt idx="303">
                  <c:v>43907</c:v>
                </c:pt>
                <c:pt idx="304">
                  <c:v>43908</c:v>
                </c:pt>
                <c:pt idx="305">
                  <c:v>43909</c:v>
                </c:pt>
                <c:pt idx="306">
                  <c:v>43910</c:v>
                </c:pt>
                <c:pt idx="307">
                  <c:v>43913</c:v>
                </c:pt>
                <c:pt idx="308">
                  <c:v>43914</c:v>
                </c:pt>
                <c:pt idx="309">
                  <c:v>43915</c:v>
                </c:pt>
                <c:pt idx="310">
                  <c:v>43916</c:v>
                </c:pt>
                <c:pt idx="311">
                  <c:v>43917</c:v>
                </c:pt>
                <c:pt idx="312">
                  <c:v>43920</c:v>
                </c:pt>
                <c:pt idx="313">
                  <c:v>43921</c:v>
                </c:pt>
                <c:pt idx="314">
                  <c:v>43922</c:v>
                </c:pt>
                <c:pt idx="315">
                  <c:v>43923</c:v>
                </c:pt>
                <c:pt idx="316">
                  <c:v>43924</c:v>
                </c:pt>
                <c:pt idx="317">
                  <c:v>43927</c:v>
                </c:pt>
                <c:pt idx="318">
                  <c:v>43928</c:v>
                </c:pt>
                <c:pt idx="319">
                  <c:v>43929</c:v>
                </c:pt>
                <c:pt idx="320">
                  <c:v>43930</c:v>
                </c:pt>
                <c:pt idx="321">
                  <c:v>43935</c:v>
                </c:pt>
                <c:pt idx="322">
                  <c:v>43936</c:v>
                </c:pt>
                <c:pt idx="323">
                  <c:v>43937</c:v>
                </c:pt>
                <c:pt idx="324">
                  <c:v>43938</c:v>
                </c:pt>
                <c:pt idx="325">
                  <c:v>43941</c:v>
                </c:pt>
                <c:pt idx="326">
                  <c:v>43942</c:v>
                </c:pt>
                <c:pt idx="327">
                  <c:v>43943</c:v>
                </c:pt>
                <c:pt idx="328">
                  <c:v>43944</c:v>
                </c:pt>
                <c:pt idx="329">
                  <c:v>43945</c:v>
                </c:pt>
                <c:pt idx="330">
                  <c:v>43948</c:v>
                </c:pt>
                <c:pt idx="331">
                  <c:v>43949</c:v>
                </c:pt>
                <c:pt idx="332">
                  <c:v>43950</c:v>
                </c:pt>
                <c:pt idx="333">
                  <c:v>43951</c:v>
                </c:pt>
                <c:pt idx="334">
                  <c:v>43955</c:v>
                </c:pt>
                <c:pt idx="335">
                  <c:v>43956</c:v>
                </c:pt>
                <c:pt idx="336">
                  <c:v>43957</c:v>
                </c:pt>
                <c:pt idx="337">
                  <c:v>43958</c:v>
                </c:pt>
                <c:pt idx="338">
                  <c:v>43959</c:v>
                </c:pt>
                <c:pt idx="339">
                  <c:v>43962</c:v>
                </c:pt>
                <c:pt idx="340">
                  <c:v>43963</c:v>
                </c:pt>
                <c:pt idx="341">
                  <c:v>43964</c:v>
                </c:pt>
                <c:pt idx="342">
                  <c:v>43965</c:v>
                </c:pt>
                <c:pt idx="343">
                  <c:v>43966</c:v>
                </c:pt>
                <c:pt idx="344">
                  <c:v>43969</c:v>
                </c:pt>
                <c:pt idx="345">
                  <c:v>43970</c:v>
                </c:pt>
                <c:pt idx="346">
                  <c:v>43971</c:v>
                </c:pt>
                <c:pt idx="347">
                  <c:v>43972</c:v>
                </c:pt>
                <c:pt idx="348">
                  <c:v>43973</c:v>
                </c:pt>
                <c:pt idx="349">
                  <c:v>43976</c:v>
                </c:pt>
                <c:pt idx="350">
                  <c:v>43977</c:v>
                </c:pt>
                <c:pt idx="351">
                  <c:v>43978</c:v>
                </c:pt>
                <c:pt idx="352">
                  <c:v>43979</c:v>
                </c:pt>
                <c:pt idx="353">
                  <c:v>43980</c:v>
                </c:pt>
                <c:pt idx="354">
                  <c:v>43984</c:v>
                </c:pt>
                <c:pt idx="355">
                  <c:v>43985</c:v>
                </c:pt>
                <c:pt idx="356">
                  <c:v>43986</c:v>
                </c:pt>
                <c:pt idx="357">
                  <c:v>43987</c:v>
                </c:pt>
                <c:pt idx="358">
                  <c:v>43990</c:v>
                </c:pt>
                <c:pt idx="359">
                  <c:v>43991</c:v>
                </c:pt>
                <c:pt idx="360">
                  <c:v>43992</c:v>
                </c:pt>
                <c:pt idx="361">
                  <c:v>43993</c:v>
                </c:pt>
                <c:pt idx="362">
                  <c:v>43994</c:v>
                </c:pt>
                <c:pt idx="363">
                  <c:v>43997</c:v>
                </c:pt>
                <c:pt idx="364">
                  <c:v>43998</c:v>
                </c:pt>
                <c:pt idx="365">
                  <c:v>43999</c:v>
                </c:pt>
                <c:pt idx="366">
                  <c:v>44000</c:v>
                </c:pt>
                <c:pt idx="367">
                  <c:v>44001</c:v>
                </c:pt>
                <c:pt idx="368">
                  <c:v>44004</c:v>
                </c:pt>
                <c:pt idx="369">
                  <c:v>44005</c:v>
                </c:pt>
                <c:pt idx="370">
                  <c:v>44006</c:v>
                </c:pt>
                <c:pt idx="371">
                  <c:v>44007</c:v>
                </c:pt>
                <c:pt idx="372">
                  <c:v>44008</c:v>
                </c:pt>
                <c:pt idx="373">
                  <c:v>44011</c:v>
                </c:pt>
                <c:pt idx="374">
                  <c:v>44012</c:v>
                </c:pt>
                <c:pt idx="375">
                  <c:v>44013</c:v>
                </c:pt>
                <c:pt idx="376">
                  <c:v>44014</c:v>
                </c:pt>
                <c:pt idx="377">
                  <c:v>44015</c:v>
                </c:pt>
                <c:pt idx="378">
                  <c:v>44018</c:v>
                </c:pt>
                <c:pt idx="379">
                  <c:v>44019</c:v>
                </c:pt>
                <c:pt idx="380">
                  <c:v>44020</c:v>
                </c:pt>
                <c:pt idx="381">
                  <c:v>44021</c:v>
                </c:pt>
                <c:pt idx="382">
                  <c:v>44022</c:v>
                </c:pt>
                <c:pt idx="383">
                  <c:v>44025</c:v>
                </c:pt>
                <c:pt idx="384">
                  <c:v>44026</c:v>
                </c:pt>
                <c:pt idx="385">
                  <c:v>44027</c:v>
                </c:pt>
                <c:pt idx="386">
                  <c:v>44028</c:v>
                </c:pt>
                <c:pt idx="387">
                  <c:v>44029</c:v>
                </c:pt>
                <c:pt idx="388">
                  <c:v>44032</c:v>
                </c:pt>
                <c:pt idx="389">
                  <c:v>44033</c:v>
                </c:pt>
                <c:pt idx="390">
                  <c:v>44034</c:v>
                </c:pt>
                <c:pt idx="391">
                  <c:v>44035</c:v>
                </c:pt>
                <c:pt idx="392">
                  <c:v>44036</c:v>
                </c:pt>
                <c:pt idx="393">
                  <c:v>44039</c:v>
                </c:pt>
                <c:pt idx="394">
                  <c:v>44040</c:v>
                </c:pt>
                <c:pt idx="395">
                  <c:v>44041</c:v>
                </c:pt>
                <c:pt idx="396">
                  <c:v>44042</c:v>
                </c:pt>
                <c:pt idx="397">
                  <c:v>44043</c:v>
                </c:pt>
                <c:pt idx="398">
                  <c:v>44046</c:v>
                </c:pt>
                <c:pt idx="399">
                  <c:v>44047</c:v>
                </c:pt>
                <c:pt idx="400">
                  <c:v>44048</c:v>
                </c:pt>
                <c:pt idx="401">
                  <c:v>44049</c:v>
                </c:pt>
                <c:pt idx="402">
                  <c:v>44050</c:v>
                </c:pt>
                <c:pt idx="403">
                  <c:v>44053</c:v>
                </c:pt>
                <c:pt idx="404">
                  <c:v>44054</c:v>
                </c:pt>
                <c:pt idx="405">
                  <c:v>44055</c:v>
                </c:pt>
                <c:pt idx="406">
                  <c:v>44056</c:v>
                </c:pt>
                <c:pt idx="407">
                  <c:v>44057</c:v>
                </c:pt>
                <c:pt idx="408">
                  <c:v>44060</c:v>
                </c:pt>
                <c:pt idx="409">
                  <c:v>44061</c:v>
                </c:pt>
                <c:pt idx="410">
                  <c:v>44062</c:v>
                </c:pt>
                <c:pt idx="411">
                  <c:v>44063</c:v>
                </c:pt>
                <c:pt idx="412">
                  <c:v>44064</c:v>
                </c:pt>
                <c:pt idx="413">
                  <c:v>44067</c:v>
                </c:pt>
                <c:pt idx="414">
                  <c:v>44068</c:v>
                </c:pt>
                <c:pt idx="415">
                  <c:v>44069</c:v>
                </c:pt>
                <c:pt idx="416">
                  <c:v>44070</c:v>
                </c:pt>
                <c:pt idx="417">
                  <c:v>44071</c:v>
                </c:pt>
                <c:pt idx="418">
                  <c:v>44074</c:v>
                </c:pt>
                <c:pt idx="419">
                  <c:v>44075</c:v>
                </c:pt>
                <c:pt idx="420">
                  <c:v>44076</c:v>
                </c:pt>
                <c:pt idx="421">
                  <c:v>44077</c:v>
                </c:pt>
                <c:pt idx="422">
                  <c:v>44078</c:v>
                </c:pt>
                <c:pt idx="423">
                  <c:v>44081</c:v>
                </c:pt>
                <c:pt idx="424">
                  <c:v>44082</c:v>
                </c:pt>
                <c:pt idx="425">
                  <c:v>44083</c:v>
                </c:pt>
                <c:pt idx="426">
                  <c:v>44084</c:v>
                </c:pt>
                <c:pt idx="427">
                  <c:v>44085</c:v>
                </c:pt>
                <c:pt idx="428">
                  <c:v>44088</c:v>
                </c:pt>
                <c:pt idx="429">
                  <c:v>44089</c:v>
                </c:pt>
                <c:pt idx="430">
                  <c:v>44090</c:v>
                </c:pt>
                <c:pt idx="431">
                  <c:v>44091</c:v>
                </c:pt>
                <c:pt idx="432">
                  <c:v>44092</c:v>
                </c:pt>
                <c:pt idx="433">
                  <c:v>44095</c:v>
                </c:pt>
                <c:pt idx="434">
                  <c:v>44096</c:v>
                </c:pt>
                <c:pt idx="435">
                  <c:v>44097</c:v>
                </c:pt>
                <c:pt idx="436">
                  <c:v>44098</c:v>
                </c:pt>
                <c:pt idx="437">
                  <c:v>44099</c:v>
                </c:pt>
                <c:pt idx="438">
                  <c:v>44102</c:v>
                </c:pt>
                <c:pt idx="439">
                  <c:v>44103</c:v>
                </c:pt>
                <c:pt idx="440">
                  <c:v>44104</c:v>
                </c:pt>
                <c:pt idx="441">
                  <c:v>44105</c:v>
                </c:pt>
                <c:pt idx="442">
                  <c:v>44106</c:v>
                </c:pt>
                <c:pt idx="443">
                  <c:v>44109</c:v>
                </c:pt>
                <c:pt idx="444">
                  <c:v>44110</c:v>
                </c:pt>
                <c:pt idx="445">
                  <c:v>44111</c:v>
                </c:pt>
                <c:pt idx="446">
                  <c:v>44112</c:v>
                </c:pt>
                <c:pt idx="447">
                  <c:v>44113</c:v>
                </c:pt>
                <c:pt idx="448">
                  <c:v>44116</c:v>
                </c:pt>
                <c:pt idx="449">
                  <c:v>44117</c:v>
                </c:pt>
                <c:pt idx="450">
                  <c:v>44118</c:v>
                </c:pt>
                <c:pt idx="451">
                  <c:v>44119</c:v>
                </c:pt>
                <c:pt idx="452">
                  <c:v>44120</c:v>
                </c:pt>
                <c:pt idx="453">
                  <c:v>44123</c:v>
                </c:pt>
                <c:pt idx="454">
                  <c:v>44124</c:v>
                </c:pt>
                <c:pt idx="455">
                  <c:v>44125</c:v>
                </c:pt>
                <c:pt idx="456">
                  <c:v>44126</c:v>
                </c:pt>
                <c:pt idx="457">
                  <c:v>44127</c:v>
                </c:pt>
                <c:pt idx="458">
                  <c:v>44130</c:v>
                </c:pt>
                <c:pt idx="459">
                  <c:v>44131</c:v>
                </c:pt>
                <c:pt idx="460">
                  <c:v>44132</c:v>
                </c:pt>
                <c:pt idx="461">
                  <c:v>44133</c:v>
                </c:pt>
                <c:pt idx="462">
                  <c:v>44134</c:v>
                </c:pt>
                <c:pt idx="463">
                  <c:v>44137</c:v>
                </c:pt>
                <c:pt idx="464">
                  <c:v>44138</c:v>
                </c:pt>
                <c:pt idx="465">
                  <c:v>44139</c:v>
                </c:pt>
                <c:pt idx="466">
                  <c:v>44140</c:v>
                </c:pt>
                <c:pt idx="467">
                  <c:v>44141</c:v>
                </c:pt>
                <c:pt idx="468">
                  <c:v>44144</c:v>
                </c:pt>
                <c:pt idx="469">
                  <c:v>44145</c:v>
                </c:pt>
                <c:pt idx="470">
                  <c:v>44146</c:v>
                </c:pt>
                <c:pt idx="471">
                  <c:v>44147</c:v>
                </c:pt>
                <c:pt idx="472">
                  <c:v>44148</c:v>
                </c:pt>
                <c:pt idx="473">
                  <c:v>44151</c:v>
                </c:pt>
                <c:pt idx="474">
                  <c:v>44152</c:v>
                </c:pt>
                <c:pt idx="475">
                  <c:v>44153</c:v>
                </c:pt>
                <c:pt idx="476">
                  <c:v>44154</c:v>
                </c:pt>
                <c:pt idx="477">
                  <c:v>44155</c:v>
                </c:pt>
                <c:pt idx="478">
                  <c:v>44158</c:v>
                </c:pt>
                <c:pt idx="479">
                  <c:v>44159</c:v>
                </c:pt>
                <c:pt idx="480">
                  <c:v>44160</c:v>
                </c:pt>
                <c:pt idx="481">
                  <c:v>44161</c:v>
                </c:pt>
                <c:pt idx="482">
                  <c:v>44162</c:v>
                </c:pt>
                <c:pt idx="483">
                  <c:v>44165</c:v>
                </c:pt>
                <c:pt idx="484">
                  <c:v>44166</c:v>
                </c:pt>
                <c:pt idx="485">
                  <c:v>44167</c:v>
                </c:pt>
                <c:pt idx="486">
                  <c:v>44168</c:v>
                </c:pt>
                <c:pt idx="487">
                  <c:v>44169</c:v>
                </c:pt>
                <c:pt idx="488">
                  <c:v>44172</c:v>
                </c:pt>
                <c:pt idx="489">
                  <c:v>44173</c:v>
                </c:pt>
                <c:pt idx="490">
                  <c:v>44174</c:v>
                </c:pt>
                <c:pt idx="491">
                  <c:v>44175</c:v>
                </c:pt>
                <c:pt idx="492">
                  <c:v>44176</c:v>
                </c:pt>
                <c:pt idx="493">
                  <c:v>44179</c:v>
                </c:pt>
                <c:pt idx="494">
                  <c:v>44180</c:v>
                </c:pt>
                <c:pt idx="495">
                  <c:v>44181</c:v>
                </c:pt>
                <c:pt idx="496">
                  <c:v>44182</c:v>
                </c:pt>
                <c:pt idx="497">
                  <c:v>44183</c:v>
                </c:pt>
                <c:pt idx="498">
                  <c:v>44186</c:v>
                </c:pt>
                <c:pt idx="499">
                  <c:v>44187</c:v>
                </c:pt>
                <c:pt idx="500">
                  <c:v>44188</c:v>
                </c:pt>
                <c:pt idx="501">
                  <c:v>44193</c:v>
                </c:pt>
                <c:pt idx="502">
                  <c:v>44194</c:v>
                </c:pt>
                <c:pt idx="503">
                  <c:v>44195</c:v>
                </c:pt>
                <c:pt idx="504">
                  <c:v>44200</c:v>
                </c:pt>
                <c:pt idx="505">
                  <c:v>44201</c:v>
                </c:pt>
                <c:pt idx="506">
                  <c:v>44202</c:v>
                </c:pt>
                <c:pt idx="507">
                  <c:v>44203</c:v>
                </c:pt>
                <c:pt idx="508">
                  <c:v>44204</c:v>
                </c:pt>
                <c:pt idx="509">
                  <c:v>44207</c:v>
                </c:pt>
                <c:pt idx="510">
                  <c:v>44208</c:v>
                </c:pt>
                <c:pt idx="511">
                  <c:v>44209</c:v>
                </c:pt>
                <c:pt idx="512">
                  <c:v>44210</c:v>
                </c:pt>
                <c:pt idx="513">
                  <c:v>44211</c:v>
                </c:pt>
                <c:pt idx="514">
                  <c:v>44214</c:v>
                </c:pt>
                <c:pt idx="515">
                  <c:v>44215</c:v>
                </c:pt>
                <c:pt idx="516">
                  <c:v>44216</c:v>
                </c:pt>
                <c:pt idx="517">
                  <c:v>44217</c:v>
                </c:pt>
                <c:pt idx="518">
                  <c:v>44218</c:v>
                </c:pt>
                <c:pt idx="519">
                  <c:v>44221</c:v>
                </c:pt>
                <c:pt idx="520">
                  <c:v>44222</c:v>
                </c:pt>
                <c:pt idx="521">
                  <c:v>44223</c:v>
                </c:pt>
                <c:pt idx="522">
                  <c:v>44224</c:v>
                </c:pt>
                <c:pt idx="523">
                  <c:v>44225</c:v>
                </c:pt>
                <c:pt idx="524">
                  <c:v>44228</c:v>
                </c:pt>
                <c:pt idx="525">
                  <c:v>44229</c:v>
                </c:pt>
                <c:pt idx="526">
                  <c:v>44230</c:v>
                </c:pt>
                <c:pt idx="527">
                  <c:v>44231</c:v>
                </c:pt>
                <c:pt idx="528">
                  <c:v>44232</c:v>
                </c:pt>
                <c:pt idx="529">
                  <c:v>44235</c:v>
                </c:pt>
                <c:pt idx="530">
                  <c:v>44236</c:v>
                </c:pt>
                <c:pt idx="531">
                  <c:v>44237</c:v>
                </c:pt>
                <c:pt idx="532">
                  <c:v>44238</c:v>
                </c:pt>
                <c:pt idx="533">
                  <c:v>44239</c:v>
                </c:pt>
                <c:pt idx="534">
                  <c:v>44242</c:v>
                </c:pt>
                <c:pt idx="535">
                  <c:v>44243</c:v>
                </c:pt>
                <c:pt idx="536">
                  <c:v>44244</c:v>
                </c:pt>
                <c:pt idx="537">
                  <c:v>44245</c:v>
                </c:pt>
                <c:pt idx="538">
                  <c:v>44246</c:v>
                </c:pt>
                <c:pt idx="539">
                  <c:v>44249</c:v>
                </c:pt>
                <c:pt idx="540">
                  <c:v>44250</c:v>
                </c:pt>
                <c:pt idx="541">
                  <c:v>44251</c:v>
                </c:pt>
                <c:pt idx="542">
                  <c:v>44252</c:v>
                </c:pt>
                <c:pt idx="543">
                  <c:v>44253</c:v>
                </c:pt>
                <c:pt idx="544">
                  <c:v>44256</c:v>
                </c:pt>
                <c:pt idx="545">
                  <c:v>44257</c:v>
                </c:pt>
                <c:pt idx="546">
                  <c:v>44258</c:v>
                </c:pt>
                <c:pt idx="547">
                  <c:v>44259</c:v>
                </c:pt>
                <c:pt idx="548">
                  <c:v>44260</c:v>
                </c:pt>
                <c:pt idx="549">
                  <c:v>44263</c:v>
                </c:pt>
                <c:pt idx="550">
                  <c:v>44264</c:v>
                </c:pt>
                <c:pt idx="551">
                  <c:v>44265</c:v>
                </c:pt>
                <c:pt idx="552">
                  <c:v>44266</c:v>
                </c:pt>
                <c:pt idx="553">
                  <c:v>44267</c:v>
                </c:pt>
                <c:pt idx="554">
                  <c:v>44270</c:v>
                </c:pt>
                <c:pt idx="555">
                  <c:v>44271</c:v>
                </c:pt>
                <c:pt idx="556">
                  <c:v>44272</c:v>
                </c:pt>
                <c:pt idx="557">
                  <c:v>44273</c:v>
                </c:pt>
                <c:pt idx="558">
                  <c:v>44274</c:v>
                </c:pt>
                <c:pt idx="559">
                  <c:v>44277</c:v>
                </c:pt>
                <c:pt idx="560">
                  <c:v>44278</c:v>
                </c:pt>
                <c:pt idx="561">
                  <c:v>44279</c:v>
                </c:pt>
                <c:pt idx="562">
                  <c:v>44280</c:v>
                </c:pt>
                <c:pt idx="563">
                  <c:v>44281</c:v>
                </c:pt>
                <c:pt idx="564">
                  <c:v>44284</c:v>
                </c:pt>
                <c:pt idx="565">
                  <c:v>44285</c:v>
                </c:pt>
                <c:pt idx="566">
                  <c:v>44286</c:v>
                </c:pt>
                <c:pt idx="567">
                  <c:v>44287</c:v>
                </c:pt>
                <c:pt idx="568">
                  <c:v>44292</c:v>
                </c:pt>
                <c:pt idx="569">
                  <c:v>44293</c:v>
                </c:pt>
                <c:pt idx="570">
                  <c:v>44294</c:v>
                </c:pt>
                <c:pt idx="571">
                  <c:v>44295</c:v>
                </c:pt>
                <c:pt idx="572">
                  <c:v>44298</c:v>
                </c:pt>
                <c:pt idx="573">
                  <c:v>44299</c:v>
                </c:pt>
                <c:pt idx="574">
                  <c:v>44300</c:v>
                </c:pt>
                <c:pt idx="575">
                  <c:v>44301</c:v>
                </c:pt>
                <c:pt idx="576">
                  <c:v>44302</c:v>
                </c:pt>
                <c:pt idx="577">
                  <c:v>44305</c:v>
                </c:pt>
                <c:pt idx="578">
                  <c:v>44306</c:v>
                </c:pt>
                <c:pt idx="579">
                  <c:v>44307</c:v>
                </c:pt>
                <c:pt idx="580">
                  <c:v>44308</c:v>
                </c:pt>
                <c:pt idx="581">
                  <c:v>44309</c:v>
                </c:pt>
                <c:pt idx="582">
                  <c:v>44312</c:v>
                </c:pt>
                <c:pt idx="583">
                  <c:v>44313</c:v>
                </c:pt>
                <c:pt idx="584">
                  <c:v>44314</c:v>
                </c:pt>
                <c:pt idx="585">
                  <c:v>44315</c:v>
                </c:pt>
                <c:pt idx="586">
                  <c:v>44316</c:v>
                </c:pt>
                <c:pt idx="587">
                  <c:v>44319</c:v>
                </c:pt>
                <c:pt idx="588">
                  <c:v>44320</c:v>
                </c:pt>
                <c:pt idx="589">
                  <c:v>44321</c:v>
                </c:pt>
                <c:pt idx="590">
                  <c:v>44322</c:v>
                </c:pt>
                <c:pt idx="591">
                  <c:v>44323</c:v>
                </c:pt>
                <c:pt idx="592">
                  <c:v>44326</c:v>
                </c:pt>
                <c:pt idx="593">
                  <c:v>44327</c:v>
                </c:pt>
                <c:pt idx="594">
                  <c:v>44328</c:v>
                </c:pt>
                <c:pt idx="595">
                  <c:v>44329</c:v>
                </c:pt>
                <c:pt idx="596">
                  <c:v>44330</c:v>
                </c:pt>
                <c:pt idx="597">
                  <c:v>44333</c:v>
                </c:pt>
                <c:pt idx="598">
                  <c:v>44334</c:v>
                </c:pt>
                <c:pt idx="599">
                  <c:v>44335</c:v>
                </c:pt>
                <c:pt idx="600">
                  <c:v>44336</c:v>
                </c:pt>
                <c:pt idx="601">
                  <c:v>44337</c:v>
                </c:pt>
                <c:pt idx="602">
                  <c:v>44341</c:v>
                </c:pt>
                <c:pt idx="603">
                  <c:v>44342</c:v>
                </c:pt>
                <c:pt idx="604">
                  <c:v>44343</c:v>
                </c:pt>
                <c:pt idx="605">
                  <c:v>44344</c:v>
                </c:pt>
                <c:pt idx="606">
                  <c:v>44347</c:v>
                </c:pt>
                <c:pt idx="607">
                  <c:v>44348</c:v>
                </c:pt>
                <c:pt idx="608">
                  <c:v>44349</c:v>
                </c:pt>
                <c:pt idx="609">
                  <c:v>44350</c:v>
                </c:pt>
                <c:pt idx="610">
                  <c:v>44351</c:v>
                </c:pt>
                <c:pt idx="611">
                  <c:v>44354</c:v>
                </c:pt>
                <c:pt idx="612">
                  <c:v>44355</c:v>
                </c:pt>
                <c:pt idx="613">
                  <c:v>44356</c:v>
                </c:pt>
                <c:pt idx="614">
                  <c:v>44357</c:v>
                </c:pt>
                <c:pt idx="615">
                  <c:v>44358</c:v>
                </c:pt>
                <c:pt idx="616">
                  <c:v>44361</c:v>
                </c:pt>
                <c:pt idx="617">
                  <c:v>44362</c:v>
                </c:pt>
                <c:pt idx="618">
                  <c:v>44363</c:v>
                </c:pt>
                <c:pt idx="619">
                  <c:v>44364</c:v>
                </c:pt>
                <c:pt idx="620">
                  <c:v>44365</c:v>
                </c:pt>
                <c:pt idx="621">
                  <c:v>44368</c:v>
                </c:pt>
                <c:pt idx="622">
                  <c:v>44369</c:v>
                </c:pt>
                <c:pt idx="623">
                  <c:v>44370</c:v>
                </c:pt>
                <c:pt idx="624">
                  <c:v>44371</c:v>
                </c:pt>
                <c:pt idx="625">
                  <c:v>44372</c:v>
                </c:pt>
                <c:pt idx="626">
                  <c:v>44375</c:v>
                </c:pt>
                <c:pt idx="627">
                  <c:v>44376</c:v>
                </c:pt>
                <c:pt idx="628">
                  <c:v>44377</c:v>
                </c:pt>
                <c:pt idx="629">
                  <c:v>44378</c:v>
                </c:pt>
                <c:pt idx="630">
                  <c:v>44379</c:v>
                </c:pt>
                <c:pt idx="631">
                  <c:v>44382</c:v>
                </c:pt>
                <c:pt idx="632">
                  <c:v>44383</c:v>
                </c:pt>
                <c:pt idx="633">
                  <c:v>44384</c:v>
                </c:pt>
                <c:pt idx="634">
                  <c:v>44385</c:v>
                </c:pt>
                <c:pt idx="635">
                  <c:v>44386</c:v>
                </c:pt>
                <c:pt idx="636">
                  <c:v>44389</c:v>
                </c:pt>
                <c:pt idx="637">
                  <c:v>44390</c:v>
                </c:pt>
                <c:pt idx="638">
                  <c:v>44391</c:v>
                </c:pt>
                <c:pt idx="639">
                  <c:v>44392</c:v>
                </c:pt>
                <c:pt idx="640">
                  <c:v>44393</c:v>
                </c:pt>
                <c:pt idx="641">
                  <c:v>44396</c:v>
                </c:pt>
                <c:pt idx="642">
                  <c:v>44397</c:v>
                </c:pt>
                <c:pt idx="643">
                  <c:v>44398</c:v>
                </c:pt>
                <c:pt idx="644">
                  <c:v>44399</c:v>
                </c:pt>
                <c:pt idx="645">
                  <c:v>44400</c:v>
                </c:pt>
                <c:pt idx="646">
                  <c:v>44403</c:v>
                </c:pt>
                <c:pt idx="647">
                  <c:v>44404</c:v>
                </c:pt>
                <c:pt idx="648">
                  <c:v>44405</c:v>
                </c:pt>
                <c:pt idx="649">
                  <c:v>44406</c:v>
                </c:pt>
                <c:pt idx="650">
                  <c:v>44407</c:v>
                </c:pt>
                <c:pt idx="651">
                  <c:v>44410</c:v>
                </c:pt>
                <c:pt idx="652">
                  <c:v>44411</c:v>
                </c:pt>
                <c:pt idx="653">
                  <c:v>44412</c:v>
                </c:pt>
                <c:pt idx="654">
                  <c:v>44413</c:v>
                </c:pt>
                <c:pt idx="655">
                  <c:v>44414</c:v>
                </c:pt>
                <c:pt idx="656">
                  <c:v>44417</c:v>
                </c:pt>
                <c:pt idx="657">
                  <c:v>44418</c:v>
                </c:pt>
                <c:pt idx="658">
                  <c:v>44419</c:v>
                </c:pt>
                <c:pt idx="659">
                  <c:v>44420</c:v>
                </c:pt>
                <c:pt idx="660">
                  <c:v>44421</c:v>
                </c:pt>
                <c:pt idx="661">
                  <c:v>44424</c:v>
                </c:pt>
                <c:pt idx="662">
                  <c:v>44425</c:v>
                </c:pt>
                <c:pt idx="663">
                  <c:v>44426</c:v>
                </c:pt>
                <c:pt idx="664">
                  <c:v>44427</c:v>
                </c:pt>
                <c:pt idx="665">
                  <c:v>44428</c:v>
                </c:pt>
                <c:pt idx="666">
                  <c:v>44431</c:v>
                </c:pt>
                <c:pt idx="667">
                  <c:v>44432</c:v>
                </c:pt>
                <c:pt idx="668">
                  <c:v>44433</c:v>
                </c:pt>
                <c:pt idx="669">
                  <c:v>44434</c:v>
                </c:pt>
                <c:pt idx="670">
                  <c:v>44435</c:v>
                </c:pt>
                <c:pt idx="671">
                  <c:v>44438</c:v>
                </c:pt>
                <c:pt idx="672">
                  <c:v>44439</c:v>
                </c:pt>
                <c:pt idx="673">
                  <c:v>44440</c:v>
                </c:pt>
                <c:pt idx="674">
                  <c:v>44441</c:v>
                </c:pt>
                <c:pt idx="675">
                  <c:v>44442</c:v>
                </c:pt>
                <c:pt idx="676">
                  <c:v>44445</c:v>
                </c:pt>
                <c:pt idx="677">
                  <c:v>44446</c:v>
                </c:pt>
                <c:pt idx="678">
                  <c:v>44447</c:v>
                </c:pt>
                <c:pt idx="679">
                  <c:v>44448</c:v>
                </c:pt>
                <c:pt idx="680">
                  <c:v>44449</c:v>
                </c:pt>
                <c:pt idx="681">
                  <c:v>44452</c:v>
                </c:pt>
                <c:pt idx="682">
                  <c:v>44453</c:v>
                </c:pt>
                <c:pt idx="683">
                  <c:v>44454</c:v>
                </c:pt>
                <c:pt idx="684">
                  <c:v>44455</c:v>
                </c:pt>
                <c:pt idx="685">
                  <c:v>44456</c:v>
                </c:pt>
                <c:pt idx="686">
                  <c:v>44459</c:v>
                </c:pt>
                <c:pt idx="687">
                  <c:v>44460</c:v>
                </c:pt>
                <c:pt idx="688">
                  <c:v>44461</c:v>
                </c:pt>
                <c:pt idx="689">
                  <c:v>44462</c:v>
                </c:pt>
                <c:pt idx="690">
                  <c:v>44463</c:v>
                </c:pt>
                <c:pt idx="691">
                  <c:v>44466</c:v>
                </c:pt>
                <c:pt idx="692">
                  <c:v>44467</c:v>
                </c:pt>
                <c:pt idx="693">
                  <c:v>44468</c:v>
                </c:pt>
                <c:pt idx="694">
                  <c:v>44469</c:v>
                </c:pt>
                <c:pt idx="695">
                  <c:v>44470</c:v>
                </c:pt>
                <c:pt idx="696">
                  <c:v>44473</c:v>
                </c:pt>
                <c:pt idx="697">
                  <c:v>44474</c:v>
                </c:pt>
                <c:pt idx="698">
                  <c:v>44475</c:v>
                </c:pt>
                <c:pt idx="699">
                  <c:v>44476</c:v>
                </c:pt>
                <c:pt idx="700">
                  <c:v>44477</c:v>
                </c:pt>
                <c:pt idx="701">
                  <c:v>44480</c:v>
                </c:pt>
                <c:pt idx="702">
                  <c:v>44481</c:v>
                </c:pt>
                <c:pt idx="703">
                  <c:v>44482</c:v>
                </c:pt>
                <c:pt idx="704">
                  <c:v>44483</c:v>
                </c:pt>
                <c:pt idx="705">
                  <c:v>44484</c:v>
                </c:pt>
                <c:pt idx="706">
                  <c:v>44487</c:v>
                </c:pt>
                <c:pt idx="707">
                  <c:v>44488</c:v>
                </c:pt>
                <c:pt idx="708">
                  <c:v>44489</c:v>
                </c:pt>
                <c:pt idx="709">
                  <c:v>44490</c:v>
                </c:pt>
                <c:pt idx="710">
                  <c:v>44491</c:v>
                </c:pt>
                <c:pt idx="711">
                  <c:v>44494</c:v>
                </c:pt>
                <c:pt idx="712">
                  <c:v>44495</c:v>
                </c:pt>
                <c:pt idx="713">
                  <c:v>44496</c:v>
                </c:pt>
                <c:pt idx="714">
                  <c:v>44497</c:v>
                </c:pt>
                <c:pt idx="715">
                  <c:v>44498</c:v>
                </c:pt>
                <c:pt idx="716">
                  <c:v>44501</c:v>
                </c:pt>
                <c:pt idx="717">
                  <c:v>44502</c:v>
                </c:pt>
                <c:pt idx="718">
                  <c:v>44503</c:v>
                </c:pt>
                <c:pt idx="719">
                  <c:v>44504</c:v>
                </c:pt>
                <c:pt idx="720">
                  <c:v>44505</c:v>
                </c:pt>
                <c:pt idx="721">
                  <c:v>44508</c:v>
                </c:pt>
                <c:pt idx="722">
                  <c:v>44509</c:v>
                </c:pt>
                <c:pt idx="723">
                  <c:v>44510</c:v>
                </c:pt>
                <c:pt idx="724">
                  <c:v>44511</c:v>
                </c:pt>
                <c:pt idx="725">
                  <c:v>44512</c:v>
                </c:pt>
                <c:pt idx="726">
                  <c:v>44515</c:v>
                </c:pt>
                <c:pt idx="727">
                  <c:v>44516</c:v>
                </c:pt>
                <c:pt idx="728">
                  <c:v>44517</c:v>
                </c:pt>
                <c:pt idx="729">
                  <c:v>44518</c:v>
                </c:pt>
                <c:pt idx="730">
                  <c:v>44519</c:v>
                </c:pt>
                <c:pt idx="731">
                  <c:v>44522</c:v>
                </c:pt>
                <c:pt idx="732">
                  <c:v>44523</c:v>
                </c:pt>
                <c:pt idx="733">
                  <c:v>44524</c:v>
                </c:pt>
                <c:pt idx="734">
                  <c:v>44525</c:v>
                </c:pt>
                <c:pt idx="735">
                  <c:v>44526</c:v>
                </c:pt>
                <c:pt idx="736">
                  <c:v>44529</c:v>
                </c:pt>
                <c:pt idx="737">
                  <c:v>44530</c:v>
                </c:pt>
                <c:pt idx="738">
                  <c:v>44531</c:v>
                </c:pt>
                <c:pt idx="739">
                  <c:v>44532</c:v>
                </c:pt>
                <c:pt idx="740">
                  <c:v>44533</c:v>
                </c:pt>
                <c:pt idx="741">
                  <c:v>44536</c:v>
                </c:pt>
                <c:pt idx="742">
                  <c:v>44537</c:v>
                </c:pt>
                <c:pt idx="743">
                  <c:v>44538</c:v>
                </c:pt>
                <c:pt idx="744">
                  <c:v>44539</c:v>
                </c:pt>
                <c:pt idx="745">
                  <c:v>44540</c:v>
                </c:pt>
                <c:pt idx="746">
                  <c:v>44543</c:v>
                </c:pt>
                <c:pt idx="747">
                  <c:v>44544</c:v>
                </c:pt>
                <c:pt idx="748">
                  <c:v>44545</c:v>
                </c:pt>
                <c:pt idx="749">
                  <c:v>44546</c:v>
                </c:pt>
                <c:pt idx="750">
                  <c:v>44547</c:v>
                </c:pt>
                <c:pt idx="751">
                  <c:v>44550</c:v>
                </c:pt>
                <c:pt idx="752">
                  <c:v>44551</c:v>
                </c:pt>
                <c:pt idx="753">
                  <c:v>44552</c:v>
                </c:pt>
                <c:pt idx="754">
                  <c:v>44553</c:v>
                </c:pt>
                <c:pt idx="755">
                  <c:v>44557</c:v>
                </c:pt>
                <c:pt idx="756">
                  <c:v>44558</c:v>
                </c:pt>
                <c:pt idx="757">
                  <c:v>44559</c:v>
                </c:pt>
                <c:pt idx="758">
                  <c:v>44560</c:v>
                </c:pt>
                <c:pt idx="759">
                  <c:v>44564</c:v>
                </c:pt>
                <c:pt idx="760">
                  <c:v>44565</c:v>
                </c:pt>
                <c:pt idx="761">
                  <c:v>44566</c:v>
                </c:pt>
                <c:pt idx="762">
                  <c:v>44567</c:v>
                </c:pt>
                <c:pt idx="763">
                  <c:v>44568</c:v>
                </c:pt>
                <c:pt idx="764">
                  <c:v>44571</c:v>
                </c:pt>
                <c:pt idx="765">
                  <c:v>44572</c:v>
                </c:pt>
                <c:pt idx="766">
                  <c:v>44573</c:v>
                </c:pt>
                <c:pt idx="767">
                  <c:v>44574</c:v>
                </c:pt>
                <c:pt idx="768">
                  <c:v>44575</c:v>
                </c:pt>
                <c:pt idx="769">
                  <c:v>44578</c:v>
                </c:pt>
                <c:pt idx="770">
                  <c:v>44579</c:v>
                </c:pt>
                <c:pt idx="771">
                  <c:v>44580</c:v>
                </c:pt>
                <c:pt idx="772">
                  <c:v>44581</c:v>
                </c:pt>
                <c:pt idx="773">
                  <c:v>44582</c:v>
                </c:pt>
                <c:pt idx="774">
                  <c:v>44585</c:v>
                </c:pt>
                <c:pt idx="775">
                  <c:v>44586</c:v>
                </c:pt>
                <c:pt idx="776">
                  <c:v>44587</c:v>
                </c:pt>
                <c:pt idx="777">
                  <c:v>44588</c:v>
                </c:pt>
                <c:pt idx="778">
                  <c:v>44589</c:v>
                </c:pt>
                <c:pt idx="779">
                  <c:v>44592</c:v>
                </c:pt>
                <c:pt idx="780">
                  <c:v>44593</c:v>
                </c:pt>
                <c:pt idx="781">
                  <c:v>44594</c:v>
                </c:pt>
                <c:pt idx="782">
                  <c:v>44595</c:v>
                </c:pt>
                <c:pt idx="783">
                  <c:v>44596</c:v>
                </c:pt>
                <c:pt idx="784">
                  <c:v>44599</c:v>
                </c:pt>
                <c:pt idx="785">
                  <c:v>44600</c:v>
                </c:pt>
                <c:pt idx="786">
                  <c:v>44601</c:v>
                </c:pt>
                <c:pt idx="787">
                  <c:v>44602</c:v>
                </c:pt>
                <c:pt idx="788">
                  <c:v>44603</c:v>
                </c:pt>
                <c:pt idx="789">
                  <c:v>44606</c:v>
                </c:pt>
                <c:pt idx="790">
                  <c:v>44607</c:v>
                </c:pt>
                <c:pt idx="791">
                  <c:v>44608</c:v>
                </c:pt>
                <c:pt idx="792">
                  <c:v>44609</c:v>
                </c:pt>
                <c:pt idx="793">
                  <c:v>44610</c:v>
                </c:pt>
                <c:pt idx="794">
                  <c:v>44613</c:v>
                </c:pt>
                <c:pt idx="795">
                  <c:v>44614</c:v>
                </c:pt>
                <c:pt idx="796">
                  <c:v>44615</c:v>
                </c:pt>
                <c:pt idx="797">
                  <c:v>44616</c:v>
                </c:pt>
                <c:pt idx="798">
                  <c:v>44617</c:v>
                </c:pt>
                <c:pt idx="799">
                  <c:v>44620</c:v>
                </c:pt>
                <c:pt idx="800">
                  <c:v>44621</c:v>
                </c:pt>
                <c:pt idx="801">
                  <c:v>44622</c:v>
                </c:pt>
                <c:pt idx="802">
                  <c:v>44623</c:v>
                </c:pt>
                <c:pt idx="803">
                  <c:v>44624</c:v>
                </c:pt>
                <c:pt idx="804">
                  <c:v>44627</c:v>
                </c:pt>
                <c:pt idx="805">
                  <c:v>44628</c:v>
                </c:pt>
                <c:pt idx="806">
                  <c:v>44629</c:v>
                </c:pt>
                <c:pt idx="807">
                  <c:v>44630</c:v>
                </c:pt>
                <c:pt idx="808">
                  <c:v>44631</c:v>
                </c:pt>
                <c:pt idx="809">
                  <c:v>44634</c:v>
                </c:pt>
                <c:pt idx="810">
                  <c:v>44635</c:v>
                </c:pt>
                <c:pt idx="811">
                  <c:v>44636</c:v>
                </c:pt>
                <c:pt idx="812">
                  <c:v>44637</c:v>
                </c:pt>
                <c:pt idx="813">
                  <c:v>44638</c:v>
                </c:pt>
                <c:pt idx="814">
                  <c:v>44641</c:v>
                </c:pt>
                <c:pt idx="815">
                  <c:v>44642</c:v>
                </c:pt>
                <c:pt idx="816">
                  <c:v>44643</c:v>
                </c:pt>
                <c:pt idx="817">
                  <c:v>44644</c:v>
                </c:pt>
                <c:pt idx="818">
                  <c:v>44645</c:v>
                </c:pt>
                <c:pt idx="819">
                  <c:v>44648</c:v>
                </c:pt>
                <c:pt idx="820">
                  <c:v>44649</c:v>
                </c:pt>
                <c:pt idx="821">
                  <c:v>44650</c:v>
                </c:pt>
                <c:pt idx="822">
                  <c:v>44651</c:v>
                </c:pt>
                <c:pt idx="823">
                  <c:v>44652</c:v>
                </c:pt>
                <c:pt idx="824">
                  <c:v>44655</c:v>
                </c:pt>
                <c:pt idx="825">
                  <c:v>44656</c:v>
                </c:pt>
                <c:pt idx="826">
                  <c:v>44657</c:v>
                </c:pt>
                <c:pt idx="827">
                  <c:v>44658</c:v>
                </c:pt>
                <c:pt idx="828">
                  <c:v>44659</c:v>
                </c:pt>
                <c:pt idx="829">
                  <c:v>44662</c:v>
                </c:pt>
                <c:pt idx="830">
                  <c:v>44663</c:v>
                </c:pt>
                <c:pt idx="831">
                  <c:v>44664</c:v>
                </c:pt>
                <c:pt idx="832">
                  <c:v>44665</c:v>
                </c:pt>
                <c:pt idx="833">
                  <c:v>44670</c:v>
                </c:pt>
                <c:pt idx="834">
                  <c:v>44671</c:v>
                </c:pt>
                <c:pt idx="835">
                  <c:v>44672</c:v>
                </c:pt>
                <c:pt idx="836">
                  <c:v>44673</c:v>
                </c:pt>
                <c:pt idx="837">
                  <c:v>44676</c:v>
                </c:pt>
                <c:pt idx="838">
                  <c:v>44677</c:v>
                </c:pt>
                <c:pt idx="839">
                  <c:v>44678</c:v>
                </c:pt>
                <c:pt idx="840">
                  <c:v>44679</c:v>
                </c:pt>
                <c:pt idx="841">
                  <c:v>44680</c:v>
                </c:pt>
                <c:pt idx="842">
                  <c:v>44683</c:v>
                </c:pt>
                <c:pt idx="843">
                  <c:v>44684</c:v>
                </c:pt>
                <c:pt idx="844">
                  <c:v>44685</c:v>
                </c:pt>
                <c:pt idx="845">
                  <c:v>44686</c:v>
                </c:pt>
                <c:pt idx="846">
                  <c:v>44687</c:v>
                </c:pt>
                <c:pt idx="847">
                  <c:v>44690</c:v>
                </c:pt>
                <c:pt idx="848">
                  <c:v>44691</c:v>
                </c:pt>
                <c:pt idx="849">
                  <c:v>44692</c:v>
                </c:pt>
                <c:pt idx="850">
                  <c:v>44693</c:v>
                </c:pt>
                <c:pt idx="851">
                  <c:v>44694</c:v>
                </c:pt>
                <c:pt idx="852">
                  <c:v>44697</c:v>
                </c:pt>
                <c:pt idx="853">
                  <c:v>44698</c:v>
                </c:pt>
                <c:pt idx="854">
                  <c:v>44699</c:v>
                </c:pt>
                <c:pt idx="855">
                  <c:v>44700</c:v>
                </c:pt>
                <c:pt idx="856">
                  <c:v>44701</c:v>
                </c:pt>
                <c:pt idx="857">
                  <c:v>44704</c:v>
                </c:pt>
                <c:pt idx="858">
                  <c:v>44705</c:v>
                </c:pt>
                <c:pt idx="859">
                  <c:v>44706</c:v>
                </c:pt>
                <c:pt idx="860">
                  <c:v>44707</c:v>
                </c:pt>
                <c:pt idx="861">
                  <c:v>44708</c:v>
                </c:pt>
                <c:pt idx="862">
                  <c:v>44711</c:v>
                </c:pt>
                <c:pt idx="863">
                  <c:v>44712</c:v>
                </c:pt>
                <c:pt idx="864">
                  <c:v>44713</c:v>
                </c:pt>
                <c:pt idx="865">
                  <c:v>44714</c:v>
                </c:pt>
                <c:pt idx="866">
                  <c:v>44715</c:v>
                </c:pt>
                <c:pt idx="867">
                  <c:v>44718</c:v>
                </c:pt>
                <c:pt idx="868">
                  <c:v>44719</c:v>
                </c:pt>
                <c:pt idx="869">
                  <c:v>44720</c:v>
                </c:pt>
                <c:pt idx="870">
                  <c:v>44721</c:v>
                </c:pt>
                <c:pt idx="871">
                  <c:v>44722</c:v>
                </c:pt>
                <c:pt idx="872">
                  <c:v>44725</c:v>
                </c:pt>
                <c:pt idx="873">
                  <c:v>44726</c:v>
                </c:pt>
                <c:pt idx="874">
                  <c:v>44727</c:v>
                </c:pt>
                <c:pt idx="875">
                  <c:v>44728</c:v>
                </c:pt>
                <c:pt idx="876">
                  <c:v>44729</c:v>
                </c:pt>
                <c:pt idx="877">
                  <c:v>44732</c:v>
                </c:pt>
                <c:pt idx="878">
                  <c:v>44733</c:v>
                </c:pt>
                <c:pt idx="879">
                  <c:v>44734</c:v>
                </c:pt>
                <c:pt idx="880">
                  <c:v>44735</c:v>
                </c:pt>
                <c:pt idx="881">
                  <c:v>44736</c:v>
                </c:pt>
                <c:pt idx="882">
                  <c:v>44739</c:v>
                </c:pt>
                <c:pt idx="883">
                  <c:v>44740</c:v>
                </c:pt>
                <c:pt idx="884">
                  <c:v>44741</c:v>
                </c:pt>
                <c:pt idx="885">
                  <c:v>44742</c:v>
                </c:pt>
                <c:pt idx="886">
                  <c:v>44743</c:v>
                </c:pt>
                <c:pt idx="887">
                  <c:v>44746</c:v>
                </c:pt>
                <c:pt idx="888">
                  <c:v>44747</c:v>
                </c:pt>
                <c:pt idx="889">
                  <c:v>44748</c:v>
                </c:pt>
                <c:pt idx="890">
                  <c:v>44749</c:v>
                </c:pt>
                <c:pt idx="891">
                  <c:v>44750</c:v>
                </c:pt>
                <c:pt idx="892">
                  <c:v>44753</c:v>
                </c:pt>
                <c:pt idx="893">
                  <c:v>44754</c:v>
                </c:pt>
                <c:pt idx="894">
                  <c:v>44755</c:v>
                </c:pt>
                <c:pt idx="895">
                  <c:v>44756</c:v>
                </c:pt>
                <c:pt idx="896">
                  <c:v>44757</c:v>
                </c:pt>
                <c:pt idx="897">
                  <c:v>44760</c:v>
                </c:pt>
                <c:pt idx="898">
                  <c:v>44761</c:v>
                </c:pt>
                <c:pt idx="899">
                  <c:v>44762</c:v>
                </c:pt>
                <c:pt idx="900">
                  <c:v>44763</c:v>
                </c:pt>
                <c:pt idx="901">
                  <c:v>44764</c:v>
                </c:pt>
                <c:pt idx="902">
                  <c:v>44767</c:v>
                </c:pt>
                <c:pt idx="903">
                  <c:v>44768</c:v>
                </c:pt>
                <c:pt idx="904">
                  <c:v>44769</c:v>
                </c:pt>
                <c:pt idx="905">
                  <c:v>44770</c:v>
                </c:pt>
                <c:pt idx="906">
                  <c:v>44771</c:v>
                </c:pt>
                <c:pt idx="907">
                  <c:v>44774</c:v>
                </c:pt>
                <c:pt idx="908">
                  <c:v>44775</c:v>
                </c:pt>
                <c:pt idx="909">
                  <c:v>44776</c:v>
                </c:pt>
                <c:pt idx="910">
                  <c:v>44777</c:v>
                </c:pt>
                <c:pt idx="911">
                  <c:v>44778</c:v>
                </c:pt>
                <c:pt idx="912">
                  <c:v>44781</c:v>
                </c:pt>
                <c:pt idx="913">
                  <c:v>44782</c:v>
                </c:pt>
                <c:pt idx="914">
                  <c:v>44783</c:v>
                </c:pt>
                <c:pt idx="915">
                  <c:v>44784</c:v>
                </c:pt>
                <c:pt idx="916">
                  <c:v>44785</c:v>
                </c:pt>
                <c:pt idx="917">
                  <c:v>44789</c:v>
                </c:pt>
                <c:pt idx="918">
                  <c:v>44790</c:v>
                </c:pt>
                <c:pt idx="919">
                  <c:v>44791</c:v>
                </c:pt>
                <c:pt idx="920">
                  <c:v>44792</c:v>
                </c:pt>
                <c:pt idx="921">
                  <c:v>44795</c:v>
                </c:pt>
                <c:pt idx="922">
                  <c:v>44796</c:v>
                </c:pt>
                <c:pt idx="923">
                  <c:v>44797</c:v>
                </c:pt>
                <c:pt idx="924">
                  <c:v>44798</c:v>
                </c:pt>
                <c:pt idx="925">
                  <c:v>44799</c:v>
                </c:pt>
                <c:pt idx="926">
                  <c:v>44802</c:v>
                </c:pt>
                <c:pt idx="927">
                  <c:v>44803</c:v>
                </c:pt>
                <c:pt idx="928">
                  <c:v>44804</c:v>
                </c:pt>
                <c:pt idx="929">
                  <c:v>44805</c:v>
                </c:pt>
                <c:pt idx="930">
                  <c:v>44806</c:v>
                </c:pt>
                <c:pt idx="931">
                  <c:v>44809</c:v>
                </c:pt>
                <c:pt idx="932">
                  <c:v>44810</c:v>
                </c:pt>
                <c:pt idx="933">
                  <c:v>44811</c:v>
                </c:pt>
                <c:pt idx="934">
                  <c:v>44812</c:v>
                </c:pt>
                <c:pt idx="935">
                  <c:v>44813</c:v>
                </c:pt>
                <c:pt idx="936">
                  <c:v>44816</c:v>
                </c:pt>
                <c:pt idx="937">
                  <c:v>44817</c:v>
                </c:pt>
                <c:pt idx="938">
                  <c:v>44818</c:v>
                </c:pt>
                <c:pt idx="939">
                  <c:v>44819</c:v>
                </c:pt>
                <c:pt idx="940">
                  <c:v>44820</c:v>
                </c:pt>
                <c:pt idx="941">
                  <c:v>44823</c:v>
                </c:pt>
                <c:pt idx="942">
                  <c:v>44824</c:v>
                </c:pt>
                <c:pt idx="943">
                  <c:v>44825</c:v>
                </c:pt>
                <c:pt idx="944">
                  <c:v>44826</c:v>
                </c:pt>
                <c:pt idx="945">
                  <c:v>44827</c:v>
                </c:pt>
                <c:pt idx="946">
                  <c:v>44830</c:v>
                </c:pt>
                <c:pt idx="947">
                  <c:v>44831</c:v>
                </c:pt>
                <c:pt idx="948">
                  <c:v>44832</c:v>
                </c:pt>
                <c:pt idx="949">
                  <c:v>44833</c:v>
                </c:pt>
                <c:pt idx="950">
                  <c:v>44834</c:v>
                </c:pt>
                <c:pt idx="951">
                  <c:v>44837</c:v>
                </c:pt>
                <c:pt idx="952">
                  <c:v>44838</c:v>
                </c:pt>
                <c:pt idx="953">
                  <c:v>44839</c:v>
                </c:pt>
                <c:pt idx="954">
                  <c:v>44840</c:v>
                </c:pt>
                <c:pt idx="955">
                  <c:v>44841</c:v>
                </c:pt>
                <c:pt idx="956">
                  <c:v>44844</c:v>
                </c:pt>
                <c:pt idx="957">
                  <c:v>44845</c:v>
                </c:pt>
                <c:pt idx="958">
                  <c:v>44846</c:v>
                </c:pt>
                <c:pt idx="959">
                  <c:v>44847</c:v>
                </c:pt>
                <c:pt idx="960">
                  <c:v>44848</c:v>
                </c:pt>
                <c:pt idx="961">
                  <c:v>44851</c:v>
                </c:pt>
                <c:pt idx="962">
                  <c:v>44852</c:v>
                </c:pt>
                <c:pt idx="963">
                  <c:v>44853</c:v>
                </c:pt>
                <c:pt idx="964">
                  <c:v>44854</c:v>
                </c:pt>
                <c:pt idx="965">
                  <c:v>44855</c:v>
                </c:pt>
                <c:pt idx="966">
                  <c:v>44858</c:v>
                </c:pt>
                <c:pt idx="967">
                  <c:v>44859</c:v>
                </c:pt>
                <c:pt idx="968">
                  <c:v>44860</c:v>
                </c:pt>
                <c:pt idx="969">
                  <c:v>44861</c:v>
                </c:pt>
                <c:pt idx="970">
                  <c:v>44862</c:v>
                </c:pt>
                <c:pt idx="971">
                  <c:v>44865</c:v>
                </c:pt>
                <c:pt idx="972">
                  <c:v>44866</c:v>
                </c:pt>
                <c:pt idx="973">
                  <c:v>44867</c:v>
                </c:pt>
                <c:pt idx="974">
                  <c:v>44868</c:v>
                </c:pt>
                <c:pt idx="975">
                  <c:v>44869</c:v>
                </c:pt>
                <c:pt idx="976">
                  <c:v>44872</c:v>
                </c:pt>
                <c:pt idx="977">
                  <c:v>44873</c:v>
                </c:pt>
                <c:pt idx="978">
                  <c:v>44874</c:v>
                </c:pt>
                <c:pt idx="979">
                  <c:v>44875</c:v>
                </c:pt>
                <c:pt idx="980">
                  <c:v>44876</c:v>
                </c:pt>
                <c:pt idx="981">
                  <c:v>44879</c:v>
                </c:pt>
                <c:pt idx="982">
                  <c:v>44880</c:v>
                </c:pt>
                <c:pt idx="983">
                  <c:v>44881</c:v>
                </c:pt>
                <c:pt idx="984">
                  <c:v>44882</c:v>
                </c:pt>
                <c:pt idx="985">
                  <c:v>44883</c:v>
                </c:pt>
                <c:pt idx="986">
                  <c:v>44886</c:v>
                </c:pt>
                <c:pt idx="987">
                  <c:v>44887</c:v>
                </c:pt>
                <c:pt idx="988">
                  <c:v>44888</c:v>
                </c:pt>
                <c:pt idx="989">
                  <c:v>44889</c:v>
                </c:pt>
                <c:pt idx="990">
                  <c:v>44890</c:v>
                </c:pt>
                <c:pt idx="991">
                  <c:v>44893</c:v>
                </c:pt>
                <c:pt idx="992">
                  <c:v>44894</c:v>
                </c:pt>
                <c:pt idx="993">
                  <c:v>44895</c:v>
                </c:pt>
                <c:pt idx="994">
                  <c:v>44896</c:v>
                </c:pt>
                <c:pt idx="995">
                  <c:v>44897</c:v>
                </c:pt>
                <c:pt idx="996">
                  <c:v>44900</c:v>
                </c:pt>
                <c:pt idx="997">
                  <c:v>44901</c:v>
                </c:pt>
                <c:pt idx="998">
                  <c:v>44902</c:v>
                </c:pt>
                <c:pt idx="999">
                  <c:v>44903</c:v>
                </c:pt>
                <c:pt idx="1000">
                  <c:v>44904</c:v>
                </c:pt>
                <c:pt idx="1001">
                  <c:v>44907</c:v>
                </c:pt>
                <c:pt idx="1002">
                  <c:v>44908</c:v>
                </c:pt>
                <c:pt idx="1003">
                  <c:v>44909</c:v>
                </c:pt>
                <c:pt idx="1004">
                  <c:v>44910</c:v>
                </c:pt>
                <c:pt idx="1005">
                  <c:v>44911</c:v>
                </c:pt>
                <c:pt idx="1006">
                  <c:v>44914</c:v>
                </c:pt>
                <c:pt idx="1007">
                  <c:v>44915</c:v>
                </c:pt>
                <c:pt idx="1008">
                  <c:v>44916</c:v>
                </c:pt>
                <c:pt idx="1009">
                  <c:v>44917</c:v>
                </c:pt>
                <c:pt idx="1010">
                  <c:v>44918</c:v>
                </c:pt>
                <c:pt idx="1011">
                  <c:v>44922</c:v>
                </c:pt>
                <c:pt idx="1012">
                  <c:v>44923</c:v>
                </c:pt>
                <c:pt idx="1013">
                  <c:v>44924</c:v>
                </c:pt>
                <c:pt idx="1014">
                  <c:v>44925</c:v>
                </c:pt>
                <c:pt idx="1015">
                  <c:v>44928</c:v>
                </c:pt>
                <c:pt idx="1016">
                  <c:v>44929</c:v>
                </c:pt>
                <c:pt idx="1017">
                  <c:v>44930</c:v>
                </c:pt>
                <c:pt idx="1018">
                  <c:v>44931</c:v>
                </c:pt>
                <c:pt idx="1019">
                  <c:v>44932</c:v>
                </c:pt>
                <c:pt idx="1020">
                  <c:v>44935</c:v>
                </c:pt>
                <c:pt idx="1021">
                  <c:v>44936</c:v>
                </c:pt>
                <c:pt idx="1022">
                  <c:v>44937</c:v>
                </c:pt>
                <c:pt idx="1023">
                  <c:v>44938</c:v>
                </c:pt>
                <c:pt idx="1024">
                  <c:v>44939</c:v>
                </c:pt>
                <c:pt idx="1025">
                  <c:v>44942</c:v>
                </c:pt>
                <c:pt idx="1026">
                  <c:v>44943</c:v>
                </c:pt>
                <c:pt idx="1027">
                  <c:v>44944</c:v>
                </c:pt>
                <c:pt idx="1028">
                  <c:v>44945</c:v>
                </c:pt>
                <c:pt idx="1029">
                  <c:v>44946</c:v>
                </c:pt>
                <c:pt idx="1030">
                  <c:v>44949</c:v>
                </c:pt>
                <c:pt idx="1031">
                  <c:v>44950</c:v>
                </c:pt>
                <c:pt idx="1032">
                  <c:v>44951</c:v>
                </c:pt>
                <c:pt idx="1033">
                  <c:v>44952</c:v>
                </c:pt>
                <c:pt idx="1034">
                  <c:v>44953</c:v>
                </c:pt>
                <c:pt idx="1035">
                  <c:v>44956</c:v>
                </c:pt>
                <c:pt idx="1036">
                  <c:v>44957</c:v>
                </c:pt>
                <c:pt idx="1037">
                  <c:v>44958</c:v>
                </c:pt>
                <c:pt idx="1038">
                  <c:v>44959</c:v>
                </c:pt>
                <c:pt idx="1039">
                  <c:v>44960</c:v>
                </c:pt>
                <c:pt idx="1040">
                  <c:v>44963</c:v>
                </c:pt>
                <c:pt idx="1041">
                  <c:v>44964</c:v>
                </c:pt>
                <c:pt idx="1042">
                  <c:v>44965</c:v>
                </c:pt>
                <c:pt idx="1043">
                  <c:v>44966</c:v>
                </c:pt>
                <c:pt idx="1044">
                  <c:v>44967</c:v>
                </c:pt>
                <c:pt idx="1045">
                  <c:v>44970</c:v>
                </c:pt>
                <c:pt idx="1046">
                  <c:v>44971</c:v>
                </c:pt>
                <c:pt idx="1047">
                  <c:v>44972</c:v>
                </c:pt>
                <c:pt idx="1048">
                  <c:v>44973</c:v>
                </c:pt>
                <c:pt idx="1049">
                  <c:v>44974</c:v>
                </c:pt>
                <c:pt idx="1050">
                  <c:v>44977</c:v>
                </c:pt>
                <c:pt idx="1051">
                  <c:v>44978</c:v>
                </c:pt>
                <c:pt idx="1052">
                  <c:v>44979</c:v>
                </c:pt>
                <c:pt idx="1053">
                  <c:v>44980</c:v>
                </c:pt>
                <c:pt idx="1054">
                  <c:v>44981</c:v>
                </c:pt>
                <c:pt idx="1055">
                  <c:v>44984</c:v>
                </c:pt>
                <c:pt idx="1056">
                  <c:v>44985</c:v>
                </c:pt>
                <c:pt idx="1057">
                  <c:v>44986</c:v>
                </c:pt>
                <c:pt idx="1058">
                  <c:v>44987</c:v>
                </c:pt>
                <c:pt idx="1059">
                  <c:v>44988</c:v>
                </c:pt>
                <c:pt idx="1060">
                  <c:v>44991</c:v>
                </c:pt>
                <c:pt idx="1061">
                  <c:v>44992</c:v>
                </c:pt>
                <c:pt idx="1062">
                  <c:v>44993</c:v>
                </c:pt>
                <c:pt idx="1063">
                  <c:v>44994</c:v>
                </c:pt>
                <c:pt idx="1064">
                  <c:v>44995</c:v>
                </c:pt>
                <c:pt idx="1065">
                  <c:v>44998</c:v>
                </c:pt>
                <c:pt idx="1066">
                  <c:v>44999</c:v>
                </c:pt>
                <c:pt idx="1067">
                  <c:v>45000</c:v>
                </c:pt>
                <c:pt idx="1068">
                  <c:v>45001</c:v>
                </c:pt>
                <c:pt idx="1069">
                  <c:v>45002</c:v>
                </c:pt>
                <c:pt idx="1070">
                  <c:v>45005</c:v>
                </c:pt>
                <c:pt idx="1071">
                  <c:v>45006</c:v>
                </c:pt>
                <c:pt idx="1072">
                  <c:v>45007</c:v>
                </c:pt>
                <c:pt idx="1073">
                  <c:v>45008</c:v>
                </c:pt>
                <c:pt idx="1074">
                  <c:v>45009</c:v>
                </c:pt>
                <c:pt idx="1075">
                  <c:v>45012</c:v>
                </c:pt>
                <c:pt idx="1076">
                  <c:v>45013</c:v>
                </c:pt>
                <c:pt idx="1077">
                  <c:v>45014</c:v>
                </c:pt>
                <c:pt idx="1078">
                  <c:v>45015</c:v>
                </c:pt>
                <c:pt idx="1079">
                  <c:v>45016</c:v>
                </c:pt>
                <c:pt idx="1080">
                  <c:v>45019</c:v>
                </c:pt>
                <c:pt idx="1081">
                  <c:v>45020</c:v>
                </c:pt>
                <c:pt idx="1082">
                  <c:v>45021</c:v>
                </c:pt>
                <c:pt idx="1083">
                  <c:v>45022</c:v>
                </c:pt>
                <c:pt idx="1084">
                  <c:v>45027</c:v>
                </c:pt>
                <c:pt idx="1085">
                  <c:v>45028</c:v>
                </c:pt>
                <c:pt idx="1086">
                  <c:v>45029</c:v>
                </c:pt>
                <c:pt idx="1087">
                  <c:v>45030</c:v>
                </c:pt>
                <c:pt idx="1088">
                  <c:v>45033</c:v>
                </c:pt>
                <c:pt idx="1089">
                  <c:v>45034</c:v>
                </c:pt>
                <c:pt idx="1090">
                  <c:v>45035</c:v>
                </c:pt>
                <c:pt idx="1091">
                  <c:v>45036</c:v>
                </c:pt>
                <c:pt idx="1092">
                  <c:v>45037</c:v>
                </c:pt>
                <c:pt idx="1093">
                  <c:v>45040</c:v>
                </c:pt>
                <c:pt idx="1094">
                  <c:v>45041</c:v>
                </c:pt>
                <c:pt idx="1095">
                  <c:v>45042</c:v>
                </c:pt>
                <c:pt idx="1096">
                  <c:v>45043</c:v>
                </c:pt>
                <c:pt idx="1097">
                  <c:v>45044</c:v>
                </c:pt>
                <c:pt idx="1098">
                  <c:v>45048</c:v>
                </c:pt>
                <c:pt idx="1099">
                  <c:v>45049</c:v>
                </c:pt>
                <c:pt idx="1100">
                  <c:v>45050</c:v>
                </c:pt>
                <c:pt idx="1101">
                  <c:v>45051</c:v>
                </c:pt>
                <c:pt idx="1102">
                  <c:v>45054</c:v>
                </c:pt>
                <c:pt idx="1103">
                  <c:v>45055</c:v>
                </c:pt>
                <c:pt idx="1104">
                  <c:v>45056</c:v>
                </c:pt>
                <c:pt idx="1105">
                  <c:v>45057</c:v>
                </c:pt>
                <c:pt idx="1106">
                  <c:v>45058</c:v>
                </c:pt>
                <c:pt idx="1107">
                  <c:v>45061</c:v>
                </c:pt>
                <c:pt idx="1108">
                  <c:v>45062</c:v>
                </c:pt>
                <c:pt idx="1109">
                  <c:v>45063</c:v>
                </c:pt>
                <c:pt idx="1110">
                  <c:v>45064</c:v>
                </c:pt>
                <c:pt idx="1111">
                  <c:v>45065</c:v>
                </c:pt>
                <c:pt idx="1112">
                  <c:v>45068</c:v>
                </c:pt>
                <c:pt idx="1113">
                  <c:v>45069</c:v>
                </c:pt>
                <c:pt idx="1114">
                  <c:v>45070</c:v>
                </c:pt>
                <c:pt idx="1115">
                  <c:v>45071</c:v>
                </c:pt>
                <c:pt idx="1116">
                  <c:v>45072</c:v>
                </c:pt>
                <c:pt idx="1117">
                  <c:v>45075</c:v>
                </c:pt>
                <c:pt idx="1118">
                  <c:v>45076</c:v>
                </c:pt>
                <c:pt idx="1119">
                  <c:v>45077</c:v>
                </c:pt>
                <c:pt idx="1120">
                  <c:v>45078</c:v>
                </c:pt>
                <c:pt idx="1121">
                  <c:v>45079</c:v>
                </c:pt>
                <c:pt idx="1122">
                  <c:v>45082</c:v>
                </c:pt>
                <c:pt idx="1123">
                  <c:v>45083</c:v>
                </c:pt>
                <c:pt idx="1124">
                  <c:v>45084</c:v>
                </c:pt>
                <c:pt idx="1125">
                  <c:v>45085</c:v>
                </c:pt>
                <c:pt idx="1126">
                  <c:v>45086</c:v>
                </c:pt>
                <c:pt idx="1127">
                  <c:v>45089</c:v>
                </c:pt>
                <c:pt idx="1128">
                  <c:v>45090</c:v>
                </c:pt>
                <c:pt idx="1129">
                  <c:v>45091</c:v>
                </c:pt>
                <c:pt idx="1130">
                  <c:v>45092</c:v>
                </c:pt>
                <c:pt idx="1131">
                  <c:v>45093</c:v>
                </c:pt>
                <c:pt idx="1132">
                  <c:v>45096</c:v>
                </c:pt>
                <c:pt idx="1133">
                  <c:v>45097</c:v>
                </c:pt>
                <c:pt idx="1134">
                  <c:v>45098</c:v>
                </c:pt>
                <c:pt idx="1135">
                  <c:v>45099</c:v>
                </c:pt>
                <c:pt idx="1136">
                  <c:v>45100</c:v>
                </c:pt>
                <c:pt idx="1137">
                  <c:v>45103</c:v>
                </c:pt>
                <c:pt idx="1138">
                  <c:v>45104</c:v>
                </c:pt>
                <c:pt idx="1139">
                  <c:v>45105</c:v>
                </c:pt>
                <c:pt idx="1140">
                  <c:v>45106</c:v>
                </c:pt>
                <c:pt idx="1141">
                  <c:v>45107</c:v>
                </c:pt>
                <c:pt idx="1142">
                  <c:v>45110</c:v>
                </c:pt>
                <c:pt idx="1143">
                  <c:v>45111</c:v>
                </c:pt>
                <c:pt idx="1144">
                  <c:v>45112</c:v>
                </c:pt>
                <c:pt idx="1145">
                  <c:v>45113</c:v>
                </c:pt>
                <c:pt idx="1146">
                  <c:v>45114</c:v>
                </c:pt>
                <c:pt idx="1147">
                  <c:v>45117</c:v>
                </c:pt>
                <c:pt idx="1148">
                  <c:v>45118</c:v>
                </c:pt>
                <c:pt idx="1149">
                  <c:v>45119</c:v>
                </c:pt>
                <c:pt idx="1150">
                  <c:v>45120</c:v>
                </c:pt>
                <c:pt idx="1151">
                  <c:v>45121</c:v>
                </c:pt>
                <c:pt idx="1152">
                  <c:v>45124</c:v>
                </c:pt>
                <c:pt idx="1153">
                  <c:v>45125</c:v>
                </c:pt>
                <c:pt idx="1154">
                  <c:v>45126</c:v>
                </c:pt>
                <c:pt idx="1155">
                  <c:v>45127</c:v>
                </c:pt>
                <c:pt idx="1156">
                  <c:v>45128</c:v>
                </c:pt>
                <c:pt idx="1157">
                  <c:v>45131</c:v>
                </c:pt>
                <c:pt idx="1158">
                  <c:v>45132</c:v>
                </c:pt>
                <c:pt idx="1159">
                  <c:v>45133</c:v>
                </c:pt>
                <c:pt idx="1160">
                  <c:v>45134</c:v>
                </c:pt>
                <c:pt idx="1161">
                  <c:v>45135</c:v>
                </c:pt>
                <c:pt idx="1162">
                  <c:v>45138</c:v>
                </c:pt>
                <c:pt idx="1163">
                  <c:v>45139</c:v>
                </c:pt>
                <c:pt idx="1164">
                  <c:v>45140</c:v>
                </c:pt>
                <c:pt idx="1165">
                  <c:v>45141</c:v>
                </c:pt>
                <c:pt idx="1166">
                  <c:v>45142</c:v>
                </c:pt>
                <c:pt idx="1167">
                  <c:v>45145</c:v>
                </c:pt>
                <c:pt idx="1168">
                  <c:v>45146</c:v>
                </c:pt>
                <c:pt idx="1169">
                  <c:v>45147</c:v>
                </c:pt>
                <c:pt idx="1170">
                  <c:v>45148</c:v>
                </c:pt>
                <c:pt idx="1171">
                  <c:v>45149</c:v>
                </c:pt>
                <c:pt idx="1172">
                  <c:v>45152</c:v>
                </c:pt>
                <c:pt idx="1173">
                  <c:v>45154</c:v>
                </c:pt>
                <c:pt idx="1174">
                  <c:v>45155</c:v>
                </c:pt>
                <c:pt idx="1175">
                  <c:v>45156</c:v>
                </c:pt>
                <c:pt idx="1176">
                  <c:v>45159</c:v>
                </c:pt>
                <c:pt idx="1177">
                  <c:v>45160</c:v>
                </c:pt>
                <c:pt idx="1178">
                  <c:v>45161</c:v>
                </c:pt>
                <c:pt idx="1179">
                  <c:v>45162</c:v>
                </c:pt>
                <c:pt idx="1180">
                  <c:v>45163</c:v>
                </c:pt>
                <c:pt idx="1181">
                  <c:v>45166</c:v>
                </c:pt>
                <c:pt idx="1182">
                  <c:v>45167</c:v>
                </c:pt>
                <c:pt idx="1183">
                  <c:v>45168</c:v>
                </c:pt>
                <c:pt idx="1184">
                  <c:v>45169</c:v>
                </c:pt>
                <c:pt idx="1185">
                  <c:v>45170</c:v>
                </c:pt>
                <c:pt idx="1186">
                  <c:v>45173</c:v>
                </c:pt>
                <c:pt idx="1187">
                  <c:v>45174</c:v>
                </c:pt>
                <c:pt idx="1188">
                  <c:v>45175</c:v>
                </c:pt>
                <c:pt idx="1189">
                  <c:v>45176</c:v>
                </c:pt>
                <c:pt idx="1190">
                  <c:v>45177</c:v>
                </c:pt>
                <c:pt idx="1191">
                  <c:v>45180</c:v>
                </c:pt>
                <c:pt idx="1192">
                  <c:v>45181</c:v>
                </c:pt>
                <c:pt idx="1193">
                  <c:v>45182</c:v>
                </c:pt>
                <c:pt idx="1194">
                  <c:v>45183</c:v>
                </c:pt>
                <c:pt idx="1195">
                  <c:v>45184</c:v>
                </c:pt>
                <c:pt idx="1196">
                  <c:v>45187</c:v>
                </c:pt>
                <c:pt idx="1197">
                  <c:v>45188</c:v>
                </c:pt>
                <c:pt idx="1198">
                  <c:v>45189</c:v>
                </c:pt>
                <c:pt idx="1199">
                  <c:v>45190</c:v>
                </c:pt>
                <c:pt idx="1200">
                  <c:v>45191</c:v>
                </c:pt>
                <c:pt idx="1201">
                  <c:v>45194</c:v>
                </c:pt>
                <c:pt idx="1202">
                  <c:v>45195</c:v>
                </c:pt>
                <c:pt idx="1203">
                  <c:v>45196</c:v>
                </c:pt>
                <c:pt idx="1204">
                  <c:v>45197</c:v>
                </c:pt>
                <c:pt idx="1205">
                  <c:v>45198</c:v>
                </c:pt>
                <c:pt idx="1206">
                  <c:v>45201</c:v>
                </c:pt>
                <c:pt idx="1207">
                  <c:v>45202</c:v>
                </c:pt>
                <c:pt idx="1208">
                  <c:v>45203</c:v>
                </c:pt>
                <c:pt idx="1209">
                  <c:v>45204</c:v>
                </c:pt>
                <c:pt idx="1210">
                  <c:v>45205</c:v>
                </c:pt>
                <c:pt idx="1211">
                  <c:v>45208</c:v>
                </c:pt>
                <c:pt idx="1212">
                  <c:v>45209</c:v>
                </c:pt>
                <c:pt idx="1213">
                  <c:v>45210</c:v>
                </c:pt>
                <c:pt idx="1214">
                  <c:v>45211</c:v>
                </c:pt>
                <c:pt idx="1215">
                  <c:v>45212</c:v>
                </c:pt>
                <c:pt idx="1216">
                  <c:v>45215</c:v>
                </c:pt>
                <c:pt idx="1217">
                  <c:v>45216</c:v>
                </c:pt>
                <c:pt idx="1218">
                  <c:v>45217</c:v>
                </c:pt>
                <c:pt idx="1219">
                  <c:v>45218</c:v>
                </c:pt>
                <c:pt idx="1220">
                  <c:v>45219</c:v>
                </c:pt>
                <c:pt idx="1221">
                  <c:v>45222</c:v>
                </c:pt>
                <c:pt idx="1222">
                  <c:v>45223</c:v>
                </c:pt>
                <c:pt idx="1223">
                  <c:v>45224</c:v>
                </c:pt>
                <c:pt idx="1224">
                  <c:v>45225</c:v>
                </c:pt>
                <c:pt idx="1225">
                  <c:v>45226</c:v>
                </c:pt>
                <c:pt idx="1226">
                  <c:v>45229</c:v>
                </c:pt>
                <c:pt idx="1227">
                  <c:v>45230</c:v>
                </c:pt>
                <c:pt idx="1228">
                  <c:v>45231</c:v>
                </c:pt>
                <c:pt idx="1229">
                  <c:v>45232</c:v>
                </c:pt>
                <c:pt idx="1230">
                  <c:v>45233</c:v>
                </c:pt>
                <c:pt idx="1231">
                  <c:v>45236</c:v>
                </c:pt>
                <c:pt idx="1232">
                  <c:v>45237</c:v>
                </c:pt>
                <c:pt idx="1233">
                  <c:v>45238</c:v>
                </c:pt>
                <c:pt idx="1234">
                  <c:v>45239</c:v>
                </c:pt>
                <c:pt idx="1235">
                  <c:v>45240</c:v>
                </c:pt>
                <c:pt idx="1236">
                  <c:v>45243</c:v>
                </c:pt>
                <c:pt idx="1237">
                  <c:v>45244</c:v>
                </c:pt>
                <c:pt idx="1238">
                  <c:v>45245</c:v>
                </c:pt>
                <c:pt idx="1239">
                  <c:v>45246</c:v>
                </c:pt>
                <c:pt idx="1240">
                  <c:v>45247</c:v>
                </c:pt>
                <c:pt idx="1241">
                  <c:v>45250</c:v>
                </c:pt>
                <c:pt idx="1242">
                  <c:v>45251</c:v>
                </c:pt>
                <c:pt idx="1243">
                  <c:v>45252</c:v>
                </c:pt>
                <c:pt idx="1244">
                  <c:v>45253</c:v>
                </c:pt>
                <c:pt idx="1245">
                  <c:v>45254</c:v>
                </c:pt>
                <c:pt idx="1246">
                  <c:v>45257</c:v>
                </c:pt>
                <c:pt idx="1247">
                  <c:v>45258</c:v>
                </c:pt>
                <c:pt idx="1248">
                  <c:v>45259</c:v>
                </c:pt>
                <c:pt idx="1249">
                  <c:v>45260</c:v>
                </c:pt>
                <c:pt idx="1250">
                  <c:v>45261</c:v>
                </c:pt>
                <c:pt idx="1251">
                  <c:v>45264</c:v>
                </c:pt>
                <c:pt idx="1252">
                  <c:v>45265</c:v>
                </c:pt>
                <c:pt idx="1253">
                  <c:v>45266</c:v>
                </c:pt>
                <c:pt idx="1254">
                  <c:v>45267</c:v>
                </c:pt>
                <c:pt idx="1255">
                  <c:v>45268</c:v>
                </c:pt>
                <c:pt idx="1256">
                  <c:v>45271</c:v>
                </c:pt>
                <c:pt idx="1257">
                  <c:v>45272</c:v>
                </c:pt>
                <c:pt idx="1258">
                  <c:v>45273</c:v>
                </c:pt>
                <c:pt idx="1259">
                  <c:v>45274</c:v>
                </c:pt>
                <c:pt idx="1260">
                  <c:v>45275</c:v>
                </c:pt>
                <c:pt idx="1261">
                  <c:v>45278</c:v>
                </c:pt>
                <c:pt idx="1262">
                  <c:v>45279</c:v>
                </c:pt>
                <c:pt idx="1263">
                  <c:v>45280</c:v>
                </c:pt>
                <c:pt idx="1264">
                  <c:v>45281</c:v>
                </c:pt>
                <c:pt idx="1265">
                  <c:v>45282</c:v>
                </c:pt>
                <c:pt idx="1266">
                  <c:v>45287</c:v>
                </c:pt>
                <c:pt idx="1267">
                  <c:v>45288</c:v>
                </c:pt>
                <c:pt idx="1268">
                  <c:v>45289</c:v>
                </c:pt>
              </c:numCache>
            </c:numRef>
          </c:cat>
          <c:val>
            <c:numRef>
              <c:f>'Confronto con indicizzazione'!$B$2:$B$1270</c:f>
              <c:numCache>
                <c:formatCode>#,##0.00\ "€"</c:formatCode>
                <c:ptCount val="1269"/>
                <c:pt idx="0">
                  <c:v>100</c:v>
                </c:pt>
                <c:pt idx="1">
                  <c:v>98.936662043458156</c:v>
                </c:pt>
                <c:pt idx="2">
                  <c:v>103.32871012482666</c:v>
                </c:pt>
                <c:pt idx="3">
                  <c:v>105.54785020804438</c:v>
                </c:pt>
                <c:pt idx="4">
                  <c:v>108.80721220527046</c:v>
                </c:pt>
                <c:pt idx="5">
                  <c:v>111.7660656495608</c:v>
                </c:pt>
                <c:pt idx="6">
                  <c:v>111.37309292649098</c:v>
                </c:pt>
                <c:pt idx="7">
                  <c:v>111.83541377716135</c:v>
                </c:pt>
                <c:pt idx="8">
                  <c:v>111.37309292649098</c:v>
                </c:pt>
                <c:pt idx="9">
                  <c:v>113.59223300970875</c:v>
                </c:pt>
                <c:pt idx="10">
                  <c:v>114.72491909385114</c:v>
                </c:pt>
                <c:pt idx="11">
                  <c:v>115.02542764678687</c:v>
                </c:pt>
                <c:pt idx="12">
                  <c:v>115.00231160425336</c:v>
                </c:pt>
                <c:pt idx="13">
                  <c:v>116.15811373092927</c:v>
                </c:pt>
                <c:pt idx="14">
                  <c:v>113.75404530744338</c:v>
                </c:pt>
                <c:pt idx="15">
                  <c:v>111.92787794729544</c:v>
                </c:pt>
                <c:pt idx="16">
                  <c:v>114.47064262598245</c:v>
                </c:pt>
                <c:pt idx="17">
                  <c:v>113.24549237170598</c:v>
                </c:pt>
                <c:pt idx="18">
                  <c:v>110.61026352288491</c:v>
                </c:pt>
                <c:pt idx="19">
                  <c:v>111.07258437355524</c:v>
                </c:pt>
                <c:pt idx="20">
                  <c:v>113.06056403143781</c:v>
                </c:pt>
                <c:pt idx="21">
                  <c:v>125.52011095700415</c:v>
                </c:pt>
                <c:pt idx="22">
                  <c:v>127.83171521035599</c:v>
                </c:pt>
                <c:pt idx="23">
                  <c:v>127.54276467868702</c:v>
                </c:pt>
                <c:pt idx="24">
                  <c:v>129.73878871937126</c:v>
                </c:pt>
                <c:pt idx="25">
                  <c:v>129.27646786870088</c:v>
                </c:pt>
                <c:pt idx="26">
                  <c:v>125.98243180767452</c:v>
                </c:pt>
                <c:pt idx="27">
                  <c:v>125.92464170134075</c:v>
                </c:pt>
                <c:pt idx="28">
                  <c:v>126.61812297734627</c:v>
                </c:pt>
                <c:pt idx="29">
                  <c:v>128.40961627369393</c:v>
                </c:pt>
                <c:pt idx="30">
                  <c:v>128.00508552935739</c:v>
                </c:pt>
                <c:pt idx="31">
                  <c:v>127.54276467868702</c:v>
                </c:pt>
                <c:pt idx="32">
                  <c:v>128.64077669902915</c:v>
                </c:pt>
                <c:pt idx="33">
                  <c:v>128.6985668053629</c:v>
                </c:pt>
                <c:pt idx="34">
                  <c:v>128.52519648636155</c:v>
                </c:pt>
                <c:pt idx="35">
                  <c:v>128.17845584835877</c:v>
                </c:pt>
                <c:pt idx="36">
                  <c:v>128.64077669902915</c:v>
                </c:pt>
                <c:pt idx="37">
                  <c:v>128.40961627369393</c:v>
                </c:pt>
                <c:pt idx="38">
                  <c:v>129.62320850670366</c:v>
                </c:pt>
                <c:pt idx="39">
                  <c:v>131.29912159038372</c:v>
                </c:pt>
                <c:pt idx="40">
                  <c:v>130.20110957004164</c:v>
                </c:pt>
                <c:pt idx="41">
                  <c:v>130.77901063337958</c:v>
                </c:pt>
                <c:pt idx="42">
                  <c:v>132.57050392972724</c:v>
                </c:pt>
                <c:pt idx="43">
                  <c:v>133.95746648173835</c:v>
                </c:pt>
                <c:pt idx="44">
                  <c:v>133.78409616273694</c:v>
                </c:pt>
                <c:pt idx="45">
                  <c:v>132.80166435506243</c:v>
                </c:pt>
                <c:pt idx="46">
                  <c:v>132.57050392972724</c:v>
                </c:pt>
                <c:pt idx="47">
                  <c:v>131.7614424410541</c:v>
                </c:pt>
                <c:pt idx="48">
                  <c:v>133.72630605640313</c:v>
                </c:pt>
                <c:pt idx="49">
                  <c:v>133.3795654184004</c:v>
                </c:pt>
                <c:pt idx="50">
                  <c:v>132.68608414239483</c:v>
                </c:pt>
                <c:pt idx="51">
                  <c:v>133.78409616273694</c:v>
                </c:pt>
                <c:pt idx="52">
                  <c:v>134.76652797041146</c:v>
                </c:pt>
                <c:pt idx="53">
                  <c:v>134.47757743874249</c:v>
                </c:pt>
                <c:pt idx="54">
                  <c:v>134.82431807674527</c:v>
                </c:pt>
                <c:pt idx="55">
                  <c:v>133.55293573740175</c:v>
                </c:pt>
                <c:pt idx="56">
                  <c:v>134.18862690707351</c:v>
                </c:pt>
                <c:pt idx="57">
                  <c:v>132.22376329172448</c:v>
                </c:pt>
                <c:pt idx="58">
                  <c:v>133.95746648173835</c:v>
                </c:pt>
                <c:pt idx="59">
                  <c:v>136.15349052242257</c:v>
                </c:pt>
                <c:pt idx="60">
                  <c:v>136.7891816920943</c:v>
                </c:pt>
                <c:pt idx="61">
                  <c:v>136.38465094775776</c:v>
                </c:pt>
                <c:pt idx="62">
                  <c:v>138.11835413777163</c:v>
                </c:pt>
                <c:pt idx="63">
                  <c:v>139.62089690245028</c:v>
                </c:pt>
                <c:pt idx="64">
                  <c:v>140.02542764678688</c:v>
                </c:pt>
                <c:pt idx="65">
                  <c:v>140.48774849745723</c:v>
                </c:pt>
                <c:pt idx="66">
                  <c:v>140.54553860379102</c:v>
                </c:pt>
                <c:pt idx="67">
                  <c:v>140.77669902912621</c:v>
                </c:pt>
                <c:pt idx="68">
                  <c:v>140.48774849745723</c:v>
                </c:pt>
                <c:pt idx="69">
                  <c:v>139.73647711511791</c:v>
                </c:pt>
                <c:pt idx="70">
                  <c:v>140.25658807212204</c:v>
                </c:pt>
                <c:pt idx="71">
                  <c:v>140.31437817845585</c:v>
                </c:pt>
                <c:pt idx="72">
                  <c:v>141.70134073046694</c:v>
                </c:pt>
                <c:pt idx="73">
                  <c:v>139.79426722145169</c:v>
                </c:pt>
                <c:pt idx="74">
                  <c:v>140.77669902912621</c:v>
                </c:pt>
                <c:pt idx="75">
                  <c:v>139.73647711511791</c:v>
                </c:pt>
                <c:pt idx="76">
                  <c:v>142.27924179380491</c:v>
                </c:pt>
                <c:pt idx="77">
                  <c:v>142.74156264447527</c:v>
                </c:pt>
                <c:pt idx="78">
                  <c:v>141.47018030513178</c:v>
                </c:pt>
                <c:pt idx="79">
                  <c:v>140.66111881645864</c:v>
                </c:pt>
                <c:pt idx="80">
                  <c:v>139.73647711511791</c:v>
                </c:pt>
                <c:pt idx="81">
                  <c:v>139.73647711511791</c:v>
                </c:pt>
                <c:pt idx="82">
                  <c:v>139.56310679611653</c:v>
                </c:pt>
                <c:pt idx="83">
                  <c:v>139.38973647711512</c:v>
                </c:pt>
                <c:pt idx="84">
                  <c:v>138.46509477577439</c:v>
                </c:pt>
                <c:pt idx="85">
                  <c:v>136.84697179842814</c:v>
                </c:pt>
                <c:pt idx="86">
                  <c:v>142.16366158113732</c:v>
                </c:pt>
                <c:pt idx="87">
                  <c:v>145.92001849283403</c:v>
                </c:pt>
                <c:pt idx="88">
                  <c:v>144.41747572815535</c:v>
                </c:pt>
                <c:pt idx="89">
                  <c:v>144.12852519648638</c:v>
                </c:pt>
                <c:pt idx="90">
                  <c:v>141.52797041146556</c:v>
                </c:pt>
                <c:pt idx="91">
                  <c:v>146.20896902450303</c:v>
                </c:pt>
                <c:pt idx="92">
                  <c:v>147.9426722145169</c:v>
                </c:pt>
                <c:pt idx="93">
                  <c:v>149.04068423485899</c:v>
                </c:pt>
                <c:pt idx="94">
                  <c:v>148.57836338418863</c:v>
                </c:pt>
                <c:pt idx="95">
                  <c:v>146.38233934350438</c:v>
                </c:pt>
                <c:pt idx="96">
                  <c:v>148.46278317152104</c:v>
                </c:pt>
                <c:pt idx="97">
                  <c:v>148.11604253351825</c:v>
                </c:pt>
                <c:pt idx="98">
                  <c:v>146.61349976883957</c:v>
                </c:pt>
                <c:pt idx="99">
                  <c:v>147.9426722145169</c:v>
                </c:pt>
                <c:pt idx="100">
                  <c:v>147.7693018955155</c:v>
                </c:pt>
                <c:pt idx="101">
                  <c:v>149.15626444752661</c:v>
                </c:pt>
                <c:pt idx="102">
                  <c:v>147.13361072584374</c:v>
                </c:pt>
                <c:pt idx="103">
                  <c:v>147.9426722145169</c:v>
                </c:pt>
                <c:pt idx="104">
                  <c:v>147.48035136384652</c:v>
                </c:pt>
                <c:pt idx="105">
                  <c:v>147.19140083217752</c:v>
                </c:pt>
                <c:pt idx="106">
                  <c:v>147.48035136384652</c:v>
                </c:pt>
                <c:pt idx="107">
                  <c:v>148.86731391585764</c:v>
                </c:pt>
                <c:pt idx="108">
                  <c:v>151.64123901987978</c:v>
                </c:pt>
                <c:pt idx="109">
                  <c:v>153.54831252889505</c:v>
                </c:pt>
                <c:pt idx="110">
                  <c:v>157.53582986592698</c:v>
                </c:pt>
                <c:pt idx="111">
                  <c:v>158.05594082293112</c:v>
                </c:pt>
                <c:pt idx="112">
                  <c:v>157.82478039759596</c:v>
                </c:pt>
                <c:pt idx="113">
                  <c:v>157.18908922792417</c:v>
                </c:pt>
                <c:pt idx="114">
                  <c:v>158.2293111419325</c:v>
                </c:pt>
                <c:pt idx="115">
                  <c:v>163.43042071197414</c:v>
                </c:pt>
                <c:pt idx="116">
                  <c:v>161.58113730929267</c:v>
                </c:pt>
                <c:pt idx="117">
                  <c:v>165.27970411465557</c:v>
                </c:pt>
                <c:pt idx="118">
                  <c:v>165.56865464632455</c:v>
                </c:pt>
                <c:pt idx="119">
                  <c:v>165.39528432732317</c:v>
                </c:pt>
                <c:pt idx="120">
                  <c:v>163.60379103097551</c:v>
                </c:pt>
                <c:pt idx="121">
                  <c:v>161.58113730929267</c:v>
                </c:pt>
                <c:pt idx="122">
                  <c:v>162.73693943596859</c:v>
                </c:pt>
                <c:pt idx="123">
                  <c:v>165.04854368932041</c:v>
                </c:pt>
                <c:pt idx="124">
                  <c:v>166.49329634766531</c:v>
                </c:pt>
                <c:pt idx="125">
                  <c:v>168.80490060101712</c:v>
                </c:pt>
                <c:pt idx="126">
                  <c:v>171.75219602404067</c:v>
                </c:pt>
                <c:pt idx="127">
                  <c:v>171.28987517337032</c:v>
                </c:pt>
                <c:pt idx="128">
                  <c:v>170.24965325936202</c:v>
                </c:pt>
                <c:pt idx="129">
                  <c:v>171.40545538603794</c:v>
                </c:pt>
                <c:pt idx="130">
                  <c:v>170.07628294036064</c:v>
                </c:pt>
                <c:pt idx="131">
                  <c:v>171.52103559870551</c:v>
                </c:pt>
                <c:pt idx="132">
                  <c:v>170.88534442903375</c:v>
                </c:pt>
                <c:pt idx="133">
                  <c:v>171.05871474803513</c:v>
                </c:pt>
                <c:pt idx="134">
                  <c:v>172.56125751271384</c:v>
                </c:pt>
                <c:pt idx="135">
                  <c:v>174.87286176606568</c:v>
                </c:pt>
                <c:pt idx="136">
                  <c:v>173.77484974572351</c:v>
                </c:pt>
                <c:pt idx="137">
                  <c:v>172.85020804438284</c:v>
                </c:pt>
                <c:pt idx="138">
                  <c:v>171.80998613037451</c:v>
                </c:pt>
                <c:pt idx="139">
                  <c:v>172.56125751271384</c:v>
                </c:pt>
                <c:pt idx="140">
                  <c:v>174.5261211280629</c:v>
                </c:pt>
                <c:pt idx="141">
                  <c:v>173.37031900138697</c:v>
                </c:pt>
                <c:pt idx="142">
                  <c:v>172.21451687471105</c:v>
                </c:pt>
                <c:pt idx="143">
                  <c:v>171.69440591770692</c:v>
                </c:pt>
                <c:pt idx="144">
                  <c:v>170.59639389736475</c:v>
                </c:pt>
                <c:pt idx="145">
                  <c:v>166.66666666666666</c:v>
                </c:pt>
                <c:pt idx="146">
                  <c:v>168.34257975034677</c:v>
                </c:pt>
                <c:pt idx="147">
                  <c:v>172.67683772538143</c:v>
                </c:pt>
                <c:pt idx="148">
                  <c:v>165.16412390198801</c:v>
                </c:pt>
                <c:pt idx="149">
                  <c:v>162.79472954230238</c:v>
                </c:pt>
                <c:pt idx="150">
                  <c:v>159.55848358760983</c:v>
                </c:pt>
                <c:pt idx="151">
                  <c:v>162.15903837263065</c:v>
                </c:pt>
                <c:pt idx="152">
                  <c:v>165.39528432732317</c:v>
                </c:pt>
                <c:pt idx="153">
                  <c:v>161.92787794729543</c:v>
                </c:pt>
                <c:pt idx="154">
                  <c:v>164.00832177531208</c:v>
                </c:pt>
                <c:pt idx="155">
                  <c:v>165.97318539066111</c:v>
                </c:pt>
                <c:pt idx="156">
                  <c:v>162.04345815996302</c:v>
                </c:pt>
                <c:pt idx="157">
                  <c:v>161.87008784096165</c:v>
                </c:pt>
                <c:pt idx="158">
                  <c:v>163.77716134997689</c:v>
                </c:pt>
                <c:pt idx="159">
                  <c:v>161.2921867776237</c:v>
                </c:pt>
                <c:pt idx="160">
                  <c:v>163.89274156264452</c:v>
                </c:pt>
                <c:pt idx="161">
                  <c:v>161.58113730929267</c:v>
                </c:pt>
                <c:pt idx="162">
                  <c:v>159.4429033749422</c:v>
                </c:pt>
                <c:pt idx="163">
                  <c:v>162.67914932963475</c:v>
                </c:pt>
                <c:pt idx="164">
                  <c:v>167.53351826167361</c:v>
                </c:pt>
                <c:pt idx="165">
                  <c:v>164.93296347665279</c:v>
                </c:pt>
                <c:pt idx="166">
                  <c:v>166.14655570966252</c:v>
                </c:pt>
                <c:pt idx="167">
                  <c:v>165.51086453999076</c:v>
                </c:pt>
                <c:pt idx="168">
                  <c:v>166.26213592233009</c:v>
                </c:pt>
                <c:pt idx="169">
                  <c:v>167.36014794267226</c:v>
                </c:pt>
                <c:pt idx="170">
                  <c:v>168.22699953767918</c:v>
                </c:pt>
                <c:pt idx="171">
                  <c:v>169.67175219602407</c:v>
                </c:pt>
                <c:pt idx="172">
                  <c:v>171.6366158113731</c:v>
                </c:pt>
                <c:pt idx="173">
                  <c:v>169.09385113268613</c:v>
                </c:pt>
                <c:pt idx="174">
                  <c:v>158.98058252427188</c:v>
                </c:pt>
                <c:pt idx="175">
                  <c:v>160.48312528895053</c:v>
                </c:pt>
                <c:pt idx="176">
                  <c:v>160.8876560332871</c:v>
                </c:pt>
                <c:pt idx="177">
                  <c:v>160.48312528895053</c:v>
                </c:pt>
                <c:pt idx="178">
                  <c:v>158.57605177993528</c:v>
                </c:pt>
                <c:pt idx="179">
                  <c:v>160.48312528895053</c:v>
                </c:pt>
                <c:pt idx="180">
                  <c:v>161.34997688395748</c:v>
                </c:pt>
                <c:pt idx="181">
                  <c:v>161.2921867776237</c:v>
                </c:pt>
                <c:pt idx="182">
                  <c:v>160.30975496994915</c:v>
                </c:pt>
                <c:pt idx="183">
                  <c:v>160.02080443828015</c:v>
                </c:pt>
                <c:pt idx="184">
                  <c:v>158.40268146093391</c:v>
                </c:pt>
                <c:pt idx="185">
                  <c:v>157.59361997226077</c:v>
                </c:pt>
                <c:pt idx="186">
                  <c:v>159.8474341192788</c:v>
                </c:pt>
                <c:pt idx="187">
                  <c:v>162.10124826629681</c:v>
                </c:pt>
                <c:pt idx="188">
                  <c:v>163.60379103097551</c:v>
                </c:pt>
                <c:pt idx="189">
                  <c:v>160.30975496994915</c:v>
                </c:pt>
                <c:pt idx="190">
                  <c:v>154.01063337956543</c:v>
                </c:pt>
                <c:pt idx="191">
                  <c:v>157.99815071659731</c:v>
                </c:pt>
                <c:pt idx="192">
                  <c:v>157.82478039759596</c:v>
                </c:pt>
                <c:pt idx="193">
                  <c:v>155.80212667591312</c:v>
                </c:pt>
                <c:pt idx="194">
                  <c:v>156.9001386962552</c:v>
                </c:pt>
                <c:pt idx="195">
                  <c:v>157.65141007859455</c:v>
                </c:pt>
                <c:pt idx="196">
                  <c:v>161.69671752196027</c:v>
                </c:pt>
                <c:pt idx="197">
                  <c:v>162.10124826629681</c:v>
                </c:pt>
                <c:pt idx="198">
                  <c:v>164.47064262598246</c:v>
                </c:pt>
                <c:pt idx="199">
                  <c:v>167.7646786870088</c:v>
                </c:pt>
                <c:pt idx="200">
                  <c:v>164.93296347665279</c:v>
                </c:pt>
                <c:pt idx="201">
                  <c:v>161.87008784096165</c:v>
                </c:pt>
                <c:pt idx="202">
                  <c:v>161.81229773462783</c:v>
                </c:pt>
                <c:pt idx="203">
                  <c:v>162.39019879796578</c:v>
                </c:pt>
                <c:pt idx="204">
                  <c:v>158.69163199260288</c:v>
                </c:pt>
                <c:pt idx="205">
                  <c:v>161.52334720295886</c:v>
                </c:pt>
                <c:pt idx="206">
                  <c:v>162.10124826629681</c:v>
                </c:pt>
                <c:pt idx="207">
                  <c:v>164.29727230698106</c:v>
                </c:pt>
                <c:pt idx="208">
                  <c:v>164.12390198797965</c:v>
                </c:pt>
                <c:pt idx="209">
                  <c:v>164.64401294498381</c:v>
                </c:pt>
                <c:pt idx="210">
                  <c:v>165.79981507165974</c:v>
                </c:pt>
                <c:pt idx="211">
                  <c:v>166.95561719833566</c:v>
                </c:pt>
                <c:pt idx="212">
                  <c:v>177.82015718908923</c:v>
                </c:pt>
                <c:pt idx="213">
                  <c:v>173.081368469718</c:v>
                </c:pt>
                <c:pt idx="214">
                  <c:v>173.13915857605181</c:v>
                </c:pt>
                <c:pt idx="215">
                  <c:v>173.54368932038838</c:v>
                </c:pt>
                <c:pt idx="216">
                  <c:v>172.90799815071659</c:v>
                </c:pt>
                <c:pt idx="217">
                  <c:v>171.86777623670827</c:v>
                </c:pt>
                <c:pt idx="218">
                  <c:v>172.96578825705041</c:v>
                </c:pt>
                <c:pt idx="219">
                  <c:v>172.15672676837727</c:v>
                </c:pt>
                <c:pt idx="220">
                  <c:v>173.02357836338419</c:v>
                </c:pt>
                <c:pt idx="221">
                  <c:v>174.58391123439668</c:v>
                </c:pt>
                <c:pt idx="222">
                  <c:v>172.50346740638003</c:v>
                </c:pt>
                <c:pt idx="223">
                  <c:v>170.94313453536756</c:v>
                </c:pt>
                <c:pt idx="224">
                  <c:v>172.50346740638003</c:v>
                </c:pt>
                <c:pt idx="225">
                  <c:v>173.37031900138697</c:v>
                </c:pt>
                <c:pt idx="226">
                  <c:v>172.73462783171522</c:v>
                </c:pt>
                <c:pt idx="227">
                  <c:v>175.33518261673601</c:v>
                </c:pt>
                <c:pt idx="228">
                  <c:v>177.9357374017568</c:v>
                </c:pt>
                <c:pt idx="229">
                  <c:v>179.26490984743413</c:v>
                </c:pt>
                <c:pt idx="230">
                  <c:v>177.24225612575125</c:v>
                </c:pt>
                <c:pt idx="231">
                  <c:v>177.30004623208509</c:v>
                </c:pt>
                <c:pt idx="232">
                  <c:v>171.28987517337032</c:v>
                </c:pt>
                <c:pt idx="233">
                  <c:v>174.64170134073046</c:v>
                </c:pt>
                <c:pt idx="234">
                  <c:v>175.16181229773466</c:v>
                </c:pt>
                <c:pt idx="235">
                  <c:v>174.29496070272771</c:v>
                </c:pt>
                <c:pt idx="236">
                  <c:v>174.29496070272771</c:v>
                </c:pt>
                <c:pt idx="237">
                  <c:v>170.94313453536756</c:v>
                </c:pt>
                <c:pt idx="238">
                  <c:v>172.33009708737865</c:v>
                </c:pt>
                <c:pt idx="239">
                  <c:v>172.21451687471105</c:v>
                </c:pt>
                <c:pt idx="240">
                  <c:v>173.081368469718</c:v>
                </c:pt>
                <c:pt idx="241">
                  <c:v>170.48081368469718</c:v>
                </c:pt>
                <c:pt idx="242">
                  <c:v>171.23208506703654</c:v>
                </c:pt>
                <c:pt idx="243">
                  <c:v>173.13915857605181</c:v>
                </c:pt>
                <c:pt idx="244">
                  <c:v>173.37031900138697</c:v>
                </c:pt>
                <c:pt idx="245">
                  <c:v>173.19694868238557</c:v>
                </c:pt>
                <c:pt idx="246">
                  <c:v>174.5261211280629</c:v>
                </c:pt>
                <c:pt idx="247">
                  <c:v>175.79750346740639</c:v>
                </c:pt>
                <c:pt idx="248">
                  <c:v>175.68192325473879</c:v>
                </c:pt>
                <c:pt idx="249">
                  <c:v>170.94313453536756</c:v>
                </c:pt>
                <c:pt idx="250">
                  <c:v>172.85020804438284</c:v>
                </c:pt>
                <c:pt idx="251">
                  <c:v>172.792417938049</c:v>
                </c:pt>
                <c:pt idx="252">
                  <c:v>171.28987517337032</c:v>
                </c:pt>
                <c:pt idx="253">
                  <c:v>171.98335644937589</c:v>
                </c:pt>
                <c:pt idx="254">
                  <c:v>175.21960240406841</c:v>
                </c:pt>
                <c:pt idx="255">
                  <c:v>176.54877484974574</c:v>
                </c:pt>
                <c:pt idx="256">
                  <c:v>180.30513176144245</c:v>
                </c:pt>
                <c:pt idx="257">
                  <c:v>179.90060101710588</c:v>
                </c:pt>
                <c:pt idx="258">
                  <c:v>180.59408229311143</c:v>
                </c:pt>
                <c:pt idx="259">
                  <c:v>179.38049006010169</c:v>
                </c:pt>
                <c:pt idx="260">
                  <c:v>178.28247803975961</c:v>
                </c:pt>
                <c:pt idx="261">
                  <c:v>181.57651410078594</c:v>
                </c:pt>
                <c:pt idx="262">
                  <c:v>181.74988441978735</c:v>
                </c:pt>
                <c:pt idx="263">
                  <c:v>179.26490984743413</c:v>
                </c:pt>
                <c:pt idx="264">
                  <c:v>180.94082293111421</c:v>
                </c:pt>
                <c:pt idx="265">
                  <c:v>179.49607027276932</c:v>
                </c:pt>
                <c:pt idx="266">
                  <c:v>181.46093388811838</c:v>
                </c:pt>
                <c:pt idx="267">
                  <c:v>174.75728155339806</c:v>
                </c:pt>
                <c:pt idx="268">
                  <c:v>180.70966250577902</c:v>
                </c:pt>
                <c:pt idx="269">
                  <c:v>180.998613037448</c:v>
                </c:pt>
                <c:pt idx="270">
                  <c:v>178.45584835876102</c:v>
                </c:pt>
                <c:pt idx="271">
                  <c:v>176.25982431807677</c:v>
                </c:pt>
                <c:pt idx="272">
                  <c:v>178.28247803975961</c:v>
                </c:pt>
                <c:pt idx="273">
                  <c:v>174.17938049006011</c:v>
                </c:pt>
                <c:pt idx="274">
                  <c:v>177.1844660194175</c:v>
                </c:pt>
                <c:pt idx="275">
                  <c:v>177.30004623208509</c:v>
                </c:pt>
                <c:pt idx="276">
                  <c:v>177.01109570041612</c:v>
                </c:pt>
                <c:pt idx="277">
                  <c:v>177.12667591308369</c:v>
                </c:pt>
                <c:pt idx="278">
                  <c:v>180.998613037448</c:v>
                </c:pt>
                <c:pt idx="279">
                  <c:v>184.40822931114195</c:v>
                </c:pt>
                <c:pt idx="280">
                  <c:v>183.36800739713362</c:v>
                </c:pt>
                <c:pt idx="281">
                  <c:v>184.63938973647714</c:v>
                </c:pt>
                <c:pt idx="282">
                  <c:v>188.68469717984283</c:v>
                </c:pt>
                <c:pt idx="283">
                  <c:v>190.64956079519186</c:v>
                </c:pt>
                <c:pt idx="284">
                  <c:v>193.25011558021265</c:v>
                </c:pt>
                <c:pt idx="285">
                  <c:v>189.72491909385113</c:v>
                </c:pt>
                <c:pt idx="286">
                  <c:v>184.69717984281093</c:v>
                </c:pt>
                <c:pt idx="287">
                  <c:v>174.87286176606568</c:v>
                </c:pt>
                <c:pt idx="288">
                  <c:v>174.5261211280629</c:v>
                </c:pt>
                <c:pt idx="289">
                  <c:v>173.54368932038838</c:v>
                </c:pt>
                <c:pt idx="290">
                  <c:v>167.01340730466944</c:v>
                </c:pt>
                <c:pt idx="291">
                  <c:v>163.60379103097551</c:v>
                </c:pt>
                <c:pt idx="292">
                  <c:v>163.14147018030513</c:v>
                </c:pt>
                <c:pt idx="293">
                  <c:v>165.62644475265839</c:v>
                </c:pt>
                <c:pt idx="294">
                  <c:v>164.12390198797965</c:v>
                </c:pt>
                <c:pt idx="295">
                  <c:v>161.75450762829402</c:v>
                </c:pt>
                <c:pt idx="296">
                  <c:v>156.03328710124828</c:v>
                </c:pt>
                <c:pt idx="297">
                  <c:v>144.12852519648638</c:v>
                </c:pt>
                <c:pt idx="298">
                  <c:v>145.05316689782711</c:v>
                </c:pt>
                <c:pt idx="299">
                  <c:v>149.27184466019418</c:v>
                </c:pt>
                <c:pt idx="300">
                  <c:v>133.95746648173835</c:v>
                </c:pt>
                <c:pt idx="301">
                  <c:v>142.39482200647251</c:v>
                </c:pt>
                <c:pt idx="302">
                  <c:v>141.0078594544614</c:v>
                </c:pt>
                <c:pt idx="303">
                  <c:v>145.80443828016644</c:v>
                </c:pt>
                <c:pt idx="304">
                  <c:v>147.36477115117893</c:v>
                </c:pt>
                <c:pt idx="305">
                  <c:v>150.71659731853907</c:v>
                </c:pt>
                <c:pt idx="306">
                  <c:v>151.41007859454461</c:v>
                </c:pt>
                <c:pt idx="307">
                  <c:v>144.70642625982433</c:v>
                </c:pt>
                <c:pt idx="308">
                  <c:v>160.19417475728156</c:v>
                </c:pt>
                <c:pt idx="309">
                  <c:v>161.69671752196027</c:v>
                </c:pt>
                <c:pt idx="310">
                  <c:v>163.19926028663892</c:v>
                </c:pt>
                <c:pt idx="311">
                  <c:v>159.03837263060566</c:v>
                </c:pt>
                <c:pt idx="312">
                  <c:v>160.82986592695332</c:v>
                </c:pt>
                <c:pt idx="313">
                  <c:v>163.60379103097551</c:v>
                </c:pt>
                <c:pt idx="314">
                  <c:v>157.94036061026353</c:v>
                </c:pt>
                <c:pt idx="315">
                  <c:v>156.43781784558485</c:v>
                </c:pt>
                <c:pt idx="316">
                  <c:v>146.09338881183541</c:v>
                </c:pt>
                <c:pt idx="317">
                  <c:v>153.14378178455848</c:v>
                </c:pt>
                <c:pt idx="318">
                  <c:v>157.59361997226077</c:v>
                </c:pt>
                <c:pt idx="319">
                  <c:v>163.25705039297273</c:v>
                </c:pt>
                <c:pt idx="320">
                  <c:v>162.50577901063338</c:v>
                </c:pt>
                <c:pt idx="321">
                  <c:v>163.48821081830792</c:v>
                </c:pt>
                <c:pt idx="322">
                  <c:v>159.03837263060566</c:v>
                </c:pt>
                <c:pt idx="323">
                  <c:v>165.22191400832179</c:v>
                </c:pt>
                <c:pt idx="324">
                  <c:v>171.75219602404067</c:v>
                </c:pt>
                <c:pt idx="325">
                  <c:v>168.28478964401293</c:v>
                </c:pt>
                <c:pt idx="326">
                  <c:v>164.81738326398522</c:v>
                </c:pt>
                <c:pt idx="327">
                  <c:v>167.9380490060102</c:v>
                </c:pt>
                <c:pt idx="328">
                  <c:v>169.3828016643551</c:v>
                </c:pt>
                <c:pt idx="329">
                  <c:v>166.49329634766531</c:v>
                </c:pt>
                <c:pt idx="330">
                  <c:v>169.90291262135923</c:v>
                </c:pt>
                <c:pt idx="331">
                  <c:v>168.63153028201575</c:v>
                </c:pt>
                <c:pt idx="332">
                  <c:v>169.15164123901988</c:v>
                </c:pt>
                <c:pt idx="333">
                  <c:v>165.74202496532595</c:v>
                </c:pt>
                <c:pt idx="334">
                  <c:v>168.16920943134537</c:v>
                </c:pt>
                <c:pt idx="335">
                  <c:v>167.12898751733704</c:v>
                </c:pt>
                <c:pt idx="336">
                  <c:v>169.32501155802126</c:v>
                </c:pt>
                <c:pt idx="337">
                  <c:v>168.34257975034677</c:v>
                </c:pt>
                <c:pt idx="338">
                  <c:v>169.26722145168748</c:v>
                </c:pt>
                <c:pt idx="339">
                  <c:v>170.65418400369859</c:v>
                </c:pt>
                <c:pt idx="340">
                  <c:v>168.92048081368472</c:v>
                </c:pt>
                <c:pt idx="341">
                  <c:v>166.4355062413315</c:v>
                </c:pt>
                <c:pt idx="342">
                  <c:v>164.35506241331484</c:v>
                </c:pt>
                <c:pt idx="343">
                  <c:v>167.47572815533982</c:v>
                </c:pt>
                <c:pt idx="344">
                  <c:v>173.54368932038838</c:v>
                </c:pt>
                <c:pt idx="345">
                  <c:v>168.86269070735091</c:v>
                </c:pt>
                <c:pt idx="346">
                  <c:v>167.88025889967639</c:v>
                </c:pt>
                <c:pt idx="347">
                  <c:v>167.12898751733704</c:v>
                </c:pt>
                <c:pt idx="348">
                  <c:v>169.67175219602407</c:v>
                </c:pt>
                <c:pt idx="349">
                  <c:v>172.67683772538143</c:v>
                </c:pt>
                <c:pt idx="350">
                  <c:v>172.67683772538143</c:v>
                </c:pt>
                <c:pt idx="351">
                  <c:v>170.65418400369859</c:v>
                </c:pt>
                <c:pt idx="352">
                  <c:v>175.45076282940363</c:v>
                </c:pt>
                <c:pt idx="353">
                  <c:v>175.56634304207122</c:v>
                </c:pt>
                <c:pt idx="354">
                  <c:v>176.25982431807677</c:v>
                </c:pt>
                <c:pt idx="355">
                  <c:v>181.51872399445216</c:v>
                </c:pt>
                <c:pt idx="356">
                  <c:v>179.38049006010169</c:v>
                </c:pt>
                <c:pt idx="357">
                  <c:v>177.87794729542304</c:v>
                </c:pt>
                <c:pt idx="358">
                  <c:v>175.21960240406841</c:v>
                </c:pt>
                <c:pt idx="359">
                  <c:v>177.24225612575125</c:v>
                </c:pt>
                <c:pt idx="360">
                  <c:v>178.57142857142858</c:v>
                </c:pt>
                <c:pt idx="361">
                  <c:v>172.15672676837727</c:v>
                </c:pt>
                <c:pt idx="362">
                  <c:v>171.80998613037451</c:v>
                </c:pt>
                <c:pt idx="363">
                  <c:v>171.28987517337032</c:v>
                </c:pt>
                <c:pt idx="364">
                  <c:v>175.91308368007395</c:v>
                </c:pt>
                <c:pt idx="365">
                  <c:v>174.4105409153953</c:v>
                </c:pt>
                <c:pt idx="366">
                  <c:v>174.17938049006011</c:v>
                </c:pt>
                <c:pt idx="367">
                  <c:v>175.33518261673601</c:v>
                </c:pt>
                <c:pt idx="368">
                  <c:v>175.79750346740639</c:v>
                </c:pt>
                <c:pt idx="369">
                  <c:v>178.68700878409615</c:v>
                </c:pt>
                <c:pt idx="370">
                  <c:v>172.85020804438284</c:v>
                </c:pt>
                <c:pt idx="371">
                  <c:v>173.25473878871938</c:v>
                </c:pt>
                <c:pt idx="372">
                  <c:v>174.98844197873325</c:v>
                </c:pt>
                <c:pt idx="373">
                  <c:v>175.56634304207122</c:v>
                </c:pt>
                <c:pt idx="374">
                  <c:v>175.50855293573738</c:v>
                </c:pt>
                <c:pt idx="375">
                  <c:v>175.04623208506703</c:v>
                </c:pt>
                <c:pt idx="376">
                  <c:v>179.03374942209896</c:v>
                </c:pt>
                <c:pt idx="377">
                  <c:v>177.53120665742026</c:v>
                </c:pt>
                <c:pt idx="378">
                  <c:v>180.998613037448</c:v>
                </c:pt>
                <c:pt idx="379">
                  <c:v>179.78502080443829</c:v>
                </c:pt>
                <c:pt idx="380">
                  <c:v>178.57142857142858</c:v>
                </c:pt>
                <c:pt idx="381">
                  <c:v>178.80258899676375</c:v>
                </c:pt>
                <c:pt idx="382">
                  <c:v>181.46093388811838</c:v>
                </c:pt>
                <c:pt idx="383">
                  <c:v>183.25242718446603</c:v>
                </c:pt>
                <c:pt idx="384">
                  <c:v>179.49607027276932</c:v>
                </c:pt>
                <c:pt idx="385">
                  <c:v>181.74988441978735</c:v>
                </c:pt>
                <c:pt idx="386">
                  <c:v>179.03374942209896</c:v>
                </c:pt>
                <c:pt idx="387">
                  <c:v>178.1091077207582</c:v>
                </c:pt>
                <c:pt idx="388">
                  <c:v>181.46093388811838</c:v>
                </c:pt>
                <c:pt idx="389">
                  <c:v>183.77253814147019</c:v>
                </c:pt>
                <c:pt idx="390">
                  <c:v>182.90568654646327</c:v>
                </c:pt>
                <c:pt idx="391">
                  <c:v>184.11927877947298</c:v>
                </c:pt>
                <c:pt idx="392">
                  <c:v>178.57142857142858</c:v>
                </c:pt>
                <c:pt idx="393">
                  <c:v>179.20711974110034</c:v>
                </c:pt>
                <c:pt idx="394">
                  <c:v>177.01109570041612</c:v>
                </c:pt>
                <c:pt idx="395">
                  <c:v>177.70457697642163</c:v>
                </c:pt>
                <c:pt idx="396">
                  <c:v>176.66435506241331</c:v>
                </c:pt>
                <c:pt idx="397">
                  <c:v>174.93065187239944</c:v>
                </c:pt>
                <c:pt idx="398">
                  <c:v>181.69209431345351</c:v>
                </c:pt>
                <c:pt idx="399">
                  <c:v>182.3277854831253</c:v>
                </c:pt>
                <c:pt idx="400">
                  <c:v>182.26999537679148</c:v>
                </c:pt>
                <c:pt idx="401">
                  <c:v>181.11419325011556</c:v>
                </c:pt>
                <c:pt idx="402">
                  <c:v>182.84789644012943</c:v>
                </c:pt>
                <c:pt idx="403">
                  <c:v>180.47850208044386</c:v>
                </c:pt>
                <c:pt idx="404">
                  <c:v>183.77253814147019</c:v>
                </c:pt>
                <c:pt idx="405">
                  <c:v>188.68469717984283</c:v>
                </c:pt>
                <c:pt idx="406">
                  <c:v>190.70735090152567</c:v>
                </c:pt>
                <c:pt idx="407">
                  <c:v>189.66712898751734</c:v>
                </c:pt>
                <c:pt idx="408">
                  <c:v>192.84558483587611</c:v>
                </c:pt>
                <c:pt idx="409">
                  <c:v>190.82293111419327</c:v>
                </c:pt>
                <c:pt idx="410">
                  <c:v>189.32038834951459</c:v>
                </c:pt>
                <c:pt idx="411">
                  <c:v>189.49375866851594</c:v>
                </c:pt>
                <c:pt idx="412">
                  <c:v>189.55154877484978</c:v>
                </c:pt>
                <c:pt idx="413">
                  <c:v>191.747572815534</c:v>
                </c:pt>
                <c:pt idx="414">
                  <c:v>192.09431345353676</c:v>
                </c:pt>
                <c:pt idx="415">
                  <c:v>193.71243643088303</c:v>
                </c:pt>
                <c:pt idx="416">
                  <c:v>191.11188164586224</c:v>
                </c:pt>
                <c:pt idx="417">
                  <c:v>190.0138696255201</c:v>
                </c:pt>
                <c:pt idx="418">
                  <c:v>188.62690707350902</c:v>
                </c:pt>
                <c:pt idx="419">
                  <c:v>188.45353675450764</c:v>
                </c:pt>
                <c:pt idx="420">
                  <c:v>190.82293111419327</c:v>
                </c:pt>
                <c:pt idx="421">
                  <c:v>187.29773462783174</c:v>
                </c:pt>
                <c:pt idx="422">
                  <c:v>185.73740175681922</c:v>
                </c:pt>
                <c:pt idx="423">
                  <c:v>188.22237632917245</c:v>
                </c:pt>
                <c:pt idx="424">
                  <c:v>186.0263522884882</c:v>
                </c:pt>
                <c:pt idx="425">
                  <c:v>185.96856218215441</c:v>
                </c:pt>
                <c:pt idx="426">
                  <c:v>185.15950069348125</c:v>
                </c:pt>
                <c:pt idx="427">
                  <c:v>187.23994452149793</c:v>
                </c:pt>
                <c:pt idx="428">
                  <c:v>186.54646324549239</c:v>
                </c:pt>
                <c:pt idx="429">
                  <c:v>187.47110494683309</c:v>
                </c:pt>
                <c:pt idx="430">
                  <c:v>185.91077207582063</c:v>
                </c:pt>
                <c:pt idx="431">
                  <c:v>185.50624133148406</c:v>
                </c:pt>
                <c:pt idx="432">
                  <c:v>183.88811835413776</c:v>
                </c:pt>
                <c:pt idx="433">
                  <c:v>178.51363846509477</c:v>
                </c:pt>
                <c:pt idx="434">
                  <c:v>180.36292186777624</c:v>
                </c:pt>
                <c:pt idx="435">
                  <c:v>180.65187239944524</c:v>
                </c:pt>
                <c:pt idx="436">
                  <c:v>181.51872399445216</c:v>
                </c:pt>
                <c:pt idx="437">
                  <c:v>179.20711974110034</c:v>
                </c:pt>
                <c:pt idx="438">
                  <c:v>181.86546463245492</c:v>
                </c:pt>
                <c:pt idx="439">
                  <c:v>180.47850208044386</c:v>
                </c:pt>
                <c:pt idx="440">
                  <c:v>181.05640314378181</c:v>
                </c:pt>
                <c:pt idx="441">
                  <c:v>181.34535367545078</c:v>
                </c:pt>
                <c:pt idx="442">
                  <c:v>179.61165048543691</c:v>
                </c:pt>
                <c:pt idx="443">
                  <c:v>177.76236708275545</c:v>
                </c:pt>
                <c:pt idx="444">
                  <c:v>176.14424410540917</c:v>
                </c:pt>
                <c:pt idx="445">
                  <c:v>181.17198335644937</c:v>
                </c:pt>
                <c:pt idx="446">
                  <c:v>178.62921867776237</c:v>
                </c:pt>
                <c:pt idx="447">
                  <c:v>178.97595931576512</c:v>
                </c:pt>
                <c:pt idx="448">
                  <c:v>181.28756356911697</c:v>
                </c:pt>
                <c:pt idx="449">
                  <c:v>181.86546463245492</c:v>
                </c:pt>
                <c:pt idx="450">
                  <c:v>182.15441516412389</c:v>
                </c:pt>
                <c:pt idx="451">
                  <c:v>183.13684697179841</c:v>
                </c:pt>
                <c:pt idx="452">
                  <c:v>189.37817845584837</c:v>
                </c:pt>
                <c:pt idx="453">
                  <c:v>188.22237632917245</c:v>
                </c:pt>
                <c:pt idx="454">
                  <c:v>188.16458622283866</c:v>
                </c:pt>
                <c:pt idx="455">
                  <c:v>184.69717984281093</c:v>
                </c:pt>
                <c:pt idx="456">
                  <c:v>186.08414239482201</c:v>
                </c:pt>
                <c:pt idx="457">
                  <c:v>185.50624133148406</c:v>
                </c:pt>
                <c:pt idx="458">
                  <c:v>180.70966250577902</c:v>
                </c:pt>
                <c:pt idx="459">
                  <c:v>181.40314378178454</c:v>
                </c:pt>
                <c:pt idx="460">
                  <c:v>175.50855293573738</c:v>
                </c:pt>
                <c:pt idx="461">
                  <c:v>176.66435506241331</c:v>
                </c:pt>
                <c:pt idx="462">
                  <c:v>177.01109570041612</c:v>
                </c:pt>
                <c:pt idx="463">
                  <c:v>181.69209431345351</c:v>
                </c:pt>
                <c:pt idx="464">
                  <c:v>194.5214979195562</c:v>
                </c:pt>
                <c:pt idx="465">
                  <c:v>198.97133610725845</c:v>
                </c:pt>
                <c:pt idx="466">
                  <c:v>201.74526121128068</c:v>
                </c:pt>
                <c:pt idx="467">
                  <c:v>202.03421174294962</c:v>
                </c:pt>
                <c:pt idx="468">
                  <c:v>206.36846971798431</c:v>
                </c:pt>
                <c:pt idx="469">
                  <c:v>200.06934812760056</c:v>
                </c:pt>
                <c:pt idx="470">
                  <c:v>205.09708737864077</c:v>
                </c:pt>
                <c:pt idx="471">
                  <c:v>203.82570503929728</c:v>
                </c:pt>
                <c:pt idx="472">
                  <c:v>201.68747110494684</c:v>
                </c:pt>
                <c:pt idx="473">
                  <c:v>202.26537216828481</c:v>
                </c:pt>
                <c:pt idx="474">
                  <c:v>204.80813684697182</c:v>
                </c:pt>
                <c:pt idx="475">
                  <c:v>207.7554322699954</c:v>
                </c:pt>
                <c:pt idx="476">
                  <c:v>207.98659269533056</c:v>
                </c:pt>
                <c:pt idx="477">
                  <c:v>206.3106796116505</c:v>
                </c:pt>
                <c:pt idx="478">
                  <c:v>203.99907535829865</c:v>
                </c:pt>
                <c:pt idx="479">
                  <c:v>205.55940822931115</c:v>
                </c:pt>
                <c:pt idx="480">
                  <c:v>205.03929727230701</c:v>
                </c:pt>
                <c:pt idx="481">
                  <c:v>204.34581599630147</c:v>
                </c:pt>
                <c:pt idx="482">
                  <c:v>206.36846971798431</c:v>
                </c:pt>
                <c:pt idx="483">
                  <c:v>204.34581599630147</c:v>
                </c:pt>
                <c:pt idx="484">
                  <c:v>204.75034674063801</c:v>
                </c:pt>
                <c:pt idx="485">
                  <c:v>205.03929727230701</c:v>
                </c:pt>
                <c:pt idx="486">
                  <c:v>205.50161812297736</c:v>
                </c:pt>
                <c:pt idx="487">
                  <c:v>201.34073046694408</c:v>
                </c:pt>
                <c:pt idx="488">
                  <c:v>201.16736014794267</c:v>
                </c:pt>
                <c:pt idx="489">
                  <c:v>201.86084142394822</c:v>
                </c:pt>
                <c:pt idx="490">
                  <c:v>207.52427184466021</c:v>
                </c:pt>
                <c:pt idx="491">
                  <c:v>203.65233472029587</c:v>
                </c:pt>
                <c:pt idx="492">
                  <c:v>204.28802588996766</c:v>
                </c:pt>
                <c:pt idx="493">
                  <c:v>206.77300046232085</c:v>
                </c:pt>
                <c:pt idx="494">
                  <c:v>209.89366620434583</c:v>
                </c:pt>
                <c:pt idx="495">
                  <c:v>210.87609801202035</c:v>
                </c:pt>
                <c:pt idx="496">
                  <c:v>212.08969024503008</c:v>
                </c:pt>
                <c:pt idx="497">
                  <c:v>212.84096162736944</c:v>
                </c:pt>
                <c:pt idx="498">
                  <c:v>209.83587609801205</c:v>
                </c:pt>
                <c:pt idx="499">
                  <c:v>215.26814609338882</c:v>
                </c:pt>
                <c:pt idx="500">
                  <c:v>215.73046694405917</c:v>
                </c:pt>
                <c:pt idx="501">
                  <c:v>216.19278779472955</c:v>
                </c:pt>
                <c:pt idx="502">
                  <c:v>218.5043920480814</c:v>
                </c:pt>
                <c:pt idx="503">
                  <c:v>218.04207119741102</c:v>
                </c:pt>
                <c:pt idx="504">
                  <c:v>216.82847896440131</c:v>
                </c:pt>
                <c:pt idx="505">
                  <c:v>212.43643088303284</c:v>
                </c:pt>
                <c:pt idx="506">
                  <c:v>209.48913546000924</c:v>
                </c:pt>
                <c:pt idx="507">
                  <c:v>207.69764216366156</c:v>
                </c:pt>
                <c:pt idx="508">
                  <c:v>208.33333333333334</c:v>
                </c:pt>
                <c:pt idx="509">
                  <c:v>207.7554322699954</c:v>
                </c:pt>
                <c:pt idx="510">
                  <c:v>207.46648173832639</c:v>
                </c:pt>
                <c:pt idx="511">
                  <c:v>208.85344429033751</c:v>
                </c:pt>
                <c:pt idx="512">
                  <c:v>208.79565418400369</c:v>
                </c:pt>
                <c:pt idx="513">
                  <c:v>203.47896440129452</c:v>
                </c:pt>
                <c:pt idx="514">
                  <c:v>203.76791493296352</c:v>
                </c:pt>
                <c:pt idx="515">
                  <c:v>199.83818770226537</c:v>
                </c:pt>
                <c:pt idx="516">
                  <c:v>202.95885344429033</c:v>
                </c:pt>
                <c:pt idx="517">
                  <c:v>204.63476652797041</c:v>
                </c:pt>
                <c:pt idx="518">
                  <c:v>202.09200184928341</c:v>
                </c:pt>
                <c:pt idx="519">
                  <c:v>200.82061950993992</c:v>
                </c:pt>
                <c:pt idx="520">
                  <c:v>199.72260748959781</c:v>
                </c:pt>
                <c:pt idx="521">
                  <c:v>198.27785483125291</c:v>
                </c:pt>
                <c:pt idx="522">
                  <c:v>197.75774387424875</c:v>
                </c:pt>
                <c:pt idx="523">
                  <c:v>199.08691631992605</c:v>
                </c:pt>
                <c:pt idx="524">
                  <c:v>203.88349514563106</c:v>
                </c:pt>
                <c:pt idx="525">
                  <c:v>197.81553398058253</c:v>
                </c:pt>
                <c:pt idx="526">
                  <c:v>190.59177068885808</c:v>
                </c:pt>
                <c:pt idx="527">
                  <c:v>195.7350901525659</c:v>
                </c:pt>
                <c:pt idx="528">
                  <c:v>194.29033749422101</c:v>
                </c:pt>
                <c:pt idx="529">
                  <c:v>198.79796578825705</c:v>
                </c:pt>
                <c:pt idx="530">
                  <c:v>199.14470642625986</c:v>
                </c:pt>
                <c:pt idx="531">
                  <c:v>198.1044845122515</c:v>
                </c:pt>
                <c:pt idx="532">
                  <c:v>195.09939898289414</c:v>
                </c:pt>
                <c:pt idx="533">
                  <c:v>195.04160887656036</c:v>
                </c:pt>
                <c:pt idx="534">
                  <c:v>194.5214979195562</c:v>
                </c:pt>
                <c:pt idx="535">
                  <c:v>193.19232547387887</c:v>
                </c:pt>
                <c:pt idx="536">
                  <c:v>191.86315302820159</c:v>
                </c:pt>
                <c:pt idx="537">
                  <c:v>189.37817845584837</c:v>
                </c:pt>
                <c:pt idx="538">
                  <c:v>189.26259824318078</c:v>
                </c:pt>
                <c:pt idx="539">
                  <c:v>187.52889505316691</c:v>
                </c:pt>
                <c:pt idx="540">
                  <c:v>186.31530282015717</c:v>
                </c:pt>
                <c:pt idx="541">
                  <c:v>186.14193250115582</c:v>
                </c:pt>
                <c:pt idx="542">
                  <c:v>184.52380952380955</c:v>
                </c:pt>
                <c:pt idx="543">
                  <c:v>186.66204345815999</c:v>
                </c:pt>
                <c:pt idx="544">
                  <c:v>189.72491909385113</c:v>
                </c:pt>
                <c:pt idx="545">
                  <c:v>187.29773462783174</c:v>
                </c:pt>
                <c:pt idx="546">
                  <c:v>185.79519186315304</c:v>
                </c:pt>
                <c:pt idx="547">
                  <c:v>181.92325473878873</c:v>
                </c:pt>
                <c:pt idx="548">
                  <c:v>178.80258899676375</c:v>
                </c:pt>
                <c:pt idx="549">
                  <c:v>186.31530282015717</c:v>
                </c:pt>
                <c:pt idx="550">
                  <c:v>188.28016643550626</c:v>
                </c:pt>
                <c:pt idx="551">
                  <c:v>187.47110494683309</c:v>
                </c:pt>
                <c:pt idx="552">
                  <c:v>189.84049930651875</c:v>
                </c:pt>
                <c:pt idx="553">
                  <c:v>187.58668515950072</c:v>
                </c:pt>
                <c:pt idx="554">
                  <c:v>189.0892279241794</c:v>
                </c:pt>
                <c:pt idx="555">
                  <c:v>190.82293111419327</c:v>
                </c:pt>
                <c:pt idx="556">
                  <c:v>189.20480813684696</c:v>
                </c:pt>
                <c:pt idx="557">
                  <c:v>188.68469717984283</c:v>
                </c:pt>
                <c:pt idx="558">
                  <c:v>189.66712898751734</c:v>
                </c:pt>
                <c:pt idx="559">
                  <c:v>198.91354600092464</c:v>
                </c:pt>
                <c:pt idx="560">
                  <c:v>199.37586685159502</c:v>
                </c:pt>
                <c:pt idx="561">
                  <c:v>195.96625057790109</c:v>
                </c:pt>
                <c:pt idx="562">
                  <c:v>196.19741100323625</c:v>
                </c:pt>
                <c:pt idx="563">
                  <c:v>200.41608876560332</c:v>
                </c:pt>
                <c:pt idx="564">
                  <c:v>199.83818770226537</c:v>
                </c:pt>
                <c:pt idx="565">
                  <c:v>202.49653259361997</c:v>
                </c:pt>
                <c:pt idx="566">
                  <c:v>206.13730929264909</c:v>
                </c:pt>
                <c:pt idx="567">
                  <c:v>205.79056865464636</c:v>
                </c:pt>
                <c:pt idx="568">
                  <c:v>203.76791493296352</c:v>
                </c:pt>
                <c:pt idx="569">
                  <c:v>202.72769301895516</c:v>
                </c:pt>
                <c:pt idx="570">
                  <c:v>202.49653259361997</c:v>
                </c:pt>
                <c:pt idx="571">
                  <c:v>201.10957004160889</c:v>
                </c:pt>
                <c:pt idx="572">
                  <c:v>203.5367545076283</c:v>
                </c:pt>
                <c:pt idx="573">
                  <c:v>203.82570503929728</c:v>
                </c:pt>
                <c:pt idx="574">
                  <c:v>201.28294036061027</c:v>
                </c:pt>
                <c:pt idx="575">
                  <c:v>203.19001386962557</c:v>
                </c:pt>
                <c:pt idx="576">
                  <c:v>204.46139620896906</c:v>
                </c:pt>
                <c:pt idx="577">
                  <c:v>202.43874248728616</c:v>
                </c:pt>
                <c:pt idx="578">
                  <c:v>199.78039759593159</c:v>
                </c:pt>
                <c:pt idx="579">
                  <c:v>204.63476652797041</c:v>
                </c:pt>
                <c:pt idx="580">
                  <c:v>205.61719833564496</c:v>
                </c:pt>
                <c:pt idx="581">
                  <c:v>205.73277854831255</c:v>
                </c:pt>
                <c:pt idx="582">
                  <c:v>207.29311141932502</c:v>
                </c:pt>
                <c:pt idx="583">
                  <c:v>208.85344429033751</c:v>
                </c:pt>
                <c:pt idx="584">
                  <c:v>207.81322237632921</c:v>
                </c:pt>
                <c:pt idx="585">
                  <c:v>206.42625982431807</c:v>
                </c:pt>
                <c:pt idx="586">
                  <c:v>205.90614886731396</c:v>
                </c:pt>
                <c:pt idx="587">
                  <c:v>211.16504854368935</c:v>
                </c:pt>
                <c:pt idx="588">
                  <c:v>194.23254738788722</c:v>
                </c:pt>
                <c:pt idx="589">
                  <c:v>197.23763291724458</c:v>
                </c:pt>
                <c:pt idx="590">
                  <c:v>191.68978270920019</c:v>
                </c:pt>
                <c:pt idx="591">
                  <c:v>191.28525196486365</c:v>
                </c:pt>
                <c:pt idx="592">
                  <c:v>190.99630143319465</c:v>
                </c:pt>
                <c:pt idx="593">
                  <c:v>187.81784558483588</c:v>
                </c:pt>
                <c:pt idx="594">
                  <c:v>189.20480813684696</c:v>
                </c:pt>
                <c:pt idx="595">
                  <c:v>188.10679611650488</c:v>
                </c:pt>
                <c:pt idx="596">
                  <c:v>188.68469717984283</c:v>
                </c:pt>
                <c:pt idx="597">
                  <c:v>190.99630143319465</c:v>
                </c:pt>
                <c:pt idx="598">
                  <c:v>193.82801664355063</c:v>
                </c:pt>
                <c:pt idx="599">
                  <c:v>191.86315302820159</c:v>
                </c:pt>
                <c:pt idx="600">
                  <c:v>196.19741100323625</c:v>
                </c:pt>
                <c:pt idx="601">
                  <c:v>200.12713823393437</c:v>
                </c:pt>
                <c:pt idx="602">
                  <c:v>201.34073046694408</c:v>
                </c:pt>
                <c:pt idx="603">
                  <c:v>201.28294036061027</c:v>
                </c:pt>
                <c:pt idx="604">
                  <c:v>200.18492834026813</c:v>
                </c:pt>
                <c:pt idx="605">
                  <c:v>200.06934812760056</c:v>
                </c:pt>
                <c:pt idx="606">
                  <c:v>199.89597780859916</c:v>
                </c:pt>
                <c:pt idx="607">
                  <c:v>200.41608876560332</c:v>
                </c:pt>
                <c:pt idx="608">
                  <c:v>201.51410078594543</c:v>
                </c:pt>
                <c:pt idx="609">
                  <c:v>205.61719833564496</c:v>
                </c:pt>
                <c:pt idx="610">
                  <c:v>206.83079056865466</c:v>
                </c:pt>
                <c:pt idx="611">
                  <c:v>208.39112343966715</c:v>
                </c:pt>
                <c:pt idx="612">
                  <c:v>207.52427184466021</c:v>
                </c:pt>
                <c:pt idx="613">
                  <c:v>202.03421174294962</c:v>
                </c:pt>
                <c:pt idx="614">
                  <c:v>200.99398982894132</c:v>
                </c:pt>
                <c:pt idx="615">
                  <c:v>201.10957004160889</c:v>
                </c:pt>
                <c:pt idx="616">
                  <c:v>194.46370781322238</c:v>
                </c:pt>
                <c:pt idx="617">
                  <c:v>194.001386962552</c:v>
                </c:pt>
                <c:pt idx="618">
                  <c:v>192.32547387887195</c:v>
                </c:pt>
                <c:pt idx="619">
                  <c:v>196.02404068423488</c:v>
                </c:pt>
                <c:pt idx="620">
                  <c:v>195.4461396208969</c:v>
                </c:pt>
                <c:pt idx="621">
                  <c:v>197.12205270457699</c:v>
                </c:pt>
                <c:pt idx="622">
                  <c:v>194.98381877022652</c:v>
                </c:pt>
                <c:pt idx="623">
                  <c:v>193.36569579288027</c:v>
                </c:pt>
                <c:pt idx="624">
                  <c:v>196.19741100323625</c:v>
                </c:pt>
                <c:pt idx="625">
                  <c:v>197.00647249190939</c:v>
                </c:pt>
                <c:pt idx="626">
                  <c:v>198.33564493758669</c:v>
                </c:pt>
                <c:pt idx="627">
                  <c:v>200.53166897827091</c:v>
                </c:pt>
                <c:pt idx="628">
                  <c:v>201.10957004160889</c:v>
                </c:pt>
                <c:pt idx="629">
                  <c:v>198.45122515025426</c:v>
                </c:pt>
                <c:pt idx="630">
                  <c:v>201.05177993527508</c:v>
                </c:pt>
                <c:pt idx="631">
                  <c:v>200.06934812760056</c:v>
                </c:pt>
                <c:pt idx="632">
                  <c:v>201.57189089227927</c:v>
                </c:pt>
                <c:pt idx="633">
                  <c:v>202.09200184928341</c:v>
                </c:pt>
                <c:pt idx="634">
                  <c:v>200.76282940360608</c:v>
                </c:pt>
                <c:pt idx="635">
                  <c:v>203.42117429496071</c:v>
                </c:pt>
                <c:pt idx="636">
                  <c:v>204.92371705963942</c:v>
                </c:pt>
                <c:pt idx="637">
                  <c:v>204.8659269533056</c:v>
                </c:pt>
                <c:pt idx="638">
                  <c:v>205.61719833564496</c:v>
                </c:pt>
                <c:pt idx="639">
                  <c:v>200.76282940360608</c:v>
                </c:pt>
                <c:pt idx="640">
                  <c:v>203.24780397595933</c:v>
                </c:pt>
                <c:pt idx="641">
                  <c:v>200.53166897827091</c:v>
                </c:pt>
                <c:pt idx="642">
                  <c:v>199.31807674526121</c:v>
                </c:pt>
                <c:pt idx="643">
                  <c:v>201.86084142394822</c:v>
                </c:pt>
                <c:pt idx="644">
                  <c:v>202.14979195561722</c:v>
                </c:pt>
                <c:pt idx="645">
                  <c:v>207.11974110032361</c:v>
                </c:pt>
                <c:pt idx="646">
                  <c:v>207.46648173832639</c:v>
                </c:pt>
                <c:pt idx="647">
                  <c:v>205.79056865464636</c:v>
                </c:pt>
                <c:pt idx="648">
                  <c:v>207.3509015256588</c:v>
                </c:pt>
                <c:pt idx="649">
                  <c:v>209.14239482200645</c:v>
                </c:pt>
                <c:pt idx="650">
                  <c:v>212.49422098936662</c:v>
                </c:pt>
                <c:pt idx="651">
                  <c:v>208.50670365233475</c:v>
                </c:pt>
                <c:pt idx="652">
                  <c:v>203.01664355062417</c:v>
                </c:pt>
                <c:pt idx="653">
                  <c:v>206.07951918631531</c:v>
                </c:pt>
                <c:pt idx="654">
                  <c:v>212.95654184003698</c:v>
                </c:pt>
                <c:pt idx="655">
                  <c:v>216.77068885806753</c:v>
                </c:pt>
                <c:pt idx="656">
                  <c:v>218.0998613037448</c:v>
                </c:pt>
                <c:pt idx="657">
                  <c:v>218.0998613037448</c:v>
                </c:pt>
                <c:pt idx="658">
                  <c:v>220.18030513176146</c:v>
                </c:pt>
                <c:pt idx="659">
                  <c:v>220.41146555709662</c:v>
                </c:pt>
                <c:pt idx="660">
                  <c:v>222.02958853444289</c:v>
                </c:pt>
                <c:pt idx="661">
                  <c:v>220.64262598243181</c:v>
                </c:pt>
                <c:pt idx="662">
                  <c:v>218.79334257975037</c:v>
                </c:pt>
                <c:pt idx="663">
                  <c:v>216.65510864539991</c:v>
                </c:pt>
                <c:pt idx="664">
                  <c:v>210.58714748035135</c:v>
                </c:pt>
                <c:pt idx="665">
                  <c:v>209.77808599167824</c:v>
                </c:pt>
                <c:pt idx="666">
                  <c:v>212.26306056403143</c:v>
                </c:pt>
                <c:pt idx="667">
                  <c:v>211.85852981969489</c:v>
                </c:pt>
                <c:pt idx="668">
                  <c:v>212.95654184003698</c:v>
                </c:pt>
                <c:pt idx="669">
                  <c:v>211.39620896902454</c:v>
                </c:pt>
                <c:pt idx="670">
                  <c:v>211.62736939435968</c:v>
                </c:pt>
                <c:pt idx="671">
                  <c:v>212.84096162736944</c:v>
                </c:pt>
                <c:pt idx="672">
                  <c:v>212.32085067036525</c:v>
                </c:pt>
                <c:pt idx="673">
                  <c:v>213.53444290337492</c:v>
                </c:pt>
                <c:pt idx="674">
                  <c:v>214.17013407304671</c:v>
                </c:pt>
                <c:pt idx="675">
                  <c:v>213.01433194637079</c:v>
                </c:pt>
                <c:pt idx="676">
                  <c:v>215.49930651872398</c:v>
                </c:pt>
                <c:pt idx="677">
                  <c:v>215.03698566805366</c:v>
                </c:pt>
                <c:pt idx="678">
                  <c:v>215.38372630605642</c:v>
                </c:pt>
                <c:pt idx="679">
                  <c:v>216.42394822006472</c:v>
                </c:pt>
                <c:pt idx="680">
                  <c:v>214.97919556171982</c:v>
                </c:pt>
                <c:pt idx="681">
                  <c:v>213.12991215903838</c:v>
                </c:pt>
                <c:pt idx="682">
                  <c:v>217.0596393897365</c:v>
                </c:pt>
                <c:pt idx="683">
                  <c:v>216.36615811373093</c:v>
                </c:pt>
                <c:pt idx="684">
                  <c:v>216.82847896440131</c:v>
                </c:pt>
                <c:pt idx="685">
                  <c:v>213.12991215903838</c:v>
                </c:pt>
                <c:pt idx="686">
                  <c:v>209.95145631067965</c:v>
                </c:pt>
                <c:pt idx="687">
                  <c:v>212.20527045769762</c:v>
                </c:pt>
                <c:pt idx="688">
                  <c:v>212.32085067036525</c:v>
                </c:pt>
                <c:pt idx="689">
                  <c:v>213.01433194637079</c:v>
                </c:pt>
                <c:pt idx="690">
                  <c:v>213.53444290337492</c:v>
                </c:pt>
                <c:pt idx="691">
                  <c:v>213.1877022653722</c:v>
                </c:pt>
                <c:pt idx="692">
                  <c:v>209.02681460933889</c:v>
                </c:pt>
                <c:pt idx="693">
                  <c:v>208.50670365233475</c:v>
                </c:pt>
                <c:pt idx="694">
                  <c:v>209.14239482200645</c:v>
                </c:pt>
                <c:pt idx="695">
                  <c:v>207.7554322699954</c:v>
                </c:pt>
                <c:pt idx="696">
                  <c:v>205.27045769764217</c:v>
                </c:pt>
                <c:pt idx="697">
                  <c:v>208.79565418400369</c:v>
                </c:pt>
                <c:pt idx="698">
                  <c:v>207.06195099398985</c:v>
                </c:pt>
                <c:pt idx="699">
                  <c:v>211.56957928802592</c:v>
                </c:pt>
                <c:pt idx="700">
                  <c:v>213.24549237170598</c:v>
                </c:pt>
                <c:pt idx="701">
                  <c:v>216.13499768839577</c:v>
                </c:pt>
                <c:pt idx="702">
                  <c:v>216.65510864539991</c:v>
                </c:pt>
                <c:pt idx="703">
                  <c:v>213.93897364771152</c:v>
                </c:pt>
                <c:pt idx="704">
                  <c:v>218.79334257975037</c:v>
                </c:pt>
                <c:pt idx="705">
                  <c:v>222.08737864077671</c:v>
                </c:pt>
                <c:pt idx="706">
                  <c:v>221.04715672676841</c:v>
                </c:pt>
                <c:pt idx="707">
                  <c:v>223.5321312991216</c:v>
                </c:pt>
                <c:pt idx="708">
                  <c:v>221.97179842810914</c:v>
                </c:pt>
                <c:pt idx="709">
                  <c:v>223.06981044845125</c:v>
                </c:pt>
                <c:pt idx="710">
                  <c:v>221.50947757743876</c:v>
                </c:pt>
                <c:pt idx="711">
                  <c:v>230.58252427184468</c:v>
                </c:pt>
                <c:pt idx="712">
                  <c:v>231.50716597318541</c:v>
                </c:pt>
                <c:pt idx="713">
                  <c:v>230.00462320850673</c:v>
                </c:pt>
                <c:pt idx="714">
                  <c:v>235.20573277854831</c:v>
                </c:pt>
                <c:pt idx="715">
                  <c:v>236.93943596856221</c:v>
                </c:pt>
                <c:pt idx="716">
                  <c:v>243.41192787794733</c:v>
                </c:pt>
                <c:pt idx="717">
                  <c:v>246.30143319463707</c:v>
                </c:pt>
                <c:pt idx="718">
                  <c:v>256.12575127138234</c:v>
                </c:pt>
                <c:pt idx="719">
                  <c:v>258.55293573740175</c:v>
                </c:pt>
                <c:pt idx="720">
                  <c:v>264.44752658344896</c:v>
                </c:pt>
                <c:pt idx="721">
                  <c:v>261.7891816920943</c:v>
                </c:pt>
                <c:pt idx="722">
                  <c:v>256.24133148404991</c:v>
                </c:pt>
                <c:pt idx="723">
                  <c:v>256.70365233472035</c:v>
                </c:pt>
                <c:pt idx="724">
                  <c:v>258.206195099399</c:v>
                </c:pt>
                <c:pt idx="725">
                  <c:v>263.5228848821082</c:v>
                </c:pt>
                <c:pt idx="726">
                  <c:v>262.59824318076744</c:v>
                </c:pt>
                <c:pt idx="727">
                  <c:v>264.33194637078128</c:v>
                </c:pt>
                <c:pt idx="728">
                  <c:v>272.88488210818309</c:v>
                </c:pt>
                <c:pt idx="729">
                  <c:v>271.03559870550163</c:v>
                </c:pt>
                <c:pt idx="730">
                  <c:v>277.04576976421635</c:v>
                </c:pt>
                <c:pt idx="731">
                  <c:v>284.67406380027739</c:v>
                </c:pt>
                <c:pt idx="732">
                  <c:v>273.92510402219142</c:v>
                </c:pt>
                <c:pt idx="733">
                  <c:v>274.27184466019423</c:v>
                </c:pt>
                <c:pt idx="734">
                  <c:v>276.00554785020807</c:v>
                </c:pt>
                <c:pt idx="735">
                  <c:v>267.45261211280626</c:v>
                </c:pt>
                <c:pt idx="736">
                  <c:v>272.53814147018034</c:v>
                </c:pt>
                <c:pt idx="737">
                  <c:v>267.79935275080902</c:v>
                </c:pt>
                <c:pt idx="738">
                  <c:v>268.72399445214978</c:v>
                </c:pt>
                <c:pt idx="739">
                  <c:v>266.41239019879799</c:v>
                </c:pt>
                <c:pt idx="740">
                  <c:v>265.02542764678691</c:v>
                </c:pt>
                <c:pt idx="741">
                  <c:v>266.41239019879799</c:v>
                </c:pt>
                <c:pt idx="742">
                  <c:v>274.50300508552937</c:v>
                </c:pt>
                <c:pt idx="743">
                  <c:v>271.38233934350444</c:v>
                </c:pt>
                <c:pt idx="744">
                  <c:v>269.0707350901526</c:v>
                </c:pt>
                <c:pt idx="745">
                  <c:v>264.90984743411929</c:v>
                </c:pt>
                <c:pt idx="746">
                  <c:v>265.02542764678691</c:v>
                </c:pt>
                <c:pt idx="747">
                  <c:v>260.05547850208046</c:v>
                </c:pt>
                <c:pt idx="748">
                  <c:v>264.79426722145172</c:v>
                </c:pt>
                <c:pt idx="749">
                  <c:v>264.56310679611653</c:v>
                </c:pt>
                <c:pt idx="750">
                  <c:v>262.71382339343506</c:v>
                </c:pt>
                <c:pt idx="751">
                  <c:v>254.27646786870088</c:v>
                </c:pt>
                <c:pt idx="752">
                  <c:v>254.73878871937129</c:v>
                </c:pt>
                <c:pt idx="753">
                  <c:v>255.89459084604718</c:v>
                </c:pt>
                <c:pt idx="754">
                  <c:v>258.55293573740175</c:v>
                </c:pt>
                <c:pt idx="755">
                  <c:v>261.67360147942674</c:v>
                </c:pt>
                <c:pt idx="756">
                  <c:v>263.06056403143782</c:v>
                </c:pt>
                <c:pt idx="757">
                  <c:v>260.98012020342122</c:v>
                </c:pt>
                <c:pt idx="758">
                  <c:v>262.94498381877025</c:v>
                </c:pt>
                <c:pt idx="759">
                  <c:v>263.75404530744333</c:v>
                </c:pt>
                <c:pt idx="760">
                  <c:v>271.7290799815072</c:v>
                </c:pt>
                <c:pt idx="761">
                  <c:v>273.8095238095238</c:v>
                </c:pt>
                <c:pt idx="762">
                  <c:v>264.90984743411929</c:v>
                </c:pt>
                <c:pt idx="763">
                  <c:v>260.17105871474809</c:v>
                </c:pt>
                <c:pt idx="764">
                  <c:v>255.43226999537677</c:v>
                </c:pt>
                <c:pt idx="765">
                  <c:v>258.78409616273694</c:v>
                </c:pt>
                <c:pt idx="766">
                  <c:v>261.67360147942674</c:v>
                </c:pt>
                <c:pt idx="767">
                  <c:v>256.58807212205272</c:v>
                </c:pt>
                <c:pt idx="768">
                  <c:v>246.64817383263986</c:v>
                </c:pt>
                <c:pt idx="769">
                  <c:v>246.76375404530745</c:v>
                </c:pt>
                <c:pt idx="770">
                  <c:v>241.56264447526584</c:v>
                </c:pt>
                <c:pt idx="771">
                  <c:v>243.64308830328252</c:v>
                </c:pt>
                <c:pt idx="772">
                  <c:v>247.45723532131302</c:v>
                </c:pt>
                <c:pt idx="773">
                  <c:v>239.94452149791954</c:v>
                </c:pt>
                <c:pt idx="774">
                  <c:v>228.79103097549697</c:v>
                </c:pt>
                <c:pt idx="775">
                  <c:v>231.73832639852057</c:v>
                </c:pt>
                <c:pt idx="776">
                  <c:v>235.20573277854831</c:v>
                </c:pt>
                <c:pt idx="777">
                  <c:v>231.622746185853</c:v>
                </c:pt>
                <c:pt idx="778">
                  <c:v>231.73832639852057</c:v>
                </c:pt>
                <c:pt idx="779">
                  <c:v>234.5122515025428</c:v>
                </c:pt>
                <c:pt idx="780">
                  <c:v>239.36662043458159</c:v>
                </c:pt>
                <c:pt idx="781">
                  <c:v>243.18076745261212</c:v>
                </c:pt>
                <c:pt idx="782">
                  <c:v>234.16551086454001</c:v>
                </c:pt>
                <c:pt idx="783">
                  <c:v>231.16042533518262</c:v>
                </c:pt>
                <c:pt idx="784">
                  <c:v>227.98196948682389</c:v>
                </c:pt>
                <c:pt idx="785">
                  <c:v>228.03975959315767</c:v>
                </c:pt>
                <c:pt idx="786">
                  <c:v>235.20573277854831</c:v>
                </c:pt>
                <c:pt idx="787">
                  <c:v>229.60009246417016</c:v>
                </c:pt>
                <c:pt idx="788">
                  <c:v>225.32362459546925</c:v>
                </c:pt>
                <c:pt idx="789">
                  <c:v>223.99445214979198</c:v>
                </c:pt>
                <c:pt idx="790">
                  <c:v>229.54230235783632</c:v>
                </c:pt>
                <c:pt idx="791">
                  <c:v>226.13268608414242</c:v>
                </c:pt>
                <c:pt idx="792">
                  <c:v>227.40406842348594</c:v>
                </c:pt>
                <c:pt idx="793">
                  <c:v>224.80351363846509</c:v>
                </c:pt>
                <c:pt idx="794">
                  <c:v>220.93157651410081</c:v>
                </c:pt>
                <c:pt idx="795">
                  <c:v>221.56726768377254</c:v>
                </c:pt>
                <c:pt idx="796">
                  <c:v>222.2029588534443</c:v>
                </c:pt>
                <c:pt idx="797">
                  <c:v>217.57975034674067</c:v>
                </c:pt>
                <c:pt idx="798">
                  <c:v>220.12251502542765</c:v>
                </c:pt>
                <c:pt idx="799">
                  <c:v>222.78085991678225</c:v>
                </c:pt>
                <c:pt idx="800">
                  <c:v>218.79334257975037</c:v>
                </c:pt>
                <c:pt idx="801">
                  <c:v>217.81091077207583</c:v>
                </c:pt>
                <c:pt idx="802">
                  <c:v>214.28571428571433</c:v>
                </c:pt>
                <c:pt idx="803">
                  <c:v>208.73786407766991</c:v>
                </c:pt>
                <c:pt idx="804">
                  <c:v>196.8908922792418</c:v>
                </c:pt>
                <c:pt idx="805">
                  <c:v>190.70735090152567</c:v>
                </c:pt>
                <c:pt idx="806">
                  <c:v>207.69764216366156</c:v>
                </c:pt>
                <c:pt idx="807">
                  <c:v>199.95376791493297</c:v>
                </c:pt>
                <c:pt idx="808">
                  <c:v>202.84327323162276</c:v>
                </c:pt>
                <c:pt idx="809">
                  <c:v>205.67498844197871</c:v>
                </c:pt>
                <c:pt idx="810">
                  <c:v>205.61719833564496</c:v>
                </c:pt>
                <c:pt idx="811">
                  <c:v>216.25057790106331</c:v>
                </c:pt>
                <c:pt idx="812">
                  <c:v>217.63754045307445</c:v>
                </c:pt>
                <c:pt idx="813">
                  <c:v>218.5043920480814</c:v>
                </c:pt>
                <c:pt idx="814">
                  <c:v>217.75312066574207</c:v>
                </c:pt>
                <c:pt idx="815">
                  <c:v>223.30097087378641</c:v>
                </c:pt>
                <c:pt idx="816">
                  <c:v>220.00693481276005</c:v>
                </c:pt>
                <c:pt idx="817">
                  <c:v>223.6477115117892</c:v>
                </c:pt>
                <c:pt idx="818">
                  <c:v>222.02958853444289</c:v>
                </c:pt>
                <c:pt idx="819">
                  <c:v>226.24826629680999</c:v>
                </c:pt>
                <c:pt idx="820">
                  <c:v>231.27600554785022</c:v>
                </c:pt>
                <c:pt idx="821">
                  <c:v>232.20064724919095</c:v>
                </c:pt>
                <c:pt idx="822">
                  <c:v>229.65788257050392</c:v>
                </c:pt>
                <c:pt idx="823">
                  <c:v>230.64031437817846</c:v>
                </c:pt>
                <c:pt idx="824">
                  <c:v>242.14054553860382</c:v>
                </c:pt>
                <c:pt idx="825">
                  <c:v>240.06010171058713</c:v>
                </c:pt>
                <c:pt idx="826">
                  <c:v>232.7785483125289</c:v>
                </c:pt>
                <c:pt idx="827">
                  <c:v>231.27600554785022</c:v>
                </c:pt>
                <c:pt idx="828">
                  <c:v>234.85899214054555</c:v>
                </c:pt>
                <c:pt idx="829">
                  <c:v>233.00970873786406</c:v>
                </c:pt>
                <c:pt idx="830">
                  <c:v>238.78871937124364</c:v>
                </c:pt>
                <c:pt idx="831">
                  <c:v>237.17059639389734</c:v>
                </c:pt>
                <c:pt idx="832">
                  <c:v>239.01987979657883</c:v>
                </c:pt>
                <c:pt idx="833">
                  <c:v>237.63291724456775</c:v>
                </c:pt>
                <c:pt idx="834">
                  <c:v>237.0550161812298</c:v>
                </c:pt>
                <c:pt idx="835">
                  <c:v>236.01479426722145</c:v>
                </c:pt>
                <c:pt idx="836">
                  <c:v>227.75080906148867</c:v>
                </c:pt>
                <c:pt idx="837">
                  <c:v>226.07489597780858</c:v>
                </c:pt>
                <c:pt idx="838">
                  <c:v>222.54969949144709</c:v>
                </c:pt>
                <c:pt idx="839">
                  <c:v>228.55987055016183</c:v>
                </c:pt>
                <c:pt idx="840">
                  <c:v>232.7785483125289</c:v>
                </c:pt>
                <c:pt idx="841">
                  <c:v>234.62783171521036</c:v>
                </c:pt>
                <c:pt idx="842">
                  <c:v>229.48451225150257</c:v>
                </c:pt>
                <c:pt idx="843">
                  <c:v>235.66805362921869</c:v>
                </c:pt>
                <c:pt idx="844">
                  <c:v>222.54969949144709</c:v>
                </c:pt>
                <c:pt idx="845">
                  <c:v>221.79842810910776</c:v>
                </c:pt>
                <c:pt idx="846">
                  <c:v>217.40638002773926</c:v>
                </c:pt>
                <c:pt idx="847">
                  <c:v>210.35598705501619</c:v>
                </c:pt>
                <c:pt idx="848">
                  <c:v>207.40869163199261</c:v>
                </c:pt>
                <c:pt idx="849">
                  <c:v>212.7831715210356</c:v>
                </c:pt>
                <c:pt idx="850">
                  <c:v>210.58714748035135</c:v>
                </c:pt>
                <c:pt idx="851">
                  <c:v>216.01941747572818</c:v>
                </c:pt>
                <c:pt idx="852">
                  <c:v>208.50670365233475</c:v>
                </c:pt>
                <c:pt idx="853">
                  <c:v>211.28062875635695</c:v>
                </c:pt>
                <c:pt idx="854">
                  <c:v>204.63476652797041</c:v>
                </c:pt>
                <c:pt idx="855">
                  <c:v>204.69255663430422</c:v>
                </c:pt>
                <c:pt idx="856">
                  <c:v>207.3509015256588</c:v>
                </c:pt>
                <c:pt idx="857">
                  <c:v>205.50161812297736</c:v>
                </c:pt>
                <c:pt idx="858">
                  <c:v>203.99907535829865</c:v>
                </c:pt>
                <c:pt idx="859">
                  <c:v>206.13730929264909</c:v>
                </c:pt>
                <c:pt idx="860">
                  <c:v>212.43643088303284</c:v>
                </c:pt>
                <c:pt idx="861">
                  <c:v>216.36615811373093</c:v>
                </c:pt>
                <c:pt idx="862">
                  <c:v>219.08229311141935</c:v>
                </c:pt>
                <c:pt idx="863">
                  <c:v>209.66250577901064</c:v>
                </c:pt>
                <c:pt idx="864">
                  <c:v>205.32824780397596</c:v>
                </c:pt>
                <c:pt idx="865">
                  <c:v>209.48913546000924</c:v>
                </c:pt>
                <c:pt idx="866">
                  <c:v>205.38603791030977</c:v>
                </c:pt>
                <c:pt idx="867">
                  <c:v>208.68007397133616</c:v>
                </c:pt>
                <c:pt idx="868">
                  <c:v>204.63476652797041</c:v>
                </c:pt>
                <c:pt idx="869">
                  <c:v>209.0846047156727</c:v>
                </c:pt>
                <c:pt idx="870">
                  <c:v>203.99907535829865</c:v>
                </c:pt>
                <c:pt idx="871">
                  <c:v>200.70503929727232</c:v>
                </c:pt>
                <c:pt idx="872">
                  <c:v>192.09431345353676</c:v>
                </c:pt>
                <c:pt idx="873">
                  <c:v>187.99121590383726</c:v>
                </c:pt>
                <c:pt idx="874">
                  <c:v>194.17475728155341</c:v>
                </c:pt>
                <c:pt idx="875">
                  <c:v>192.78779472954233</c:v>
                </c:pt>
                <c:pt idx="876">
                  <c:v>193.36569579288027</c:v>
                </c:pt>
                <c:pt idx="877">
                  <c:v>198.79796578825705</c:v>
                </c:pt>
                <c:pt idx="878">
                  <c:v>202.20758206195097</c:v>
                </c:pt>
                <c:pt idx="879">
                  <c:v>201.10957004160889</c:v>
                </c:pt>
                <c:pt idx="880">
                  <c:v>203.5367545076283</c:v>
                </c:pt>
                <c:pt idx="881">
                  <c:v>207.69764216366156</c:v>
                </c:pt>
                <c:pt idx="882">
                  <c:v>205.38603791030977</c:v>
                </c:pt>
                <c:pt idx="883">
                  <c:v>206.71521035598707</c:v>
                </c:pt>
                <c:pt idx="884">
                  <c:v>202.72769301895516</c:v>
                </c:pt>
                <c:pt idx="885">
                  <c:v>202.49653259361997</c:v>
                </c:pt>
                <c:pt idx="886">
                  <c:v>205.32824780397596</c:v>
                </c:pt>
                <c:pt idx="887">
                  <c:v>210.24040684234859</c:v>
                </c:pt>
                <c:pt idx="888">
                  <c:v>210.58714748035135</c:v>
                </c:pt>
                <c:pt idx="889">
                  <c:v>212.84096162736944</c:v>
                </c:pt>
                <c:pt idx="890">
                  <c:v>218.44660194174756</c:v>
                </c:pt>
                <c:pt idx="891">
                  <c:v>220.41146555709662</c:v>
                </c:pt>
                <c:pt idx="892">
                  <c:v>220.7582061950994</c:v>
                </c:pt>
                <c:pt idx="893">
                  <c:v>219.31345353675451</c:v>
                </c:pt>
                <c:pt idx="894">
                  <c:v>218.85113268608416</c:v>
                </c:pt>
                <c:pt idx="895">
                  <c:v>217.81091077207583</c:v>
                </c:pt>
                <c:pt idx="896">
                  <c:v>223.12760055478503</c:v>
                </c:pt>
                <c:pt idx="897">
                  <c:v>225.9015256588072</c:v>
                </c:pt>
                <c:pt idx="898">
                  <c:v>226.88395746648177</c:v>
                </c:pt>
                <c:pt idx="899">
                  <c:v>223.5321312991216</c:v>
                </c:pt>
                <c:pt idx="900">
                  <c:v>227.92417938049007</c:v>
                </c:pt>
                <c:pt idx="901">
                  <c:v>228.21312991215902</c:v>
                </c:pt>
                <c:pt idx="902">
                  <c:v>229.13777161349978</c:v>
                </c:pt>
                <c:pt idx="903">
                  <c:v>224.80351363846509</c:v>
                </c:pt>
                <c:pt idx="904">
                  <c:v>227.17290799815072</c:v>
                </c:pt>
                <c:pt idx="905">
                  <c:v>236.01479426722145</c:v>
                </c:pt>
                <c:pt idx="906">
                  <c:v>238.32639852057329</c:v>
                </c:pt>
                <c:pt idx="907">
                  <c:v>239.13546000924643</c:v>
                </c:pt>
                <c:pt idx="908">
                  <c:v>241.67822468793344</c:v>
                </c:pt>
                <c:pt idx="909">
                  <c:v>245.26121128062877</c:v>
                </c:pt>
                <c:pt idx="910">
                  <c:v>243.18076745261212</c:v>
                </c:pt>
                <c:pt idx="911">
                  <c:v>240.52242256125754</c:v>
                </c:pt>
                <c:pt idx="912">
                  <c:v>243.52750809061487</c:v>
                </c:pt>
                <c:pt idx="913">
                  <c:v>239.13546000924643</c:v>
                </c:pt>
                <c:pt idx="914">
                  <c:v>240.86916319926027</c:v>
                </c:pt>
                <c:pt idx="915">
                  <c:v>242.02496532593622</c:v>
                </c:pt>
                <c:pt idx="916">
                  <c:v>241.56264447526584</c:v>
                </c:pt>
                <c:pt idx="917">
                  <c:v>240.52242256125754</c:v>
                </c:pt>
                <c:pt idx="918">
                  <c:v>238.44197873324089</c:v>
                </c:pt>
                <c:pt idx="919">
                  <c:v>241.33148404993068</c:v>
                </c:pt>
                <c:pt idx="920">
                  <c:v>237.28617660656499</c:v>
                </c:pt>
                <c:pt idx="921">
                  <c:v>234.62783171521036</c:v>
                </c:pt>
                <c:pt idx="922">
                  <c:v>234.85899214054555</c:v>
                </c:pt>
                <c:pt idx="923">
                  <c:v>237.51733703190015</c:v>
                </c:pt>
                <c:pt idx="924">
                  <c:v>237.86407766990294</c:v>
                </c:pt>
                <c:pt idx="925">
                  <c:v>230.98705501618122</c:v>
                </c:pt>
                <c:pt idx="926">
                  <c:v>229.48451225150257</c:v>
                </c:pt>
                <c:pt idx="927">
                  <c:v>226.53721682847899</c:v>
                </c:pt>
                <c:pt idx="928">
                  <c:v>223.30097087378641</c:v>
                </c:pt>
                <c:pt idx="929">
                  <c:v>221.74063800277395</c:v>
                </c:pt>
                <c:pt idx="930">
                  <c:v>227.28848821081834</c:v>
                </c:pt>
                <c:pt idx="931">
                  <c:v>220.35367545076286</c:v>
                </c:pt>
                <c:pt idx="932">
                  <c:v>221.68284789644014</c:v>
                </c:pt>
                <c:pt idx="933">
                  <c:v>224.39898289412855</c:v>
                </c:pt>
                <c:pt idx="934">
                  <c:v>224.57235321312993</c:v>
                </c:pt>
                <c:pt idx="935">
                  <c:v>226.01710587147483</c:v>
                </c:pt>
                <c:pt idx="936">
                  <c:v>230.81368469717981</c:v>
                </c:pt>
                <c:pt idx="937">
                  <c:v>226.01710587147483</c:v>
                </c:pt>
                <c:pt idx="938">
                  <c:v>231.73832639852057</c:v>
                </c:pt>
                <c:pt idx="939">
                  <c:v>230.46694405917708</c:v>
                </c:pt>
                <c:pt idx="940">
                  <c:v>227.17290799815072</c:v>
                </c:pt>
                <c:pt idx="941">
                  <c:v>227.11511789181694</c:v>
                </c:pt>
                <c:pt idx="942">
                  <c:v>223.76329172445679</c:v>
                </c:pt>
                <c:pt idx="943">
                  <c:v>226.82616736014793</c:v>
                </c:pt>
                <c:pt idx="944">
                  <c:v>221.68284789644014</c:v>
                </c:pt>
                <c:pt idx="945">
                  <c:v>219.77577438742492</c:v>
                </c:pt>
                <c:pt idx="946">
                  <c:v>224.80351363846509</c:v>
                </c:pt>
                <c:pt idx="947">
                  <c:v>227.17290799815072</c:v>
                </c:pt>
                <c:pt idx="948">
                  <c:v>225.61257512713823</c:v>
                </c:pt>
                <c:pt idx="949">
                  <c:v>219.66019417475729</c:v>
                </c:pt>
                <c:pt idx="950">
                  <c:v>221.56726768377254</c:v>
                </c:pt>
                <c:pt idx="951">
                  <c:v>219.31345353675451</c:v>
                </c:pt>
                <c:pt idx="952">
                  <c:v>226.99953767914934</c:v>
                </c:pt>
                <c:pt idx="953">
                  <c:v>223.30097087378641</c:v>
                </c:pt>
                <c:pt idx="954">
                  <c:v>224.68793342579752</c:v>
                </c:pt>
                <c:pt idx="955">
                  <c:v>219.19787332408691</c:v>
                </c:pt>
                <c:pt idx="956">
                  <c:v>217.00184928340266</c:v>
                </c:pt>
                <c:pt idx="957">
                  <c:v>219.66019417475729</c:v>
                </c:pt>
                <c:pt idx="958">
                  <c:v>218.38881183541378</c:v>
                </c:pt>
                <c:pt idx="959">
                  <c:v>215.78825705039299</c:v>
                </c:pt>
                <c:pt idx="960">
                  <c:v>216.48173832639856</c:v>
                </c:pt>
                <c:pt idx="961">
                  <c:v>221.22052704576981</c:v>
                </c:pt>
                <c:pt idx="962">
                  <c:v>223.6477115117892</c:v>
                </c:pt>
                <c:pt idx="963">
                  <c:v>221.74063800277395</c:v>
                </c:pt>
                <c:pt idx="964">
                  <c:v>222.26074895977808</c:v>
                </c:pt>
                <c:pt idx="965">
                  <c:v>219.83356449375867</c:v>
                </c:pt>
                <c:pt idx="966">
                  <c:v>224.28340268146093</c:v>
                </c:pt>
                <c:pt idx="967">
                  <c:v>230.06241331484051</c:v>
                </c:pt>
                <c:pt idx="968">
                  <c:v>228.79103097549697</c:v>
                </c:pt>
                <c:pt idx="969">
                  <c:v>227.98196948682389</c:v>
                </c:pt>
                <c:pt idx="970">
                  <c:v>229.88904299583913</c:v>
                </c:pt>
                <c:pt idx="971">
                  <c:v>230.58252427184468</c:v>
                </c:pt>
                <c:pt idx="972">
                  <c:v>230.12020342117432</c:v>
                </c:pt>
                <c:pt idx="973">
                  <c:v>226.47942672214518</c:v>
                </c:pt>
                <c:pt idx="974">
                  <c:v>227.28848821081834</c:v>
                </c:pt>
                <c:pt idx="975">
                  <c:v>232.7785483125289</c:v>
                </c:pt>
                <c:pt idx="976">
                  <c:v>231.73832639852057</c:v>
                </c:pt>
                <c:pt idx="977">
                  <c:v>236.13037447988904</c:v>
                </c:pt>
                <c:pt idx="978">
                  <c:v>234.62783171521036</c:v>
                </c:pt>
                <c:pt idx="979">
                  <c:v>241.79380490060103</c:v>
                </c:pt>
                <c:pt idx="980">
                  <c:v>242.48728617660657</c:v>
                </c:pt>
                <c:pt idx="981">
                  <c:v>240.29126213592232</c:v>
                </c:pt>
                <c:pt idx="982">
                  <c:v>240.63800277392508</c:v>
                </c:pt>
                <c:pt idx="983">
                  <c:v>237.97965788257054</c:v>
                </c:pt>
                <c:pt idx="984">
                  <c:v>237.97965788257054</c:v>
                </c:pt>
                <c:pt idx="985">
                  <c:v>240.63800277392508</c:v>
                </c:pt>
                <c:pt idx="986">
                  <c:v>242.71844660194176</c:v>
                </c:pt>
                <c:pt idx="987">
                  <c:v>243.18076745261212</c:v>
                </c:pt>
                <c:pt idx="988">
                  <c:v>243.29634766527971</c:v>
                </c:pt>
                <c:pt idx="989">
                  <c:v>243.29634766527971</c:v>
                </c:pt>
                <c:pt idx="990">
                  <c:v>242.71844660194176</c:v>
                </c:pt>
                <c:pt idx="991">
                  <c:v>243.06518723994452</c:v>
                </c:pt>
                <c:pt idx="992">
                  <c:v>240.98474341192789</c:v>
                </c:pt>
                <c:pt idx="993">
                  <c:v>244.91447064262601</c:v>
                </c:pt>
                <c:pt idx="994">
                  <c:v>249.76883957466481</c:v>
                </c:pt>
                <c:pt idx="995">
                  <c:v>247.91955617198334</c:v>
                </c:pt>
                <c:pt idx="996">
                  <c:v>249.19093851132686</c:v>
                </c:pt>
                <c:pt idx="997">
                  <c:v>242.83402681460933</c:v>
                </c:pt>
                <c:pt idx="998">
                  <c:v>242.60286638927417</c:v>
                </c:pt>
                <c:pt idx="999">
                  <c:v>241.67822468793344</c:v>
                </c:pt>
                <c:pt idx="1000">
                  <c:v>242.02496532593622</c:v>
                </c:pt>
                <c:pt idx="1001">
                  <c:v>243.18076745261212</c:v>
                </c:pt>
                <c:pt idx="1002">
                  <c:v>245.14563106796118</c:v>
                </c:pt>
                <c:pt idx="1003">
                  <c:v>245.03005085529358</c:v>
                </c:pt>
                <c:pt idx="1004">
                  <c:v>241.79380490060103</c:v>
                </c:pt>
                <c:pt idx="1005">
                  <c:v>238.67313915857605</c:v>
                </c:pt>
                <c:pt idx="1006">
                  <c:v>236.82385575589458</c:v>
                </c:pt>
                <c:pt idx="1007">
                  <c:v>232.7785483125289</c:v>
                </c:pt>
                <c:pt idx="1008">
                  <c:v>234.16551086454001</c:v>
                </c:pt>
                <c:pt idx="1009">
                  <c:v>231.39158576051781</c:v>
                </c:pt>
                <c:pt idx="1010">
                  <c:v>229.65788257050392</c:v>
                </c:pt>
                <c:pt idx="1011">
                  <c:v>230.06241331484051</c:v>
                </c:pt>
                <c:pt idx="1012">
                  <c:v>230.17799352750811</c:v>
                </c:pt>
                <c:pt idx="1013">
                  <c:v>234.62783171521036</c:v>
                </c:pt>
                <c:pt idx="1014">
                  <c:v>231.39158576051781</c:v>
                </c:pt>
                <c:pt idx="1015">
                  <c:v>234.04993065187242</c:v>
                </c:pt>
                <c:pt idx="1016">
                  <c:v>235.55247341655109</c:v>
                </c:pt>
                <c:pt idx="1017">
                  <c:v>238.2108183079057</c:v>
                </c:pt>
                <c:pt idx="1018">
                  <c:v>237.97965788257054</c:v>
                </c:pt>
                <c:pt idx="1019">
                  <c:v>241.44706426259827</c:v>
                </c:pt>
                <c:pt idx="1020">
                  <c:v>249.65325936199724</c:v>
                </c:pt>
                <c:pt idx="1021">
                  <c:v>246.76375404530745</c:v>
                </c:pt>
                <c:pt idx="1022">
                  <c:v>250.69348127600554</c:v>
                </c:pt>
                <c:pt idx="1023">
                  <c:v>250.46232085067035</c:v>
                </c:pt>
                <c:pt idx="1024">
                  <c:v>251.50254276467871</c:v>
                </c:pt>
                <c:pt idx="1025">
                  <c:v>251.15580212667595</c:v>
                </c:pt>
                <c:pt idx="1026">
                  <c:v>255.77901063337958</c:v>
                </c:pt>
                <c:pt idx="1027">
                  <c:v>257.3971336107258</c:v>
                </c:pt>
                <c:pt idx="1028">
                  <c:v>253.58298659269533</c:v>
                </c:pt>
                <c:pt idx="1029">
                  <c:v>257.28155339805829</c:v>
                </c:pt>
                <c:pt idx="1030">
                  <c:v>259.01525658807213</c:v>
                </c:pt>
                <c:pt idx="1031">
                  <c:v>258.206195099399</c:v>
                </c:pt>
                <c:pt idx="1032">
                  <c:v>259.59315765141008</c:v>
                </c:pt>
                <c:pt idx="1033">
                  <c:v>262.94498381877025</c:v>
                </c:pt>
                <c:pt idx="1034">
                  <c:v>268.95515487748497</c:v>
                </c:pt>
                <c:pt idx="1035">
                  <c:v>268.60841423948222</c:v>
                </c:pt>
                <c:pt idx="1036">
                  <c:v>264.56310679611653</c:v>
                </c:pt>
                <c:pt idx="1037">
                  <c:v>265.83448913546005</c:v>
                </c:pt>
                <c:pt idx="1038">
                  <c:v>285.2519648636154</c:v>
                </c:pt>
                <c:pt idx="1039">
                  <c:v>279.704114655571</c:v>
                </c:pt>
                <c:pt idx="1040">
                  <c:v>281.78455848358766</c:v>
                </c:pt>
                <c:pt idx="1041">
                  <c:v>284.09616273693945</c:v>
                </c:pt>
                <c:pt idx="1042">
                  <c:v>285.82986592695335</c:v>
                </c:pt>
                <c:pt idx="1043">
                  <c:v>289.18169209431346</c:v>
                </c:pt>
                <c:pt idx="1044">
                  <c:v>280.39759593157652</c:v>
                </c:pt>
                <c:pt idx="1045">
                  <c:v>284.4429033749422</c:v>
                </c:pt>
                <c:pt idx="1046">
                  <c:v>283.98058252427182</c:v>
                </c:pt>
                <c:pt idx="1047">
                  <c:v>287.67914932963475</c:v>
                </c:pt>
                <c:pt idx="1048">
                  <c:v>289.64401294498379</c:v>
                </c:pt>
                <c:pt idx="1049">
                  <c:v>287.79472954230238</c:v>
                </c:pt>
                <c:pt idx="1050">
                  <c:v>285.48312528895053</c:v>
                </c:pt>
                <c:pt idx="1051">
                  <c:v>284.4429033749422</c:v>
                </c:pt>
                <c:pt idx="1052">
                  <c:v>283.74942209893669</c:v>
                </c:pt>
                <c:pt idx="1053">
                  <c:v>285.48312528895053</c:v>
                </c:pt>
                <c:pt idx="1054">
                  <c:v>282.94036061026355</c:v>
                </c:pt>
                <c:pt idx="1055">
                  <c:v>285.36754507628297</c:v>
                </c:pt>
                <c:pt idx="1056">
                  <c:v>283.5182616736015</c:v>
                </c:pt>
                <c:pt idx="1057">
                  <c:v>284.4429033749422</c:v>
                </c:pt>
                <c:pt idx="1058">
                  <c:v>287.21682847896443</c:v>
                </c:pt>
                <c:pt idx="1059">
                  <c:v>296.34766527970407</c:v>
                </c:pt>
                <c:pt idx="1060">
                  <c:v>295.53860379103099</c:v>
                </c:pt>
                <c:pt idx="1061">
                  <c:v>294.72954230235786</c:v>
                </c:pt>
                <c:pt idx="1062">
                  <c:v>294.61396208969029</c:v>
                </c:pt>
                <c:pt idx="1063">
                  <c:v>292.30235783633844</c:v>
                </c:pt>
                <c:pt idx="1064">
                  <c:v>287.10124826629681</c:v>
                </c:pt>
                <c:pt idx="1065">
                  <c:v>280.05085529357376</c:v>
                </c:pt>
                <c:pt idx="1066">
                  <c:v>283.17152103559874</c:v>
                </c:pt>
                <c:pt idx="1067">
                  <c:v>278.31715210355992</c:v>
                </c:pt>
                <c:pt idx="1068">
                  <c:v>286.63892741562648</c:v>
                </c:pt>
                <c:pt idx="1069">
                  <c:v>279.704114655571</c:v>
                </c:pt>
                <c:pt idx="1070">
                  <c:v>281.90013869625523</c:v>
                </c:pt>
                <c:pt idx="1071">
                  <c:v>285.36754507628297</c:v>
                </c:pt>
                <c:pt idx="1072">
                  <c:v>286.63892741562648</c:v>
                </c:pt>
                <c:pt idx="1073">
                  <c:v>286.29218677762367</c:v>
                </c:pt>
                <c:pt idx="1074">
                  <c:v>281.90013869625523</c:v>
                </c:pt>
                <c:pt idx="1075">
                  <c:v>285.48312528895053</c:v>
                </c:pt>
                <c:pt idx="1076">
                  <c:v>284.32732316227464</c:v>
                </c:pt>
                <c:pt idx="1077">
                  <c:v>286.29218677762367</c:v>
                </c:pt>
                <c:pt idx="1078">
                  <c:v>284.78964401294502</c:v>
                </c:pt>
                <c:pt idx="1079">
                  <c:v>288.14147018030513</c:v>
                </c:pt>
                <c:pt idx="1080">
                  <c:v>286.40776699029129</c:v>
                </c:pt>
                <c:pt idx="1081">
                  <c:v>286.98566805362924</c:v>
                </c:pt>
                <c:pt idx="1082">
                  <c:v>287.67914932963475</c:v>
                </c:pt>
                <c:pt idx="1083">
                  <c:v>287.67914932963475</c:v>
                </c:pt>
                <c:pt idx="1084">
                  <c:v>291.03097549699493</c:v>
                </c:pt>
                <c:pt idx="1085">
                  <c:v>291.37771613499768</c:v>
                </c:pt>
                <c:pt idx="1086">
                  <c:v>294.96070272769305</c:v>
                </c:pt>
                <c:pt idx="1087">
                  <c:v>300.04623208506706</c:v>
                </c:pt>
                <c:pt idx="1088">
                  <c:v>295.3074433656958</c:v>
                </c:pt>
                <c:pt idx="1089">
                  <c:v>295.07628294036061</c:v>
                </c:pt>
                <c:pt idx="1090">
                  <c:v>294.15164123901991</c:v>
                </c:pt>
                <c:pt idx="1091">
                  <c:v>290.9153952843273</c:v>
                </c:pt>
                <c:pt idx="1092">
                  <c:v>291.37771613499768</c:v>
                </c:pt>
                <c:pt idx="1093">
                  <c:v>294.15164123901991</c:v>
                </c:pt>
                <c:pt idx="1094">
                  <c:v>293.92048081368472</c:v>
                </c:pt>
                <c:pt idx="1095">
                  <c:v>290.79981507165974</c:v>
                </c:pt>
                <c:pt idx="1096">
                  <c:v>290.45307443365698</c:v>
                </c:pt>
                <c:pt idx="1097">
                  <c:v>291.60887656033287</c:v>
                </c:pt>
                <c:pt idx="1098">
                  <c:v>288.14147018030513</c:v>
                </c:pt>
                <c:pt idx="1099">
                  <c:v>292.53351826167358</c:v>
                </c:pt>
                <c:pt idx="1100">
                  <c:v>306.28756356911697</c:v>
                </c:pt>
                <c:pt idx="1101">
                  <c:v>311.48867313915855</c:v>
                </c:pt>
                <c:pt idx="1102">
                  <c:v>310.79519186315304</c:v>
                </c:pt>
                <c:pt idx="1103">
                  <c:v>311.95099398982893</c:v>
                </c:pt>
                <c:pt idx="1104">
                  <c:v>309.75496994914471</c:v>
                </c:pt>
                <c:pt idx="1105">
                  <c:v>311.37309292649098</c:v>
                </c:pt>
                <c:pt idx="1106">
                  <c:v>314.84049930651872</c:v>
                </c:pt>
                <c:pt idx="1107">
                  <c:v>312.41331484049931</c:v>
                </c:pt>
                <c:pt idx="1108">
                  <c:v>312.99121590383726</c:v>
                </c:pt>
                <c:pt idx="1109">
                  <c:v>312.41331484049931</c:v>
                </c:pt>
                <c:pt idx="1110">
                  <c:v>316.22746185852986</c:v>
                </c:pt>
                <c:pt idx="1111">
                  <c:v>318.88580674988441</c:v>
                </c:pt>
                <c:pt idx="1112">
                  <c:v>322.23763291724458</c:v>
                </c:pt>
                <c:pt idx="1113">
                  <c:v>311.48867313915855</c:v>
                </c:pt>
                <c:pt idx="1114">
                  <c:v>306.86546463245492</c:v>
                </c:pt>
                <c:pt idx="1115">
                  <c:v>308.36800739713362</c:v>
                </c:pt>
                <c:pt idx="1116">
                  <c:v>314.03143781784559</c:v>
                </c:pt>
                <c:pt idx="1117">
                  <c:v>312.06657420249655</c:v>
                </c:pt>
                <c:pt idx="1118">
                  <c:v>312.41331484049931</c:v>
                </c:pt>
                <c:pt idx="1119">
                  <c:v>308.13684697179849</c:v>
                </c:pt>
                <c:pt idx="1120">
                  <c:v>313.56911696717526</c:v>
                </c:pt>
                <c:pt idx="1121">
                  <c:v>322.5843735552474</c:v>
                </c:pt>
                <c:pt idx="1122">
                  <c:v>321.54415164123907</c:v>
                </c:pt>
                <c:pt idx="1123">
                  <c:v>321.54415164123907</c:v>
                </c:pt>
                <c:pt idx="1124">
                  <c:v>319.23254738788722</c:v>
                </c:pt>
                <c:pt idx="1125">
                  <c:v>319.6948682385576</c:v>
                </c:pt>
                <c:pt idx="1126">
                  <c:v>319.46370781322236</c:v>
                </c:pt>
                <c:pt idx="1127">
                  <c:v>323.62459546925567</c:v>
                </c:pt>
                <c:pt idx="1128">
                  <c:v>323.04669440591772</c:v>
                </c:pt>
                <c:pt idx="1129">
                  <c:v>325.12713823393437</c:v>
                </c:pt>
                <c:pt idx="1130">
                  <c:v>324.31807674526129</c:v>
                </c:pt>
                <c:pt idx="1131">
                  <c:v>325.12713823393437</c:v>
                </c:pt>
                <c:pt idx="1132">
                  <c:v>325.01155802126675</c:v>
                </c:pt>
                <c:pt idx="1133">
                  <c:v>323.97133610725848</c:v>
                </c:pt>
                <c:pt idx="1134">
                  <c:v>324.78039759593156</c:v>
                </c:pt>
                <c:pt idx="1135">
                  <c:v>323.74017568192329</c:v>
                </c:pt>
                <c:pt idx="1136">
                  <c:v>326.62968099861308</c:v>
                </c:pt>
                <c:pt idx="1137">
                  <c:v>325.47387887193719</c:v>
                </c:pt>
                <c:pt idx="1138">
                  <c:v>328.13222376329173</c:v>
                </c:pt>
                <c:pt idx="1139">
                  <c:v>336.68515950069354</c:v>
                </c:pt>
                <c:pt idx="1140">
                  <c:v>342.11742949607026</c:v>
                </c:pt>
                <c:pt idx="1141">
                  <c:v>346.162736939436</c:v>
                </c:pt>
                <c:pt idx="1142">
                  <c:v>342.46417013407307</c:v>
                </c:pt>
                <c:pt idx="1143">
                  <c:v>340.49930651872404</c:v>
                </c:pt>
                <c:pt idx="1144">
                  <c:v>341.88626907073512</c:v>
                </c:pt>
                <c:pt idx="1145">
                  <c:v>332.29311141932504</c:v>
                </c:pt>
                <c:pt idx="1146">
                  <c:v>333.10217290799812</c:v>
                </c:pt>
                <c:pt idx="1147">
                  <c:v>334.60471567267683</c:v>
                </c:pt>
                <c:pt idx="1148">
                  <c:v>335.29819694868246</c:v>
                </c:pt>
                <c:pt idx="1149">
                  <c:v>334.72029588534451</c:v>
                </c:pt>
                <c:pt idx="1150">
                  <c:v>333.79565418400375</c:v>
                </c:pt>
                <c:pt idx="1151">
                  <c:v>338.53444290337495</c:v>
                </c:pt>
                <c:pt idx="1152">
                  <c:v>337.60980120203425</c:v>
                </c:pt>
                <c:pt idx="1153">
                  <c:v>334.02681460933889</c:v>
                </c:pt>
                <c:pt idx="1154">
                  <c:v>333.10217290799812</c:v>
                </c:pt>
                <c:pt idx="1155">
                  <c:v>330.55940822931115</c:v>
                </c:pt>
                <c:pt idx="1156">
                  <c:v>331.36846971798428</c:v>
                </c:pt>
                <c:pt idx="1157">
                  <c:v>331.71521035598704</c:v>
                </c:pt>
                <c:pt idx="1158">
                  <c:v>331.83079056865472</c:v>
                </c:pt>
                <c:pt idx="1159">
                  <c:v>330.67498844197877</c:v>
                </c:pt>
                <c:pt idx="1160">
                  <c:v>337.26306056403149</c:v>
                </c:pt>
                <c:pt idx="1161">
                  <c:v>337.72538141470181</c:v>
                </c:pt>
                <c:pt idx="1162">
                  <c:v>336.80073971336105</c:v>
                </c:pt>
                <c:pt idx="1163">
                  <c:v>335.06703652334721</c:v>
                </c:pt>
                <c:pt idx="1164">
                  <c:v>334.02681460933889</c:v>
                </c:pt>
                <c:pt idx="1165">
                  <c:v>332.98659269533061</c:v>
                </c:pt>
                <c:pt idx="1166">
                  <c:v>329.86592695330557</c:v>
                </c:pt>
                <c:pt idx="1167">
                  <c:v>325.82061950993989</c:v>
                </c:pt>
                <c:pt idx="1168">
                  <c:v>326.62968099861308</c:v>
                </c:pt>
                <c:pt idx="1169">
                  <c:v>326.74526121128065</c:v>
                </c:pt>
                <c:pt idx="1170">
                  <c:v>333.44891354600094</c:v>
                </c:pt>
                <c:pt idx="1171">
                  <c:v>329.63476652797044</c:v>
                </c:pt>
                <c:pt idx="1172">
                  <c:v>332.98659269533061</c:v>
                </c:pt>
                <c:pt idx="1173">
                  <c:v>334.3735552473417</c:v>
                </c:pt>
                <c:pt idx="1174">
                  <c:v>328.47896440129449</c:v>
                </c:pt>
                <c:pt idx="1175">
                  <c:v>323.16227461858534</c:v>
                </c:pt>
                <c:pt idx="1176">
                  <c:v>330.44382801664358</c:v>
                </c:pt>
                <c:pt idx="1177">
                  <c:v>332.06195099398985</c:v>
                </c:pt>
                <c:pt idx="1178">
                  <c:v>331.94637078132223</c:v>
                </c:pt>
                <c:pt idx="1179">
                  <c:v>330.21266759130839</c:v>
                </c:pt>
                <c:pt idx="1180">
                  <c:v>331.48404993065191</c:v>
                </c:pt>
                <c:pt idx="1181">
                  <c:v>334.02681460933889</c:v>
                </c:pt>
                <c:pt idx="1182">
                  <c:v>338.7656033287102</c:v>
                </c:pt>
                <c:pt idx="1183">
                  <c:v>340.0369856680536</c:v>
                </c:pt>
                <c:pt idx="1184">
                  <c:v>338.65002311604252</c:v>
                </c:pt>
                <c:pt idx="1185">
                  <c:v>328.47896440129449</c:v>
                </c:pt>
                <c:pt idx="1186">
                  <c:v>327.66990291262135</c:v>
                </c:pt>
                <c:pt idx="1187">
                  <c:v>329.63476652797044</c:v>
                </c:pt>
                <c:pt idx="1188">
                  <c:v>324.54923717059643</c:v>
                </c:pt>
                <c:pt idx="1189">
                  <c:v>322.23763291724458</c:v>
                </c:pt>
                <c:pt idx="1190">
                  <c:v>322.81553398058253</c:v>
                </c:pt>
                <c:pt idx="1191">
                  <c:v>324.08691631992605</c:v>
                </c:pt>
                <c:pt idx="1192">
                  <c:v>322.81553398058253</c:v>
                </c:pt>
                <c:pt idx="1193">
                  <c:v>321.54415164123907</c:v>
                </c:pt>
                <c:pt idx="1194">
                  <c:v>325.93619972260751</c:v>
                </c:pt>
                <c:pt idx="1195">
                  <c:v>328.2478039759593</c:v>
                </c:pt>
                <c:pt idx="1196">
                  <c:v>323.39343504392053</c:v>
                </c:pt>
                <c:pt idx="1197">
                  <c:v>325.35829865926951</c:v>
                </c:pt>
                <c:pt idx="1198">
                  <c:v>331.94637078132223</c:v>
                </c:pt>
                <c:pt idx="1199">
                  <c:v>316.458622283865</c:v>
                </c:pt>
                <c:pt idx="1200">
                  <c:v>315.53398058252424</c:v>
                </c:pt>
                <c:pt idx="1201">
                  <c:v>315.18723994452154</c:v>
                </c:pt>
                <c:pt idx="1202">
                  <c:v>313.33795654184007</c:v>
                </c:pt>
                <c:pt idx="1203">
                  <c:v>315.18723994452154</c:v>
                </c:pt>
                <c:pt idx="1204">
                  <c:v>321.65973185390664</c:v>
                </c:pt>
                <c:pt idx="1205">
                  <c:v>323.27785483125291</c:v>
                </c:pt>
                <c:pt idx="1206">
                  <c:v>326.86084142394827</c:v>
                </c:pt>
                <c:pt idx="1207">
                  <c:v>325.01155802126675</c:v>
                </c:pt>
                <c:pt idx="1208">
                  <c:v>327.3231622746186</c:v>
                </c:pt>
                <c:pt idx="1209">
                  <c:v>326.86084142394827</c:v>
                </c:pt>
                <c:pt idx="1210">
                  <c:v>330.79056865464634</c:v>
                </c:pt>
                <c:pt idx="1211">
                  <c:v>327.09200184928341</c:v>
                </c:pt>
                <c:pt idx="1212">
                  <c:v>336.68515950069354</c:v>
                </c:pt>
                <c:pt idx="1213">
                  <c:v>337.0319001386963</c:v>
                </c:pt>
                <c:pt idx="1214">
                  <c:v>340.96162736939436</c:v>
                </c:pt>
                <c:pt idx="1215">
                  <c:v>343.50439204808134</c:v>
                </c:pt>
                <c:pt idx="1216">
                  <c:v>344.89135460009248</c:v>
                </c:pt>
                <c:pt idx="1217">
                  <c:v>339.34350439204815</c:v>
                </c:pt>
                <c:pt idx="1218">
                  <c:v>333.68007397133613</c:v>
                </c:pt>
                <c:pt idx="1219">
                  <c:v>329.51918631530287</c:v>
                </c:pt>
                <c:pt idx="1220">
                  <c:v>328.71012482662968</c:v>
                </c:pt>
                <c:pt idx="1221">
                  <c:v>330.67498844197877</c:v>
                </c:pt>
                <c:pt idx="1222">
                  <c:v>329.28802588996763</c:v>
                </c:pt>
                <c:pt idx="1223">
                  <c:v>328.82570503929725</c:v>
                </c:pt>
                <c:pt idx="1224">
                  <c:v>327.09200184928341</c:v>
                </c:pt>
                <c:pt idx="1225">
                  <c:v>326.62968099861308</c:v>
                </c:pt>
                <c:pt idx="1226">
                  <c:v>325.70503929727232</c:v>
                </c:pt>
                <c:pt idx="1227">
                  <c:v>329.9815071659732</c:v>
                </c:pt>
                <c:pt idx="1228">
                  <c:v>331.94637078132223</c:v>
                </c:pt>
                <c:pt idx="1229">
                  <c:v>350.5547850208045</c:v>
                </c:pt>
                <c:pt idx="1230">
                  <c:v>356.79611650485435</c:v>
                </c:pt>
                <c:pt idx="1231">
                  <c:v>360.49468331021728</c:v>
                </c:pt>
                <c:pt idx="1232">
                  <c:v>359.33888118354133</c:v>
                </c:pt>
                <c:pt idx="1233">
                  <c:v>363.26860841423951</c:v>
                </c:pt>
                <c:pt idx="1234">
                  <c:v>365.23347202958854</c:v>
                </c:pt>
                <c:pt idx="1235">
                  <c:v>363.73092926490983</c:v>
                </c:pt>
                <c:pt idx="1236">
                  <c:v>371.01248266296813</c:v>
                </c:pt>
                <c:pt idx="1237">
                  <c:v>374.47988904299586</c:v>
                </c:pt>
                <c:pt idx="1238">
                  <c:v>376.09801202034208</c:v>
                </c:pt>
                <c:pt idx="1239">
                  <c:v>375.98243180767452</c:v>
                </c:pt>
                <c:pt idx="1240">
                  <c:v>380.95238095238096</c:v>
                </c:pt>
                <c:pt idx="1241">
                  <c:v>383.72630605640319</c:v>
                </c:pt>
                <c:pt idx="1242">
                  <c:v>381.53028201571897</c:v>
                </c:pt>
                <c:pt idx="1243">
                  <c:v>387.54045307443369</c:v>
                </c:pt>
                <c:pt idx="1244">
                  <c:v>383.84188626907076</c:v>
                </c:pt>
                <c:pt idx="1245">
                  <c:v>388.34951456310682</c:v>
                </c:pt>
                <c:pt idx="1246">
                  <c:v>389.62089690245034</c:v>
                </c:pt>
                <c:pt idx="1247">
                  <c:v>388.81183541377715</c:v>
                </c:pt>
                <c:pt idx="1248">
                  <c:v>387.65603328710125</c:v>
                </c:pt>
                <c:pt idx="1249">
                  <c:v>382.10818307905691</c:v>
                </c:pt>
                <c:pt idx="1250">
                  <c:v>380.0277392510402</c:v>
                </c:pt>
                <c:pt idx="1251">
                  <c:v>377.83171521035598</c:v>
                </c:pt>
                <c:pt idx="1252">
                  <c:v>387.54045307443369</c:v>
                </c:pt>
                <c:pt idx="1253">
                  <c:v>389.62089690245034</c:v>
                </c:pt>
                <c:pt idx="1254">
                  <c:v>389.50531668978272</c:v>
                </c:pt>
                <c:pt idx="1255">
                  <c:v>393.78178455848359</c:v>
                </c:pt>
                <c:pt idx="1256">
                  <c:v>397.36477115117896</c:v>
                </c:pt>
                <c:pt idx="1257">
                  <c:v>395.86222838650025</c:v>
                </c:pt>
                <c:pt idx="1258">
                  <c:v>391.81692094313456</c:v>
                </c:pt>
                <c:pt idx="1259">
                  <c:v>382.80166435506243</c:v>
                </c:pt>
                <c:pt idx="1260">
                  <c:v>378.52519648636155</c:v>
                </c:pt>
                <c:pt idx="1261">
                  <c:v>365.58021266759135</c:v>
                </c:pt>
                <c:pt idx="1262">
                  <c:v>366.38927415626449</c:v>
                </c:pt>
                <c:pt idx="1263">
                  <c:v>363.26860841423951</c:v>
                </c:pt>
                <c:pt idx="1264">
                  <c:v>354.368932038835</c:v>
                </c:pt>
                <c:pt idx="1265">
                  <c:v>352.40406842348591</c:v>
                </c:pt>
                <c:pt idx="1266">
                  <c:v>351.82616736014791</c:v>
                </c:pt>
                <c:pt idx="1267">
                  <c:v>351.82616736014791</c:v>
                </c:pt>
                <c:pt idx="1268">
                  <c:v>352.75080906148867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96F-4E65-8F9A-AADF34362784}"/>
            </c:ext>
          </c:extLst>
        </c:ser>
        <c:ser>
          <c:idx val="1"/>
          <c:order val="1"/>
          <c:tx>
            <c:strRef>
              <c:f>'Confronto con indicizzazione'!$C$1</c:f>
              <c:strCache>
                <c:ptCount val="1"/>
                <c:pt idx="0">
                  <c:v>LVMH.PA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'Confronto con indicizzazione'!$A$2:$A$1270</c:f>
              <c:numCache>
                <c:formatCode>dd\-mmm\-yyyy</c:formatCode>
                <c:ptCount val="1269"/>
                <c:pt idx="0">
                  <c:v>43467</c:v>
                </c:pt>
                <c:pt idx="1">
                  <c:v>43468</c:v>
                </c:pt>
                <c:pt idx="2">
                  <c:v>43469</c:v>
                </c:pt>
                <c:pt idx="3">
                  <c:v>43472</c:v>
                </c:pt>
                <c:pt idx="4">
                  <c:v>43473</c:v>
                </c:pt>
                <c:pt idx="5">
                  <c:v>43474</c:v>
                </c:pt>
                <c:pt idx="6">
                  <c:v>43475</c:v>
                </c:pt>
                <c:pt idx="7">
                  <c:v>43476</c:v>
                </c:pt>
                <c:pt idx="8">
                  <c:v>43479</c:v>
                </c:pt>
                <c:pt idx="9">
                  <c:v>43480</c:v>
                </c:pt>
                <c:pt idx="10">
                  <c:v>43481</c:v>
                </c:pt>
                <c:pt idx="11">
                  <c:v>43482</c:v>
                </c:pt>
                <c:pt idx="12">
                  <c:v>43483</c:v>
                </c:pt>
                <c:pt idx="13">
                  <c:v>43486</c:v>
                </c:pt>
                <c:pt idx="14">
                  <c:v>43487</c:v>
                </c:pt>
                <c:pt idx="15">
                  <c:v>43488</c:v>
                </c:pt>
                <c:pt idx="16">
                  <c:v>43489</c:v>
                </c:pt>
                <c:pt idx="17">
                  <c:v>43490</c:v>
                </c:pt>
                <c:pt idx="18">
                  <c:v>43493</c:v>
                </c:pt>
                <c:pt idx="19">
                  <c:v>43494</c:v>
                </c:pt>
                <c:pt idx="20">
                  <c:v>43495</c:v>
                </c:pt>
                <c:pt idx="21">
                  <c:v>43496</c:v>
                </c:pt>
                <c:pt idx="22">
                  <c:v>43497</c:v>
                </c:pt>
                <c:pt idx="23">
                  <c:v>43500</c:v>
                </c:pt>
                <c:pt idx="24">
                  <c:v>43501</c:v>
                </c:pt>
                <c:pt idx="25">
                  <c:v>43502</c:v>
                </c:pt>
                <c:pt idx="26">
                  <c:v>43503</c:v>
                </c:pt>
                <c:pt idx="27">
                  <c:v>43504</c:v>
                </c:pt>
                <c:pt idx="28">
                  <c:v>43507</c:v>
                </c:pt>
                <c:pt idx="29">
                  <c:v>43508</c:v>
                </c:pt>
                <c:pt idx="30">
                  <c:v>43509</c:v>
                </c:pt>
                <c:pt idx="31">
                  <c:v>43510</c:v>
                </c:pt>
                <c:pt idx="32">
                  <c:v>43511</c:v>
                </c:pt>
                <c:pt idx="33">
                  <c:v>43514</c:v>
                </c:pt>
                <c:pt idx="34">
                  <c:v>43515</c:v>
                </c:pt>
                <c:pt idx="35">
                  <c:v>43516</c:v>
                </c:pt>
                <c:pt idx="36">
                  <c:v>43517</c:v>
                </c:pt>
                <c:pt idx="37">
                  <c:v>43518</c:v>
                </c:pt>
                <c:pt idx="38">
                  <c:v>43521</c:v>
                </c:pt>
                <c:pt idx="39">
                  <c:v>43522</c:v>
                </c:pt>
                <c:pt idx="40">
                  <c:v>43523</c:v>
                </c:pt>
                <c:pt idx="41">
                  <c:v>43524</c:v>
                </c:pt>
                <c:pt idx="42">
                  <c:v>43525</c:v>
                </c:pt>
                <c:pt idx="43">
                  <c:v>43528</c:v>
                </c:pt>
                <c:pt idx="44">
                  <c:v>43529</c:v>
                </c:pt>
                <c:pt idx="45">
                  <c:v>43530</c:v>
                </c:pt>
                <c:pt idx="46">
                  <c:v>43531</c:v>
                </c:pt>
                <c:pt idx="47">
                  <c:v>43532</c:v>
                </c:pt>
                <c:pt idx="48">
                  <c:v>43535</c:v>
                </c:pt>
                <c:pt idx="49">
                  <c:v>43536</c:v>
                </c:pt>
                <c:pt idx="50">
                  <c:v>43537</c:v>
                </c:pt>
                <c:pt idx="51">
                  <c:v>43538</c:v>
                </c:pt>
                <c:pt idx="52">
                  <c:v>43539</c:v>
                </c:pt>
                <c:pt idx="53">
                  <c:v>43542</c:v>
                </c:pt>
                <c:pt idx="54">
                  <c:v>43543</c:v>
                </c:pt>
                <c:pt idx="55">
                  <c:v>43544</c:v>
                </c:pt>
                <c:pt idx="56">
                  <c:v>43545</c:v>
                </c:pt>
                <c:pt idx="57">
                  <c:v>43546</c:v>
                </c:pt>
                <c:pt idx="58">
                  <c:v>43549</c:v>
                </c:pt>
                <c:pt idx="59">
                  <c:v>43550</c:v>
                </c:pt>
                <c:pt idx="60">
                  <c:v>43551</c:v>
                </c:pt>
                <c:pt idx="61">
                  <c:v>43552</c:v>
                </c:pt>
                <c:pt idx="62">
                  <c:v>43553</c:v>
                </c:pt>
                <c:pt idx="63">
                  <c:v>43556</c:v>
                </c:pt>
                <c:pt idx="64">
                  <c:v>43557</c:v>
                </c:pt>
                <c:pt idx="65">
                  <c:v>43558</c:v>
                </c:pt>
                <c:pt idx="66">
                  <c:v>43559</c:v>
                </c:pt>
                <c:pt idx="67">
                  <c:v>43560</c:v>
                </c:pt>
                <c:pt idx="68">
                  <c:v>43563</c:v>
                </c:pt>
                <c:pt idx="69">
                  <c:v>43564</c:v>
                </c:pt>
                <c:pt idx="70">
                  <c:v>43565</c:v>
                </c:pt>
                <c:pt idx="71">
                  <c:v>43566</c:v>
                </c:pt>
                <c:pt idx="72">
                  <c:v>43567</c:v>
                </c:pt>
                <c:pt idx="73">
                  <c:v>43570</c:v>
                </c:pt>
                <c:pt idx="74">
                  <c:v>43571</c:v>
                </c:pt>
                <c:pt idx="75">
                  <c:v>43572</c:v>
                </c:pt>
                <c:pt idx="76">
                  <c:v>43573</c:v>
                </c:pt>
                <c:pt idx="77">
                  <c:v>43578</c:v>
                </c:pt>
                <c:pt idx="78">
                  <c:v>43579</c:v>
                </c:pt>
                <c:pt idx="79">
                  <c:v>43580</c:v>
                </c:pt>
                <c:pt idx="80">
                  <c:v>43581</c:v>
                </c:pt>
                <c:pt idx="81">
                  <c:v>43584</c:v>
                </c:pt>
                <c:pt idx="82">
                  <c:v>43585</c:v>
                </c:pt>
                <c:pt idx="83">
                  <c:v>43587</c:v>
                </c:pt>
                <c:pt idx="84">
                  <c:v>43588</c:v>
                </c:pt>
                <c:pt idx="85">
                  <c:v>43591</c:v>
                </c:pt>
                <c:pt idx="86">
                  <c:v>43592</c:v>
                </c:pt>
                <c:pt idx="87">
                  <c:v>43593</c:v>
                </c:pt>
                <c:pt idx="88">
                  <c:v>43594</c:v>
                </c:pt>
                <c:pt idx="89">
                  <c:v>43595</c:v>
                </c:pt>
                <c:pt idx="90">
                  <c:v>43598</c:v>
                </c:pt>
                <c:pt idx="91">
                  <c:v>43599</c:v>
                </c:pt>
                <c:pt idx="92">
                  <c:v>43600</c:v>
                </c:pt>
                <c:pt idx="93">
                  <c:v>43601</c:v>
                </c:pt>
                <c:pt idx="94">
                  <c:v>43602</c:v>
                </c:pt>
                <c:pt idx="95">
                  <c:v>43605</c:v>
                </c:pt>
                <c:pt idx="96">
                  <c:v>43606</c:v>
                </c:pt>
                <c:pt idx="97">
                  <c:v>43607</c:v>
                </c:pt>
                <c:pt idx="98">
                  <c:v>43608</c:v>
                </c:pt>
                <c:pt idx="99">
                  <c:v>43609</c:v>
                </c:pt>
                <c:pt idx="100">
                  <c:v>43612</c:v>
                </c:pt>
                <c:pt idx="101">
                  <c:v>43613</c:v>
                </c:pt>
                <c:pt idx="102">
                  <c:v>43614</c:v>
                </c:pt>
                <c:pt idx="103">
                  <c:v>43615</c:v>
                </c:pt>
                <c:pt idx="104">
                  <c:v>43616</c:v>
                </c:pt>
                <c:pt idx="105">
                  <c:v>43619</c:v>
                </c:pt>
                <c:pt idx="106">
                  <c:v>43620</c:v>
                </c:pt>
                <c:pt idx="107">
                  <c:v>43621</c:v>
                </c:pt>
                <c:pt idx="108">
                  <c:v>43622</c:v>
                </c:pt>
                <c:pt idx="109">
                  <c:v>43623</c:v>
                </c:pt>
                <c:pt idx="110">
                  <c:v>43627</c:v>
                </c:pt>
                <c:pt idx="111">
                  <c:v>43628</c:v>
                </c:pt>
                <c:pt idx="112">
                  <c:v>43629</c:v>
                </c:pt>
                <c:pt idx="113">
                  <c:v>43630</c:v>
                </c:pt>
                <c:pt idx="114">
                  <c:v>43633</c:v>
                </c:pt>
                <c:pt idx="115">
                  <c:v>43634</c:v>
                </c:pt>
                <c:pt idx="116">
                  <c:v>43635</c:v>
                </c:pt>
                <c:pt idx="117">
                  <c:v>43636</c:v>
                </c:pt>
                <c:pt idx="118">
                  <c:v>43637</c:v>
                </c:pt>
                <c:pt idx="119">
                  <c:v>43640</c:v>
                </c:pt>
                <c:pt idx="120">
                  <c:v>43641</c:v>
                </c:pt>
                <c:pt idx="121">
                  <c:v>43642</c:v>
                </c:pt>
                <c:pt idx="122">
                  <c:v>43643</c:v>
                </c:pt>
                <c:pt idx="123">
                  <c:v>43644</c:v>
                </c:pt>
                <c:pt idx="124">
                  <c:v>43647</c:v>
                </c:pt>
                <c:pt idx="125">
                  <c:v>43648</c:v>
                </c:pt>
                <c:pt idx="126">
                  <c:v>43649</c:v>
                </c:pt>
                <c:pt idx="127">
                  <c:v>43650</c:v>
                </c:pt>
                <c:pt idx="128">
                  <c:v>43651</c:v>
                </c:pt>
                <c:pt idx="129">
                  <c:v>43654</c:v>
                </c:pt>
                <c:pt idx="130">
                  <c:v>43655</c:v>
                </c:pt>
                <c:pt idx="131">
                  <c:v>43656</c:v>
                </c:pt>
                <c:pt idx="132">
                  <c:v>43657</c:v>
                </c:pt>
                <c:pt idx="133">
                  <c:v>43658</c:v>
                </c:pt>
                <c:pt idx="134">
                  <c:v>43661</c:v>
                </c:pt>
                <c:pt idx="135">
                  <c:v>43662</c:v>
                </c:pt>
                <c:pt idx="136">
                  <c:v>43663</c:v>
                </c:pt>
                <c:pt idx="137">
                  <c:v>43664</c:v>
                </c:pt>
                <c:pt idx="138">
                  <c:v>43665</c:v>
                </c:pt>
                <c:pt idx="139">
                  <c:v>43668</c:v>
                </c:pt>
                <c:pt idx="140">
                  <c:v>43669</c:v>
                </c:pt>
                <c:pt idx="141">
                  <c:v>43670</c:v>
                </c:pt>
                <c:pt idx="142">
                  <c:v>43671</c:v>
                </c:pt>
                <c:pt idx="143">
                  <c:v>43672</c:v>
                </c:pt>
                <c:pt idx="144">
                  <c:v>43675</c:v>
                </c:pt>
                <c:pt idx="145">
                  <c:v>43676</c:v>
                </c:pt>
                <c:pt idx="146">
                  <c:v>43677</c:v>
                </c:pt>
                <c:pt idx="147">
                  <c:v>43678</c:v>
                </c:pt>
                <c:pt idx="148">
                  <c:v>43679</c:v>
                </c:pt>
                <c:pt idx="149">
                  <c:v>43682</c:v>
                </c:pt>
                <c:pt idx="150">
                  <c:v>43683</c:v>
                </c:pt>
                <c:pt idx="151">
                  <c:v>43684</c:v>
                </c:pt>
                <c:pt idx="152">
                  <c:v>43685</c:v>
                </c:pt>
                <c:pt idx="153">
                  <c:v>43686</c:v>
                </c:pt>
                <c:pt idx="154">
                  <c:v>43689</c:v>
                </c:pt>
                <c:pt idx="155">
                  <c:v>43690</c:v>
                </c:pt>
                <c:pt idx="156">
                  <c:v>43691</c:v>
                </c:pt>
                <c:pt idx="157">
                  <c:v>43693</c:v>
                </c:pt>
                <c:pt idx="158">
                  <c:v>43696</c:v>
                </c:pt>
                <c:pt idx="159">
                  <c:v>43697</c:v>
                </c:pt>
                <c:pt idx="160">
                  <c:v>43698</c:v>
                </c:pt>
                <c:pt idx="161">
                  <c:v>43699</c:v>
                </c:pt>
                <c:pt idx="162">
                  <c:v>43700</c:v>
                </c:pt>
                <c:pt idx="163">
                  <c:v>43703</c:v>
                </c:pt>
                <c:pt idx="164">
                  <c:v>43704</c:v>
                </c:pt>
                <c:pt idx="165">
                  <c:v>43705</c:v>
                </c:pt>
                <c:pt idx="166">
                  <c:v>43706</c:v>
                </c:pt>
                <c:pt idx="167">
                  <c:v>43707</c:v>
                </c:pt>
                <c:pt idx="168">
                  <c:v>43710</c:v>
                </c:pt>
                <c:pt idx="169">
                  <c:v>43711</c:v>
                </c:pt>
                <c:pt idx="170">
                  <c:v>43712</c:v>
                </c:pt>
                <c:pt idx="171">
                  <c:v>43713</c:v>
                </c:pt>
                <c:pt idx="172">
                  <c:v>43714</c:v>
                </c:pt>
                <c:pt idx="173">
                  <c:v>43717</c:v>
                </c:pt>
                <c:pt idx="174">
                  <c:v>43718</c:v>
                </c:pt>
                <c:pt idx="175">
                  <c:v>43719</c:v>
                </c:pt>
                <c:pt idx="176">
                  <c:v>43720</c:v>
                </c:pt>
                <c:pt idx="177">
                  <c:v>43721</c:v>
                </c:pt>
                <c:pt idx="178">
                  <c:v>43724</c:v>
                </c:pt>
                <c:pt idx="179">
                  <c:v>43725</c:v>
                </c:pt>
                <c:pt idx="180">
                  <c:v>43726</c:v>
                </c:pt>
                <c:pt idx="181">
                  <c:v>43727</c:v>
                </c:pt>
                <c:pt idx="182">
                  <c:v>43728</c:v>
                </c:pt>
                <c:pt idx="183">
                  <c:v>43731</c:v>
                </c:pt>
                <c:pt idx="184">
                  <c:v>43732</c:v>
                </c:pt>
                <c:pt idx="185">
                  <c:v>43733</c:v>
                </c:pt>
                <c:pt idx="186">
                  <c:v>43734</c:v>
                </c:pt>
                <c:pt idx="187">
                  <c:v>43735</c:v>
                </c:pt>
                <c:pt idx="188">
                  <c:v>43738</c:v>
                </c:pt>
                <c:pt idx="189">
                  <c:v>43739</c:v>
                </c:pt>
                <c:pt idx="190">
                  <c:v>43740</c:v>
                </c:pt>
                <c:pt idx="191">
                  <c:v>43742</c:v>
                </c:pt>
                <c:pt idx="192">
                  <c:v>43745</c:v>
                </c:pt>
                <c:pt idx="193">
                  <c:v>43746</c:v>
                </c:pt>
                <c:pt idx="194">
                  <c:v>43747</c:v>
                </c:pt>
                <c:pt idx="195">
                  <c:v>43748</c:v>
                </c:pt>
                <c:pt idx="196">
                  <c:v>43749</c:v>
                </c:pt>
                <c:pt idx="197">
                  <c:v>43752</c:v>
                </c:pt>
                <c:pt idx="198">
                  <c:v>43753</c:v>
                </c:pt>
                <c:pt idx="199">
                  <c:v>43754</c:v>
                </c:pt>
                <c:pt idx="200">
                  <c:v>43755</c:v>
                </c:pt>
                <c:pt idx="201">
                  <c:v>43756</c:v>
                </c:pt>
                <c:pt idx="202">
                  <c:v>43759</c:v>
                </c:pt>
                <c:pt idx="203">
                  <c:v>43760</c:v>
                </c:pt>
                <c:pt idx="204">
                  <c:v>43761</c:v>
                </c:pt>
                <c:pt idx="205">
                  <c:v>43762</c:v>
                </c:pt>
                <c:pt idx="206">
                  <c:v>43763</c:v>
                </c:pt>
                <c:pt idx="207">
                  <c:v>43766</c:v>
                </c:pt>
                <c:pt idx="208">
                  <c:v>43767</c:v>
                </c:pt>
                <c:pt idx="209">
                  <c:v>43768</c:v>
                </c:pt>
                <c:pt idx="210">
                  <c:v>43769</c:v>
                </c:pt>
                <c:pt idx="211">
                  <c:v>43770</c:v>
                </c:pt>
                <c:pt idx="212">
                  <c:v>43773</c:v>
                </c:pt>
                <c:pt idx="213">
                  <c:v>43774</c:v>
                </c:pt>
                <c:pt idx="214">
                  <c:v>43775</c:v>
                </c:pt>
                <c:pt idx="215">
                  <c:v>43776</c:v>
                </c:pt>
                <c:pt idx="216">
                  <c:v>43777</c:v>
                </c:pt>
                <c:pt idx="217">
                  <c:v>43780</c:v>
                </c:pt>
                <c:pt idx="218">
                  <c:v>43781</c:v>
                </c:pt>
                <c:pt idx="219">
                  <c:v>43782</c:v>
                </c:pt>
                <c:pt idx="220">
                  <c:v>43783</c:v>
                </c:pt>
                <c:pt idx="221">
                  <c:v>43784</c:v>
                </c:pt>
                <c:pt idx="222">
                  <c:v>43787</c:v>
                </c:pt>
                <c:pt idx="223">
                  <c:v>43788</c:v>
                </c:pt>
                <c:pt idx="224">
                  <c:v>43789</c:v>
                </c:pt>
                <c:pt idx="225">
                  <c:v>43790</c:v>
                </c:pt>
                <c:pt idx="226">
                  <c:v>43791</c:v>
                </c:pt>
                <c:pt idx="227">
                  <c:v>43794</c:v>
                </c:pt>
                <c:pt idx="228">
                  <c:v>43795</c:v>
                </c:pt>
                <c:pt idx="229">
                  <c:v>43796</c:v>
                </c:pt>
                <c:pt idx="230">
                  <c:v>43797</c:v>
                </c:pt>
                <c:pt idx="231">
                  <c:v>43798</c:v>
                </c:pt>
                <c:pt idx="232">
                  <c:v>43801</c:v>
                </c:pt>
                <c:pt idx="233">
                  <c:v>43802</c:v>
                </c:pt>
                <c:pt idx="234">
                  <c:v>43803</c:v>
                </c:pt>
                <c:pt idx="235">
                  <c:v>43804</c:v>
                </c:pt>
                <c:pt idx="236">
                  <c:v>43805</c:v>
                </c:pt>
                <c:pt idx="237">
                  <c:v>43808</c:v>
                </c:pt>
                <c:pt idx="238">
                  <c:v>43809</c:v>
                </c:pt>
                <c:pt idx="239">
                  <c:v>43810</c:v>
                </c:pt>
                <c:pt idx="240">
                  <c:v>43811</c:v>
                </c:pt>
                <c:pt idx="241">
                  <c:v>43812</c:v>
                </c:pt>
                <c:pt idx="242">
                  <c:v>43815</c:v>
                </c:pt>
                <c:pt idx="243">
                  <c:v>43816</c:v>
                </c:pt>
                <c:pt idx="244">
                  <c:v>43817</c:v>
                </c:pt>
                <c:pt idx="245">
                  <c:v>43818</c:v>
                </c:pt>
                <c:pt idx="246">
                  <c:v>43819</c:v>
                </c:pt>
                <c:pt idx="247">
                  <c:v>43822</c:v>
                </c:pt>
                <c:pt idx="248">
                  <c:v>43826</c:v>
                </c:pt>
                <c:pt idx="249">
                  <c:v>43829</c:v>
                </c:pt>
                <c:pt idx="250">
                  <c:v>43832</c:v>
                </c:pt>
                <c:pt idx="251">
                  <c:v>43833</c:v>
                </c:pt>
                <c:pt idx="252">
                  <c:v>43836</c:v>
                </c:pt>
                <c:pt idx="253">
                  <c:v>43837</c:v>
                </c:pt>
                <c:pt idx="254">
                  <c:v>43838</c:v>
                </c:pt>
                <c:pt idx="255">
                  <c:v>43839</c:v>
                </c:pt>
                <c:pt idx="256">
                  <c:v>43840</c:v>
                </c:pt>
                <c:pt idx="257">
                  <c:v>43843</c:v>
                </c:pt>
                <c:pt idx="258">
                  <c:v>43844</c:v>
                </c:pt>
                <c:pt idx="259">
                  <c:v>43845</c:v>
                </c:pt>
                <c:pt idx="260">
                  <c:v>43846</c:v>
                </c:pt>
                <c:pt idx="261">
                  <c:v>43847</c:v>
                </c:pt>
                <c:pt idx="262">
                  <c:v>43850</c:v>
                </c:pt>
                <c:pt idx="263">
                  <c:v>43851</c:v>
                </c:pt>
                <c:pt idx="264">
                  <c:v>43852</c:v>
                </c:pt>
                <c:pt idx="265">
                  <c:v>43853</c:v>
                </c:pt>
                <c:pt idx="266">
                  <c:v>43854</c:v>
                </c:pt>
                <c:pt idx="267">
                  <c:v>43857</c:v>
                </c:pt>
                <c:pt idx="268">
                  <c:v>43858</c:v>
                </c:pt>
                <c:pt idx="269">
                  <c:v>43859</c:v>
                </c:pt>
                <c:pt idx="270">
                  <c:v>43860</c:v>
                </c:pt>
                <c:pt idx="271">
                  <c:v>43861</c:v>
                </c:pt>
                <c:pt idx="272">
                  <c:v>43864</c:v>
                </c:pt>
                <c:pt idx="273">
                  <c:v>43865</c:v>
                </c:pt>
                <c:pt idx="274">
                  <c:v>43866</c:v>
                </c:pt>
                <c:pt idx="275">
                  <c:v>43867</c:v>
                </c:pt>
                <c:pt idx="276">
                  <c:v>43868</c:v>
                </c:pt>
                <c:pt idx="277">
                  <c:v>43871</c:v>
                </c:pt>
                <c:pt idx="278">
                  <c:v>43872</c:v>
                </c:pt>
                <c:pt idx="279">
                  <c:v>43873</c:v>
                </c:pt>
                <c:pt idx="280">
                  <c:v>43874</c:v>
                </c:pt>
                <c:pt idx="281">
                  <c:v>43875</c:v>
                </c:pt>
                <c:pt idx="282">
                  <c:v>43878</c:v>
                </c:pt>
                <c:pt idx="283">
                  <c:v>43879</c:v>
                </c:pt>
                <c:pt idx="284">
                  <c:v>43880</c:v>
                </c:pt>
                <c:pt idx="285">
                  <c:v>43881</c:v>
                </c:pt>
                <c:pt idx="286">
                  <c:v>43882</c:v>
                </c:pt>
                <c:pt idx="287">
                  <c:v>43885</c:v>
                </c:pt>
                <c:pt idx="288">
                  <c:v>43886</c:v>
                </c:pt>
                <c:pt idx="289">
                  <c:v>43887</c:v>
                </c:pt>
                <c:pt idx="290">
                  <c:v>43888</c:v>
                </c:pt>
                <c:pt idx="291">
                  <c:v>43889</c:v>
                </c:pt>
                <c:pt idx="292">
                  <c:v>43892</c:v>
                </c:pt>
                <c:pt idx="293">
                  <c:v>43893</c:v>
                </c:pt>
                <c:pt idx="294">
                  <c:v>43894</c:v>
                </c:pt>
                <c:pt idx="295">
                  <c:v>43895</c:v>
                </c:pt>
                <c:pt idx="296">
                  <c:v>43896</c:v>
                </c:pt>
                <c:pt idx="297">
                  <c:v>43899</c:v>
                </c:pt>
                <c:pt idx="298">
                  <c:v>43900</c:v>
                </c:pt>
                <c:pt idx="299">
                  <c:v>43901</c:v>
                </c:pt>
                <c:pt idx="300">
                  <c:v>43902</c:v>
                </c:pt>
                <c:pt idx="301">
                  <c:v>43903</c:v>
                </c:pt>
                <c:pt idx="302">
                  <c:v>43906</c:v>
                </c:pt>
                <c:pt idx="303">
                  <c:v>43907</c:v>
                </c:pt>
                <c:pt idx="304">
                  <c:v>43908</c:v>
                </c:pt>
                <c:pt idx="305">
                  <c:v>43909</c:v>
                </c:pt>
                <c:pt idx="306">
                  <c:v>43910</c:v>
                </c:pt>
                <c:pt idx="307">
                  <c:v>43913</c:v>
                </c:pt>
                <c:pt idx="308">
                  <c:v>43914</c:v>
                </c:pt>
                <c:pt idx="309">
                  <c:v>43915</c:v>
                </c:pt>
                <c:pt idx="310">
                  <c:v>43916</c:v>
                </c:pt>
                <c:pt idx="311">
                  <c:v>43917</c:v>
                </c:pt>
                <c:pt idx="312">
                  <c:v>43920</c:v>
                </c:pt>
                <c:pt idx="313">
                  <c:v>43921</c:v>
                </c:pt>
                <c:pt idx="314">
                  <c:v>43922</c:v>
                </c:pt>
                <c:pt idx="315">
                  <c:v>43923</c:v>
                </c:pt>
                <c:pt idx="316">
                  <c:v>43924</c:v>
                </c:pt>
                <c:pt idx="317">
                  <c:v>43927</c:v>
                </c:pt>
                <c:pt idx="318">
                  <c:v>43928</c:v>
                </c:pt>
                <c:pt idx="319">
                  <c:v>43929</c:v>
                </c:pt>
                <c:pt idx="320">
                  <c:v>43930</c:v>
                </c:pt>
                <c:pt idx="321">
                  <c:v>43935</c:v>
                </c:pt>
                <c:pt idx="322">
                  <c:v>43936</c:v>
                </c:pt>
                <c:pt idx="323">
                  <c:v>43937</c:v>
                </c:pt>
                <c:pt idx="324">
                  <c:v>43938</c:v>
                </c:pt>
                <c:pt idx="325">
                  <c:v>43941</c:v>
                </c:pt>
                <c:pt idx="326">
                  <c:v>43942</c:v>
                </c:pt>
                <c:pt idx="327">
                  <c:v>43943</c:v>
                </c:pt>
                <c:pt idx="328">
                  <c:v>43944</c:v>
                </c:pt>
                <c:pt idx="329">
                  <c:v>43945</c:v>
                </c:pt>
                <c:pt idx="330">
                  <c:v>43948</c:v>
                </c:pt>
                <c:pt idx="331">
                  <c:v>43949</c:v>
                </c:pt>
                <c:pt idx="332">
                  <c:v>43950</c:v>
                </c:pt>
                <c:pt idx="333">
                  <c:v>43951</c:v>
                </c:pt>
                <c:pt idx="334">
                  <c:v>43955</c:v>
                </c:pt>
                <c:pt idx="335">
                  <c:v>43956</c:v>
                </c:pt>
                <c:pt idx="336">
                  <c:v>43957</c:v>
                </c:pt>
                <c:pt idx="337">
                  <c:v>43958</c:v>
                </c:pt>
                <c:pt idx="338">
                  <c:v>43959</c:v>
                </c:pt>
                <c:pt idx="339">
                  <c:v>43962</c:v>
                </c:pt>
                <c:pt idx="340">
                  <c:v>43963</c:v>
                </c:pt>
                <c:pt idx="341">
                  <c:v>43964</c:v>
                </c:pt>
                <c:pt idx="342">
                  <c:v>43965</c:v>
                </c:pt>
                <c:pt idx="343">
                  <c:v>43966</c:v>
                </c:pt>
                <c:pt idx="344">
                  <c:v>43969</c:v>
                </c:pt>
                <c:pt idx="345">
                  <c:v>43970</c:v>
                </c:pt>
                <c:pt idx="346">
                  <c:v>43971</c:v>
                </c:pt>
                <c:pt idx="347">
                  <c:v>43972</c:v>
                </c:pt>
                <c:pt idx="348">
                  <c:v>43973</c:v>
                </c:pt>
                <c:pt idx="349">
                  <c:v>43976</c:v>
                </c:pt>
                <c:pt idx="350">
                  <c:v>43977</c:v>
                </c:pt>
                <c:pt idx="351">
                  <c:v>43978</c:v>
                </c:pt>
                <c:pt idx="352">
                  <c:v>43979</c:v>
                </c:pt>
                <c:pt idx="353">
                  <c:v>43980</c:v>
                </c:pt>
                <c:pt idx="354">
                  <c:v>43984</c:v>
                </c:pt>
                <c:pt idx="355">
                  <c:v>43985</c:v>
                </c:pt>
                <c:pt idx="356">
                  <c:v>43986</c:v>
                </c:pt>
                <c:pt idx="357">
                  <c:v>43987</c:v>
                </c:pt>
                <c:pt idx="358">
                  <c:v>43990</c:v>
                </c:pt>
                <c:pt idx="359">
                  <c:v>43991</c:v>
                </c:pt>
                <c:pt idx="360">
                  <c:v>43992</c:v>
                </c:pt>
                <c:pt idx="361">
                  <c:v>43993</c:v>
                </c:pt>
                <c:pt idx="362">
                  <c:v>43994</c:v>
                </c:pt>
                <c:pt idx="363">
                  <c:v>43997</c:v>
                </c:pt>
                <c:pt idx="364">
                  <c:v>43998</c:v>
                </c:pt>
                <c:pt idx="365">
                  <c:v>43999</c:v>
                </c:pt>
                <c:pt idx="366">
                  <c:v>44000</c:v>
                </c:pt>
                <c:pt idx="367">
                  <c:v>44001</c:v>
                </c:pt>
                <c:pt idx="368">
                  <c:v>44004</c:v>
                </c:pt>
                <c:pt idx="369">
                  <c:v>44005</c:v>
                </c:pt>
                <c:pt idx="370">
                  <c:v>44006</c:v>
                </c:pt>
                <c:pt idx="371">
                  <c:v>44007</c:v>
                </c:pt>
                <c:pt idx="372">
                  <c:v>44008</c:v>
                </c:pt>
                <c:pt idx="373">
                  <c:v>44011</c:v>
                </c:pt>
                <c:pt idx="374">
                  <c:v>44012</c:v>
                </c:pt>
                <c:pt idx="375">
                  <c:v>44013</c:v>
                </c:pt>
                <c:pt idx="376">
                  <c:v>44014</c:v>
                </c:pt>
                <c:pt idx="377">
                  <c:v>44015</c:v>
                </c:pt>
                <c:pt idx="378">
                  <c:v>44018</c:v>
                </c:pt>
                <c:pt idx="379">
                  <c:v>44019</c:v>
                </c:pt>
                <c:pt idx="380">
                  <c:v>44020</c:v>
                </c:pt>
                <c:pt idx="381">
                  <c:v>44021</c:v>
                </c:pt>
                <c:pt idx="382">
                  <c:v>44022</c:v>
                </c:pt>
                <c:pt idx="383">
                  <c:v>44025</c:v>
                </c:pt>
                <c:pt idx="384">
                  <c:v>44026</c:v>
                </c:pt>
                <c:pt idx="385">
                  <c:v>44027</c:v>
                </c:pt>
                <c:pt idx="386">
                  <c:v>44028</c:v>
                </c:pt>
                <c:pt idx="387">
                  <c:v>44029</c:v>
                </c:pt>
                <c:pt idx="388">
                  <c:v>44032</c:v>
                </c:pt>
                <c:pt idx="389">
                  <c:v>44033</c:v>
                </c:pt>
                <c:pt idx="390">
                  <c:v>44034</c:v>
                </c:pt>
                <c:pt idx="391">
                  <c:v>44035</c:v>
                </c:pt>
                <c:pt idx="392">
                  <c:v>44036</c:v>
                </c:pt>
                <c:pt idx="393">
                  <c:v>44039</c:v>
                </c:pt>
                <c:pt idx="394">
                  <c:v>44040</c:v>
                </c:pt>
                <c:pt idx="395">
                  <c:v>44041</c:v>
                </c:pt>
                <c:pt idx="396">
                  <c:v>44042</c:v>
                </c:pt>
                <c:pt idx="397">
                  <c:v>44043</c:v>
                </c:pt>
                <c:pt idx="398">
                  <c:v>44046</c:v>
                </c:pt>
                <c:pt idx="399">
                  <c:v>44047</c:v>
                </c:pt>
                <c:pt idx="400">
                  <c:v>44048</c:v>
                </c:pt>
                <c:pt idx="401">
                  <c:v>44049</c:v>
                </c:pt>
                <c:pt idx="402">
                  <c:v>44050</c:v>
                </c:pt>
                <c:pt idx="403">
                  <c:v>44053</c:v>
                </c:pt>
                <c:pt idx="404">
                  <c:v>44054</c:v>
                </c:pt>
                <c:pt idx="405">
                  <c:v>44055</c:v>
                </c:pt>
                <c:pt idx="406">
                  <c:v>44056</c:v>
                </c:pt>
                <c:pt idx="407">
                  <c:v>44057</c:v>
                </c:pt>
                <c:pt idx="408">
                  <c:v>44060</c:v>
                </c:pt>
                <c:pt idx="409">
                  <c:v>44061</c:v>
                </c:pt>
                <c:pt idx="410">
                  <c:v>44062</c:v>
                </c:pt>
                <c:pt idx="411">
                  <c:v>44063</c:v>
                </c:pt>
                <c:pt idx="412">
                  <c:v>44064</c:v>
                </c:pt>
                <c:pt idx="413">
                  <c:v>44067</c:v>
                </c:pt>
                <c:pt idx="414">
                  <c:v>44068</c:v>
                </c:pt>
                <c:pt idx="415">
                  <c:v>44069</c:v>
                </c:pt>
                <c:pt idx="416">
                  <c:v>44070</c:v>
                </c:pt>
                <c:pt idx="417">
                  <c:v>44071</c:v>
                </c:pt>
                <c:pt idx="418">
                  <c:v>44074</c:v>
                </c:pt>
                <c:pt idx="419">
                  <c:v>44075</c:v>
                </c:pt>
                <c:pt idx="420">
                  <c:v>44076</c:v>
                </c:pt>
                <c:pt idx="421">
                  <c:v>44077</c:v>
                </c:pt>
                <c:pt idx="422">
                  <c:v>44078</c:v>
                </c:pt>
                <c:pt idx="423">
                  <c:v>44081</c:v>
                </c:pt>
                <c:pt idx="424">
                  <c:v>44082</c:v>
                </c:pt>
                <c:pt idx="425">
                  <c:v>44083</c:v>
                </c:pt>
                <c:pt idx="426">
                  <c:v>44084</c:v>
                </c:pt>
                <c:pt idx="427">
                  <c:v>44085</c:v>
                </c:pt>
                <c:pt idx="428">
                  <c:v>44088</c:v>
                </c:pt>
                <c:pt idx="429">
                  <c:v>44089</c:v>
                </c:pt>
                <c:pt idx="430">
                  <c:v>44090</c:v>
                </c:pt>
                <c:pt idx="431">
                  <c:v>44091</c:v>
                </c:pt>
                <c:pt idx="432">
                  <c:v>44092</c:v>
                </c:pt>
                <c:pt idx="433">
                  <c:v>44095</c:v>
                </c:pt>
                <c:pt idx="434">
                  <c:v>44096</c:v>
                </c:pt>
                <c:pt idx="435">
                  <c:v>44097</c:v>
                </c:pt>
                <c:pt idx="436">
                  <c:v>44098</c:v>
                </c:pt>
                <c:pt idx="437">
                  <c:v>44099</c:v>
                </c:pt>
                <c:pt idx="438">
                  <c:v>44102</c:v>
                </c:pt>
                <c:pt idx="439">
                  <c:v>44103</c:v>
                </c:pt>
                <c:pt idx="440">
                  <c:v>44104</c:v>
                </c:pt>
                <c:pt idx="441">
                  <c:v>44105</c:v>
                </c:pt>
                <c:pt idx="442">
                  <c:v>44106</c:v>
                </c:pt>
                <c:pt idx="443">
                  <c:v>44109</c:v>
                </c:pt>
                <c:pt idx="444">
                  <c:v>44110</c:v>
                </c:pt>
                <c:pt idx="445">
                  <c:v>44111</c:v>
                </c:pt>
                <c:pt idx="446">
                  <c:v>44112</c:v>
                </c:pt>
                <c:pt idx="447">
                  <c:v>44113</c:v>
                </c:pt>
                <c:pt idx="448">
                  <c:v>44116</c:v>
                </c:pt>
                <c:pt idx="449">
                  <c:v>44117</c:v>
                </c:pt>
                <c:pt idx="450">
                  <c:v>44118</c:v>
                </c:pt>
                <c:pt idx="451">
                  <c:v>44119</c:v>
                </c:pt>
                <c:pt idx="452">
                  <c:v>44120</c:v>
                </c:pt>
                <c:pt idx="453">
                  <c:v>44123</c:v>
                </c:pt>
                <c:pt idx="454">
                  <c:v>44124</c:v>
                </c:pt>
                <c:pt idx="455">
                  <c:v>44125</c:v>
                </c:pt>
                <c:pt idx="456">
                  <c:v>44126</c:v>
                </c:pt>
                <c:pt idx="457">
                  <c:v>44127</c:v>
                </c:pt>
                <c:pt idx="458">
                  <c:v>44130</c:v>
                </c:pt>
                <c:pt idx="459">
                  <c:v>44131</c:v>
                </c:pt>
                <c:pt idx="460">
                  <c:v>44132</c:v>
                </c:pt>
                <c:pt idx="461">
                  <c:v>44133</c:v>
                </c:pt>
                <c:pt idx="462">
                  <c:v>44134</c:v>
                </c:pt>
                <c:pt idx="463">
                  <c:v>44137</c:v>
                </c:pt>
                <c:pt idx="464">
                  <c:v>44138</c:v>
                </c:pt>
                <c:pt idx="465">
                  <c:v>44139</c:v>
                </c:pt>
                <c:pt idx="466">
                  <c:v>44140</c:v>
                </c:pt>
                <c:pt idx="467">
                  <c:v>44141</c:v>
                </c:pt>
                <c:pt idx="468">
                  <c:v>44144</c:v>
                </c:pt>
                <c:pt idx="469">
                  <c:v>44145</c:v>
                </c:pt>
                <c:pt idx="470">
                  <c:v>44146</c:v>
                </c:pt>
                <c:pt idx="471">
                  <c:v>44147</c:v>
                </c:pt>
                <c:pt idx="472">
                  <c:v>44148</c:v>
                </c:pt>
                <c:pt idx="473">
                  <c:v>44151</c:v>
                </c:pt>
                <c:pt idx="474">
                  <c:v>44152</c:v>
                </c:pt>
                <c:pt idx="475">
                  <c:v>44153</c:v>
                </c:pt>
                <c:pt idx="476">
                  <c:v>44154</c:v>
                </c:pt>
                <c:pt idx="477">
                  <c:v>44155</c:v>
                </c:pt>
                <c:pt idx="478">
                  <c:v>44158</c:v>
                </c:pt>
                <c:pt idx="479">
                  <c:v>44159</c:v>
                </c:pt>
                <c:pt idx="480">
                  <c:v>44160</c:v>
                </c:pt>
                <c:pt idx="481">
                  <c:v>44161</c:v>
                </c:pt>
                <c:pt idx="482">
                  <c:v>44162</c:v>
                </c:pt>
                <c:pt idx="483">
                  <c:v>44165</c:v>
                </c:pt>
                <c:pt idx="484">
                  <c:v>44166</c:v>
                </c:pt>
                <c:pt idx="485">
                  <c:v>44167</c:v>
                </c:pt>
                <c:pt idx="486">
                  <c:v>44168</c:v>
                </c:pt>
                <c:pt idx="487">
                  <c:v>44169</c:v>
                </c:pt>
                <c:pt idx="488">
                  <c:v>44172</c:v>
                </c:pt>
                <c:pt idx="489">
                  <c:v>44173</c:v>
                </c:pt>
                <c:pt idx="490">
                  <c:v>44174</c:v>
                </c:pt>
                <c:pt idx="491">
                  <c:v>44175</c:v>
                </c:pt>
                <c:pt idx="492">
                  <c:v>44176</c:v>
                </c:pt>
                <c:pt idx="493">
                  <c:v>44179</c:v>
                </c:pt>
                <c:pt idx="494">
                  <c:v>44180</c:v>
                </c:pt>
                <c:pt idx="495">
                  <c:v>44181</c:v>
                </c:pt>
                <c:pt idx="496">
                  <c:v>44182</c:v>
                </c:pt>
                <c:pt idx="497">
                  <c:v>44183</c:v>
                </c:pt>
                <c:pt idx="498">
                  <c:v>44186</c:v>
                </c:pt>
                <c:pt idx="499">
                  <c:v>44187</c:v>
                </c:pt>
                <c:pt idx="500">
                  <c:v>44188</c:v>
                </c:pt>
                <c:pt idx="501">
                  <c:v>44193</c:v>
                </c:pt>
                <c:pt idx="502">
                  <c:v>44194</c:v>
                </c:pt>
                <c:pt idx="503">
                  <c:v>44195</c:v>
                </c:pt>
                <c:pt idx="504">
                  <c:v>44200</c:v>
                </c:pt>
                <c:pt idx="505">
                  <c:v>44201</c:v>
                </c:pt>
                <c:pt idx="506">
                  <c:v>44202</c:v>
                </c:pt>
                <c:pt idx="507">
                  <c:v>44203</c:v>
                </c:pt>
                <c:pt idx="508">
                  <c:v>44204</c:v>
                </c:pt>
                <c:pt idx="509">
                  <c:v>44207</c:v>
                </c:pt>
                <c:pt idx="510">
                  <c:v>44208</c:v>
                </c:pt>
                <c:pt idx="511">
                  <c:v>44209</c:v>
                </c:pt>
                <c:pt idx="512">
                  <c:v>44210</c:v>
                </c:pt>
                <c:pt idx="513">
                  <c:v>44211</c:v>
                </c:pt>
                <c:pt idx="514">
                  <c:v>44214</c:v>
                </c:pt>
                <c:pt idx="515">
                  <c:v>44215</c:v>
                </c:pt>
                <c:pt idx="516">
                  <c:v>44216</c:v>
                </c:pt>
                <c:pt idx="517">
                  <c:v>44217</c:v>
                </c:pt>
                <c:pt idx="518">
                  <c:v>44218</c:v>
                </c:pt>
                <c:pt idx="519">
                  <c:v>44221</c:v>
                </c:pt>
                <c:pt idx="520">
                  <c:v>44222</c:v>
                </c:pt>
                <c:pt idx="521">
                  <c:v>44223</c:v>
                </c:pt>
                <c:pt idx="522">
                  <c:v>44224</c:v>
                </c:pt>
                <c:pt idx="523">
                  <c:v>44225</c:v>
                </c:pt>
                <c:pt idx="524">
                  <c:v>44228</c:v>
                </c:pt>
                <c:pt idx="525">
                  <c:v>44229</c:v>
                </c:pt>
                <c:pt idx="526">
                  <c:v>44230</c:v>
                </c:pt>
                <c:pt idx="527">
                  <c:v>44231</c:v>
                </c:pt>
                <c:pt idx="528">
                  <c:v>44232</c:v>
                </c:pt>
                <c:pt idx="529">
                  <c:v>44235</c:v>
                </c:pt>
                <c:pt idx="530">
                  <c:v>44236</c:v>
                </c:pt>
                <c:pt idx="531">
                  <c:v>44237</c:v>
                </c:pt>
                <c:pt idx="532">
                  <c:v>44238</c:v>
                </c:pt>
                <c:pt idx="533">
                  <c:v>44239</c:v>
                </c:pt>
                <c:pt idx="534">
                  <c:v>44242</c:v>
                </c:pt>
                <c:pt idx="535">
                  <c:v>44243</c:v>
                </c:pt>
                <c:pt idx="536">
                  <c:v>44244</c:v>
                </c:pt>
                <c:pt idx="537">
                  <c:v>44245</c:v>
                </c:pt>
                <c:pt idx="538">
                  <c:v>44246</c:v>
                </c:pt>
                <c:pt idx="539">
                  <c:v>44249</c:v>
                </c:pt>
                <c:pt idx="540">
                  <c:v>44250</c:v>
                </c:pt>
                <c:pt idx="541">
                  <c:v>44251</c:v>
                </c:pt>
                <c:pt idx="542">
                  <c:v>44252</c:v>
                </c:pt>
                <c:pt idx="543">
                  <c:v>44253</c:v>
                </c:pt>
                <c:pt idx="544">
                  <c:v>44256</c:v>
                </c:pt>
                <c:pt idx="545">
                  <c:v>44257</c:v>
                </c:pt>
                <c:pt idx="546">
                  <c:v>44258</c:v>
                </c:pt>
                <c:pt idx="547">
                  <c:v>44259</c:v>
                </c:pt>
                <c:pt idx="548">
                  <c:v>44260</c:v>
                </c:pt>
                <c:pt idx="549">
                  <c:v>44263</c:v>
                </c:pt>
                <c:pt idx="550">
                  <c:v>44264</c:v>
                </c:pt>
                <c:pt idx="551">
                  <c:v>44265</c:v>
                </c:pt>
                <c:pt idx="552">
                  <c:v>44266</c:v>
                </c:pt>
                <c:pt idx="553">
                  <c:v>44267</c:v>
                </c:pt>
                <c:pt idx="554">
                  <c:v>44270</c:v>
                </c:pt>
                <c:pt idx="555">
                  <c:v>44271</c:v>
                </c:pt>
                <c:pt idx="556">
                  <c:v>44272</c:v>
                </c:pt>
                <c:pt idx="557">
                  <c:v>44273</c:v>
                </c:pt>
                <c:pt idx="558">
                  <c:v>44274</c:v>
                </c:pt>
                <c:pt idx="559">
                  <c:v>44277</c:v>
                </c:pt>
                <c:pt idx="560">
                  <c:v>44278</c:v>
                </c:pt>
                <c:pt idx="561">
                  <c:v>44279</c:v>
                </c:pt>
                <c:pt idx="562">
                  <c:v>44280</c:v>
                </c:pt>
                <c:pt idx="563">
                  <c:v>44281</c:v>
                </c:pt>
                <c:pt idx="564">
                  <c:v>44284</c:v>
                </c:pt>
                <c:pt idx="565">
                  <c:v>44285</c:v>
                </c:pt>
                <c:pt idx="566">
                  <c:v>44286</c:v>
                </c:pt>
                <c:pt idx="567">
                  <c:v>44287</c:v>
                </c:pt>
                <c:pt idx="568">
                  <c:v>44292</c:v>
                </c:pt>
                <c:pt idx="569">
                  <c:v>44293</c:v>
                </c:pt>
                <c:pt idx="570">
                  <c:v>44294</c:v>
                </c:pt>
                <c:pt idx="571">
                  <c:v>44295</c:v>
                </c:pt>
                <c:pt idx="572">
                  <c:v>44298</c:v>
                </c:pt>
                <c:pt idx="573">
                  <c:v>44299</c:v>
                </c:pt>
                <c:pt idx="574">
                  <c:v>44300</c:v>
                </c:pt>
                <c:pt idx="575">
                  <c:v>44301</c:v>
                </c:pt>
                <c:pt idx="576">
                  <c:v>44302</c:v>
                </c:pt>
                <c:pt idx="577">
                  <c:v>44305</c:v>
                </c:pt>
                <c:pt idx="578">
                  <c:v>44306</c:v>
                </c:pt>
                <c:pt idx="579">
                  <c:v>44307</c:v>
                </c:pt>
                <c:pt idx="580">
                  <c:v>44308</c:v>
                </c:pt>
                <c:pt idx="581">
                  <c:v>44309</c:v>
                </c:pt>
                <c:pt idx="582">
                  <c:v>44312</c:v>
                </c:pt>
                <c:pt idx="583">
                  <c:v>44313</c:v>
                </c:pt>
                <c:pt idx="584">
                  <c:v>44314</c:v>
                </c:pt>
                <c:pt idx="585">
                  <c:v>44315</c:v>
                </c:pt>
                <c:pt idx="586">
                  <c:v>44316</c:v>
                </c:pt>
                <c:pt idx="587">
                  <c:v>44319</c:v>
                </c:pt>
                <c:pt idx="588">
                  <c:v>44320</c:v>
                </c:pt>
                <c:pt idx="589">
                  <c:v>44321</c:v>
                </c:pt>
                <c:pt idx="590">
                  <c:v>44322</c:v>
                </c:pt>
                <c:pt idx="591">
                  <c:v>44323</c:v>
                </c:pt>
                <c:pt idx="592">
                  <c:v>44326</c:v>
                </c:pt>
                <c:pt idx="593">
                  <c:v>44327</c:v>
                </c:pt>
                <c:pt idx="594">
                  <c:v>44328</c:v>
                </c:pt>
                <c:pt idx="595">
                  <c:v>44329</c:v>
                </c:pt>
                <c:pt idx="596">
                  <c:v>44330</c:v>
                </c:pt>
                <c:pt idx="597">
                  <c:v>44333</c:v>
                </c:pt>
                <c:pt idx="598">
                  <c:v>44334</c:v>
                </c:pt>
                <c:pt idx="599">
                  <c:v>44335</c:v>
                </c:pt>
                <c:pt idx="600">
                  <c:v>44336</c:v>
                </c:pt>
                <c:pt idx="601">
                  <c:v>44337</c:v>
                </c:pt>
                <c:pt idx="602">
                  <c:v>44341</c:v>
                </c:pt>
                <c:pt idx="603">
                  <c:v>44342</c:v>
                </c:pt>
                <c:pt idx="604">
                  <c:v>44343</c:v>
                </c:pt>
                <c:pt idx="605">
                  <c:v>44344</c:v>
                </c:pt>
                <c:pt idx="606">
                  <c:v>44347</c:v>
                </c:pt>
                <c:pt idx="607">
                  <c:v>44348</c:v>
                </c:pt>
                <c:pt idx="608">
                  <c:v>44349</c:v>
                </c:pt>
                <c:pt idx="609">
                  <c:v>44350</c:v>
                </c:pt>
                <c:pt idx="610">
                  <c:v>44351</c:v>
                </c:pt>
                <c:pt idx="611">
                  <c:v>44354</c:v>
                </c:pt>
                <c:pt idx="612">
                  <c:v>44355</c:v>
                </c:pt>
                <c:pt idx="613">
                  <c:v>44356</c:v>
                </c:pt>
                <c:pt idx="614">
                  <c:v>44357</c:v>
                </c:pt>
                <c:pt idx="615">
                  <c:v>44358</c:v>
                </c:pt>
                <c:pt idx="616">
                  <c:v>44361</c:v>
                </c:pt>
                <c:pt idx="617">
                  <c:v>44362</c:v>
                </c:pt>
                <c:pt idx="618">
                  <c:v>44363</c:v>
                </c:pt>
                <c:pt idx="619">
                  <c:v>44364</c:v>
                </c:pt>
                <c:pt idx="620">
                  <c:v>44365</c:v>
                </c:pt>
                <c:pt idx="621">
                  <c:v>44368</c:v>
                </c:pt>
                <c:pt idx="622">
                  <c:v>44369</c:v>
                </c:pt>
                <c:pt idx="623">
                  <c:v>44370</c:v>
                </c:pt>
                <c:pt idx="624">
                  <c:v>44371</c:v>
                </c:pt>
                <c:pt idx="625">
                  <c:v>44372</c:v>
                </c:pt>
                <c:pt idx="626">
                  <c:v>44375</c:v>
                </c:pt>
                <c:pt idx="627">
                  <c:v>44376</c:v>
                </c:pt>
                <c:pt idx="628">
                  <c:v>44377</c:v>
                </c:pt>
                <c:pt idx="629">
                  <c:v>44378</c:v>
                </c:pt>
                <c:pt idx="630">
                  <c:v>44379</c:v>
                </c:pt>
                <c:pt idx="631">
                  <c:v>44382</c:v>
                </c:pt>
                <c:pt idx="632">
                  <c:v>44383</c:v>
                </c:pt>
                <c:pt idx="633">
                  <c:v>44384</c:v>
                </c:pt>
                <c:pt idx="634">
                  <c:v>44385</c:v>
                </c:pt>
                <c:pt idx="635">
                  <c:v>44386</c:v>
                </c:pt>
                <c:pt idx="636">
                  <c:v>44389</c:v>
                </c:pt>
                <c:pt idx="637">
                  <c:v>44390</c:v>
                </c:pt>
                <c:pt idx="638">
                  <c:v>44391</c:v>
                </c:pt>
                <c:pt idx="639">
                  <c:v>44392</c:v>
                </c:pt>
                <c:pt idx="640">
                  <c:v>44393</c:v>
                </c:pt>
                <c:pt idx="641">
                  <c:v>44396</c:v>
                </c:pt>
                <c:pt idx="642">
                  <c:v>44397</c:v>
                </c:pt>
                <c:pt idx="643">
                  <c:v>44398</c:v>
                </c:pt>
                <c:pt idx="644">
                  <c:v>44399</c:v>
                </c:pt>
                <c:pt idx="645">
                  <c:v>44400</c:v>
                </c:pt>
                <c:pt idx="646">
                  <c:v>44403</c:v>
                </c:pt>
                <c:pt idx="647">
                  <c:v>44404</c:v>
                </c:pt>
                <c:pt idx="648">
                  <c:v>44405</c:v>
                </c:pt>
                <c:pt idx="649">
                  <c:v>44406</c:v>
                </c:pt>
                <c:pt idx="650">
                  <c:v>44407</c:v>
                </c:pt>
                <c:pt idx="651">
                  <c:v>44410</c:v>
                </c:pt>
                <c:pt idx="652">
                  <c:v>44411</c:v>
                </c:pt>
                <c:pt idx="653">
                  <c:v>44412</c:v>
                </c:pt>
                <c:pt idx="654">
                  <c:v>44413</c:v>
                </c:pt>
                <c:pt idx="655">
                  <c:v>44414</c:v>
                </c:pt>
                <c:pt idx="656">
                  <c:v>44417</c:v>
                </c:pt>
                <c:pt idx="657">
                  <c:v>44418</c:v>
                </c:pt>
                <c:pt idx="658">
                  <c:v>44419</c:v>
                </c:pt>
                <c:pt idx="659">
                  <c:v>44420</c:v>
                </c:pt>
                <c:pt idx="660">
                  <c:v>44421</c:v>
                </c:pt>
                <c:pt idx="661">
                  <c:v>44424</c:v>
                </c:pt>
                <c:pt idx="662">
                  <c:v>44425</c:v>
                </c:pt>
                <c:pt idx="663">
                  <c:v>44426</c:v>
                </c:pt>
                <c:pt idx="664">
                  <c:v>44427</c:v>
                </c:pt>
                <c:pt idx="665">
                  <c:v>44428</c:v>
                </c:pt>
                <c:pt idx="666">
                  <c:v>44431</c:v>
                </c:pt>
                <c:pt idx="667">
                  <c:v>44432</c:v>
                </c:pt>
                <c:pt idx="668">
                  <c:v>44433</c:v>
                </c:pt>
                <c:pt idx="669">
                  <c:v>44434</c:v>
                </c:pt>
                <c:pt idx="670">
                  <c:v>44435</c:v>
                </c:pt>
                <c:pt idx="671">
                  <c:v>44438</c:v>
                </c:pt>
                <c:pt idx="672">
                  <c:v>44439</c:v>
                </c:pt>
                <c:pt idx="673">
                  <c:v>44440</c:v>
                </c:pt>
                <c:pt idx="674">
                  <c:v>44441</c:v>
                </c:pt>
                <c:pt idx="675">
                  <c:v>44442</c:v>
                </c:pt>
                <c:pt idx="676">
                  <c:v>44445</c:v>
                </c:pt>
                <c:pt idx="677">
                  <c:v>44446</c:v>
                </c:pt>
                <c:pt idx="678">
                  <c:v>44447</c:v>
                </c:pt>
                <c:pt idx="679">
                  <c:v>44448</c:v>
                </c:pt>
                <c:pt idx="680">
                  <c:v>44449</c:v>
                </c:pt>
                <c:pt idx="681">
                  <c:v>44452</c:v>
                </c:pt>
                <c:pt idx="682">
                  <c:v>44453</c:v>
                </c:pt>
                <c:pt idx="683">
                  <c:v>44454</c:v>
                </c:pt>
                <c:pt idx="684">
                  <c:v>44455</c:v>
                </c:pt>
                <c:pt idx="685">
                  <c:v>44456</c:v>
                </c:pt>
                <c:pt idx="686">
                  <c:v>44459</c:v>
                </c:pt>
                <c:pt idx="687">
                  <c:v>44460</c:v>
                </c:pt>
                <c:pt idx="688">
                  <c:v>44461</c:v>
                </c:pt>
                <c:pt idx="689">
                  <c:v>44462</c:v>
                </c:pt>
                <c:pt idx="690">
                  <c:v>44463</c:v>
                </c:pt>
                <c:pt idx="691">
                  <c:v>44466</c:v>
                </c:pt>
                <c:pt idx="692">
                  <c:v>44467</c:v>
                </c:pt>
                <c:pt idx="693">
                  <c:v>44468</c:v>
                </c:pt>
                <c:pt idx="694">
                  <c:v>44469</c:v>
                </c:pt>
                <c:pt idx="695">
                  <c:v>44470</c:v>
                </c:pt>
                <c:pt idx="696">
                  <c:v>44473</c:v>
                </c:pt>
                <c:pt idx="697">
                  <c:v>44474</c:v>
                </c:pt>
                <c:pt idx="698">
                  <c:v>44475</c:v>
                </c:pt>
                <c:pt idx="699">
                  <c:v>44476</c:v>
                </c:pt>
                <c:pt idx="700">
                  <c:v>44477</c:v>
                </c:pt>
                <c:pt idx="701">
                  <c:v>44480</c:v>
                </c:pt>
                <c:pt idx="702">
                  <c:v>44481</c:v>
                </c:pt>
                <c:pt idx="703">
                  <c:v>44482</c:v>
                </c:pt>
                <c:pt idx="704">
                  <c:v>44483</c:v>
                </c:pt>
                <c:pt idx="705">
                  <c:v>44484</c:v>
                </c:pt>
                <c:pt idx="706">
                  <c:v>44487</c:v>
                </c:pt>
                <c:pt idx="707">
                  <c:v>44488</c:v>
                </c:pt>
                <c:pt idx="708">
                  <c:v>44489</c:v>
                </c:pt>
                <c:pt idx="709">
                  <c:v>44490</c:v>
                </c:pt>
                <c:pt idx="710">
                  <c:v>44491</c:v>
                </c:pt>
                <c:pt idx="711">
                  <c:v>44494</c:v>
                </c:pt>
                <c:pt idx="712">
                  <c:v>44495</c:v>
                </c:pt>
                <c:pt idx="713">
                  <c:v>44496</c:v>
                </c:pt>
                <c:pt idx="714">
                  <c:v>44497</c:v>
                </c:pt>
                <c:pt idx="715">
                  <c:v>44498</c:v>
                </c:pt>
                <c:pt idx="716">
                  <c:v>44501</c:v>
                </c:pt>
                <c:pt idx="717">
                  <c:v>44502</c:v>
                </c:pt>
                <c:pt idx="718">
                  <c:v>44503</c:v>
                </c:pt>
                <c:pt idx="719">
                  <c:v>44504</c:v>
                </c:pt>
                <c:pt idx="720">
                  <c:v>44505</c:v>
                </c:pt>
                <c:pt idx="721">
                  <c:v>44508</c:v>
                </c:pt>
                <c:pt idx="722">
                  <c:v>44509</c:v>
                </c:pt>
                <c:pt idx="723">
                  <c:v>44510</c:v>
                </c:pt>
                <c:pt idx="724">
                  <c:v>44511</c:v>
                </c:pt>
                <c:pt idx="725">
                  <c:v>44512</c:v>
                </c:pt>
                <c:pt idx="726">
                  <c:v>44515</c:v>
                </c:pt>
                <c:pt idx="727">
                  <c:v>44516</c:v>
                </c:pt>
                <c:pt idx="728">
                  <c:v>44517</c:v>
                </c:pt>
                <c:pt idx="729">
                  <c:v>44518</c:v>
                </c:pt>
                <c:pt idx="730">
                  <c:v>44519</c:v>
                </c:pt>
                <c:pt idx="731">
                  <c:v>44522</c:v>
                </c:pt>
                <c:pt idx="732">
                  <c:v>44523</c:v>
                </c:pt>
                <c:pt idx="733">
                  <c:v>44524</c:v>
                </c:pt>
                <c:pt idx="734">
                  <c:v>44525</c:v>
                </c:pt>
                <c:pt idx="735">
                  <c:v>44526</c:v>
                </c:pt>
                <c:pt idx="736">
                  <c:v>44529</c:v>
                </c:pt>
                <c:pt idx="737">
                  <c:v>44530</c:v>
                </c:pt>
                <c:pt idx="738">
                  <c:v>44531</c:v>
                </c:pt>
                <c:pt idx="739">
                  <c:v>44532</c:v>
                </c:pt>
                <c:pt idx="740">
                  <c:v>44533</c:v>
                </c:pt>
                <c:pt idx="741">
                  <c:v>44536</c:v>
                </c:pt>
                <c:pt idx="742">
                  <c:v>44537</c:v>
                </c:pt>
                <c:pt idx="743">
                  <c:v>44538</c:v>
                </c:pt>
                <c:pt idx="744">
                  <c:v>44539</c:v>
                </c:pt>
                <c:pt idx="745">
                  <c:v>44540</c:v>
                </c:pt>
                <c:pt idx="746">
                  <c:v>44543</c:v>
                </c:pt>
                <c:pt idx="747">
                  <c:v>44544</c:v>
                </c:pt>
                <c:pt idx="748">
                  <c:v>44545</c:v>
                </c:pt>
                <c:pt idx="749">
                  <c:v>44546</c:v>
                </c:pt>
                <c:pt idx="750">
                  <c:v>44547</c:v>
                </c:pt>
                <c:pt idx="751">
                  <c:v>44550</c:v>
                </c:pt>
                <c:pt idx="752">
                  <c:v>44551</c:v>
                </c:pt>
                <c:pt idx="753">
                  <c:v>44552</c:v>
                </c:pt>
                <c:pt idx="754">
                  <c:v>44553</c:v>
                </c:pt>
                <c:pt idx="755">
                  <c:v>44557</c:v>
                </c:pt>
                <c:pt idx="756">
                  <c:v>44558</c:v>
                </c:pt>
                <c:pt idx="757">
                  <c:v>44559</c:v>
                </c:pt>
                <c:pt idx="758">
                  <c:v>44560</c:v>
                </c:pt>
                <c:pt idx="759">
                  <c:v>44564</c:v>
                </c:pt>
                <c:pt idx="760">
                  <c:v>44565</c:v>
                </c:pt>
                <c:pt idx="761">
                  <c:v>44566</c:v>
                </c:pt>
                <c:pt idx="762">
                  <c:v>44567</c:v>
                </c:pt>
                <c:pt idx="763">
                  <c:v>44568</c:v>
                </c:pt>
                <c:pt idx="764">
                  <c:v>44571</c:v>
                </c:pt>
                <c:pt idx="765">
                  <c:v>44572</c:v>
                </c:pt>
                <c:pt idx="766">
                  <c:v>44573</c:v>
                </c:pt>
                <c:pt idx="767">
                  <c:v>44574</c:v>
                </c:pt>
                <c:pt idx="768">
                  <c:v>44575</c:v>
                </c:pt>
                <c:pt idx="769">
                  <c:v>44578</c:v>
                </c:pt>
                <c:pt idx="770">
                  <c:v>44579</c:v>
                </c:pt>
                <c:pt idx="771">
                  <c:v>44580</c:v>
                </c:pt>
                <c:pt idx="772">
                  <c:v>44581</c:v>
                </c:pt>
                <c:pt idx="773">
                  <c:v>44582</c:v>
                </c:pt>
                <c:pt idx="774">
                  <c:v>44585</c:v>
                </c:pt>
                <c:pt idx="775">
                  <c:v>44586</c:v>
                </c:pt>
                <c:pt idx="776">
                  <c:v>44587</c:v>
                </c:pt>
                <c:pt idx="777">
                  <c:v>44588</c:v>
                </c:pt>
                <c:pt idx="778">
                  <c:v>44589</c:v>
                </c:pt>
                <c:pt idx="779">
                  <c:v>44592</c:v>
                </c:pt>
                <c:pt idx="780">
                  <c:v>44593</c:v>
                </c:pt>
                <c:pt idx="781">
                  <c:v>44594</c:v>
                </c:pt>
                <c:pt idx="782">
                  <c:v>44595</c:v>
                </c:pt>
                <c:pt idx="783">
                  <c:v>44596</c:v>
                </c:pt>
                <c:pt idx="784">
                  <c:v>44599</c:v>
                </c:pt>
                <c:pt idx="785">
                  <c:v>44600</c:v>
                </c:pt>
                <c:pt idx="786">
                  <c:v>44601</c:v>
                </c:pt>
                <c:pt idx="787">
                  <c:v>44602</c:v>
                </c:pt>
                <c:pt idx="788">
                  <c:v>44603</c:v>
                </c:pt>
                <c:pt idx="789">
                  <c:v>44606</c:v>
                </c:pt>
                <c:pt idx="790">
                  <c:v>44607</c:v>
                </c:pt>
                <c:pt idx="791">
                  <c:v>44608</c:v>
                </c:pt>
                <c:pt idx="792">
                  <c:v>44609</c:v>
                </c:pt>
                <c:pt idx="793">
                  <c:v>44610</c:v>
                </c:pt>
                <c:pt idx="794">
                  <c:v>44613</c:v>
                </c:pt>
                <c:pt idx="795">
                  <c:v>44614</c:v>
                </c:pt>
                <c:pt idx="796">
                  <c:v>44615</c:v>
                </c:pt>
                <c:pt idx="797">
                  <c:v>44616</c:v>
                </c:pt>
                <c:pt idx="798">
                  <c:v>44617</c:v>
                </c:pt>
                <c:pt idx="799">
                  <c:v>44620</c:v>
                </c:pt>
                <c:pt idx="800">
                  <c:v>44621</c:v>
                </c:pt>
                <c:pt idx="801">
                  <c:v>44622</c:v>
                </c:pt>
                <c:pt idx="802">
                  <c:v>44623</c:v>
                </c:pt>
                <c:pt idx="803">
                  <c:v>44624</c:v>
                </c:pt>
                <c:pt idx="804">
                  <c:v>44627</c:v>
                </c:pt>
                <c:pt idx="805">
                  <c:v>44628</c:v>
                </c:pt>
                <c:pt idx="806">
                  <c:v>44629</c:v>
                </c:pt>
                <c:pt idx="807">
                  <c:v>44630</c:v>
                </c:pt>
                <c:pt idx="808">
                  <c:v>44631</c:v>
                </c:pt>
                <c:pt idx="809">
                  <c:v>44634</c:v>
                </c:pt>
                <c:pt idx="810">
                  <c:v>44635</c:v>
                </c:pt>
                <c:pt idx="811">
                  <c:v>44636</c:v>
                </c:pt>
                <c:pt idx="812">
                  <c:v>44637</c:v>
                </c:pt>
                <c:pt idx="813">
                  <c:v>44638</c:v>
                </c:pt>
                <c:pt idx="814">
                  <c:v>44641</c:v>
                </c:pt>
                <c:pt idx="815">
                  <c:v>44642</c:v>
                </c:pt>
                <c:pt idx="816">
                  <c:v>44643</c:v>
                </c:pt>
                <c:pt idx="817">
                  <c:v>44644</c:v>
                </c:pt>
                <c:pt idx="818">
                  <c:v>44645</c:v>
                </c:pt>
                <c:pt idx="819">
                  <c:v>44648</c:v>
                </c:pt>
                <c:pt idx="820">
                  <c:v>44649</c:v>
                </c:pt>
                <c:pt idx="821">
                  <c:v>44650</c:v>
                </c:pt>
                <c:pt idx="822">
                  <c:v>44651</c:v>
                </c:pt>
                <c:pt idx="823">
                  <c:v>44652</c:v>
                </c:pt>
                <c:pt idx="824">
                  <c:v>44655</c:v>
                </c:pt>
                <c:pt idx="825">
                  <c:v>44656</c:v>
                </c:pt>
                <c:pt idx="826">
                  <c:v>44657</c:v>
                </c:pt>
                <c:pt idx="827">
                  <c:v>44658</c:v>
                </c:pt>
                <c:pt idx="828">
                  <c:v>44659</c:v>
                </c:pt>
                <c:pt idx="829">
                  <c:v>44662</c:v>
                </c:pt>
                <c:pt idx="830">
                  <c:v>44663</c:v>
                </c:pt>
                <c:pt idx="831">
                  <c:v>44664</c:v>
                </c:pt>
                <c:pt idx="832">
                  <c:v>44665</c:v>
                </c:pt>
                <c:pt idx="833">
                  <c:v>44670</c:v>
                </c:pt>
                <c:pt idx="834">
                  <c:v>44671</c:v>
                </c:pt>
                <c:pt idx="835">
                  <c:v>44672</c:v>
                </c:pt>
                <c:pt idx="836">
                  <c:v>44673</c:v>
                </c:pt>
                <c:pt idx="837">
                  <c:v>44676</c:v>
                </c:pt>
                <c:pt idx="838">
                  <c:v>44677</c:v>
                </c:pt>
                <c:pt idx="839">
                  <c:v>44678</c:v>
                </c:pt>
                <c:pt idx="840">
                  <c:v>44679</c:v>
                </c:pt>
                <c:pt idx="841">
                  <c:v>44680</c:v>
                </c:pt>
                <c:pt idx="842">
                  <c:v>44683</c:v>
                </c:pt>
                <c:pt idx="843">
                  <c:v>44684</c:v>
                </c:pt>
                <c:pt idx="844">
                  <c:v>44685</c:v>
                </c:pt>
                <c:pt idx="845">
                  <c:v>44686</c:v>
                </c:pt>
                <c:pt idx="846">
                  <c:v>44687</c:v>
                </c:pt>
                <c:pt idx="847">
                  <c:v>44690</c:v>
                </c:pt>
                <c:pt idx="848">
                  <c:v>44691</c:v>
                </c:pt>
                <c:pt idx="849">
                  <c:v>44692</c:v>
                </c:pt>
                <c:pt idx="850">
                  <c:v>44693</c:v>
                </c:pt>
                <c:pt idx="851">
                  <c:v>44694</c:v>
                </c:pt>
                <c:pt idx="852">
                  <c:v>44697</c:v>
                </c:pt>
                <c:pt idx="853">
                  <c:v>44698</c:v>
                </c:pt>
                <c:pt idx="854">
                  <c:v>44699</c:v>
                </c:pt>
                <c:pt idx="855">
                  <c:v>44700</c:v>
                </c:pt>
                <c:pt idx="856">
                  <c:v>44701</c:v>
                </c:pt>
                <c:pt idx="857">
                  <c:v>44704</c:v>
                </c:pt>
                <c:pt idx="858">
                  <c:v>44705</c:v>
                </c:pt>
                <c:pt idx="859">
                  <c:v>44706</c:v>
                </c:pt>
                <c:pt idx="860">
                  <c:v>44707</c:v>
                </c:pt>
                <c:pt idx="861">
                  <c:v>44708</c:v>
                </c:pt>
                <c:pt idx="862">
                  <c:v>44711</c:v>
                </c:pt>
                <c:pt idx="863">
                  <c:v>44712</c:v>
                </c:pt>
                <c:pt idx="864">
                  <c:v>44713</c:v>
                </c:pt>
                <c:pt idx="865">
                  <c:v>44714</c:v>
                </c:pt>
                <c:pt idx="866">
                  <c:v>44715</c:v>
                </c:pt>
                <c:pt idx="867">
                  <c:v>44718</c:v>
                </c:pt>
                <c:pt idx="868">
                  <c:v>44719</c:v>
                </c:pt>
                <c:pt idx="869">
                  <c:v>44720</c:v>
                </c:pt>
                <c:pt idx="870">
                  <c:v>44721</c:v>
                </c:pt>
                <c:pt idx="871">
                  <c:v>44722</c:v>
                </c:pt>
                <c:pt idx="872">
                  <c:v>44725</c:v>
                </c:pt>
                <c:pt idx="873">
                  <c:v>44726</c:v>
                </c:pt>
                <c:pt idx="874">
                  <c:v>44727</c:v>
                </c:pt>
                <c:pt idx="875">
                  <c:v>44728</c:v>
                </c:pt>
                <c:pt idx="876">
                  <c:v>44729</c:v>
                </c:pt>
                <c:pt idx="877">
                  <c:v>44732</c:v>
                </c:pt>
                <c:pt idx="878">
                  <c:v>44733</c:v>
                </c:pt>
                <c:pt idx="879">
                  <c:v>44734</c:v>
                </c:pt>
                <c:pt idx="880">
                  <c:v>44735</c:v>
                </c:pt>
                <c:pt idx="881">
                  <c:v>44736</c:v>
                </c:pt>
                <c:pt idx="882">
                  <c:v>44739</c:v>
                </c:pt>
                <c:pt idx="883">
                  <c:v>44740</c:v>
                </c:pt>
                <c:pt idx="884">
                  <c:v>44741</c:v>
                </c:pt>
                <c:pt idx="885">
                  <c:v>44742</c:v>
                </c:pt>
                <c:pt idx="886">
                  <c:v>44743</c:v>
                </c:pt>
                <c:pt idx="887">
                  <c:v>44746</c:v>
                </c:pt>
                <c:pt idx="888">
                  <c:v>44747</c:v>
                </c:pt>
                <c:pt idx="889">
                  <c:v>44748</c:v>
                </c:pt>
                <c:pt idx="890">
                  <c:v>44749</c:v>
                </c:pt>
                <c:pt idx="891">
                  <c:v>44750</c:v>
                </c:pt>
                <c:pt idx="892">
                  <c:v>44753</c:v>
                </c:pt>
                <c:pt idx="893">
                  <c:v>44754</c:v>
                </c:pt>
                <c:pt idx="894">
                  <c:v>44755</c:v>
                </c:pt>
                <c:pt idx="895">
                  <c:v>44756</c:v>
                </c:pt>
                <c:pt idx="896">
                  <c:v>44757</c:v>
                </c:pt>
                <c:pt idx="897">
                  <c:v>44760</c:v>
                </c:pt>
                <c:pt idx="898">
                  <c:v>44761</c:v>
                </c:pt>
                <c:pt idx="899">
                  <c:v>44762</c:v>
                </c:pt>
                <c:pt idx="900">
                  <c:v>44763</c:v>
                </c:pt>
                <c:pt idx="901">
                  <c:v>44764</c:v>
                </c:pt>
                <c:pt idx="902">
                  <c:v>44767</c:v>
                </c:pt>
                <c:pt idx="903">
                  <c:v>44768</c:v>
                </c:pt>
                <c:pt idx="904">
                  <c:v>44769</c:v>
                </c:pt>
                <c:pt idx="905">
                  <c:v>44770</c:v>
                </c:pt>
                <c:pt idx="906">
                  <c:v>44771</c:v>
                </c:pt>
                <c:pt idx="907">
                  <c:v>44774</c:v>
                </c:pt>
                <c:pt idx="908">
                  <c:v>44775</c:v>
                </c:pt>
                <c:pt idx="909">
                  <c:v>44776</c:v>
                </c:pt>
                <c:pt idx="910">
                  <c:v>44777</c:v>
                </c:pt>
                <c:pt idx="911">
                  <c:v>44778</c:v>
                </c:pt>
                <c:pt idx="912">
                  <c:v>44781</c:v>
                </c:pt>
                <c:pt idx="913">
                  <c:v>44782</c:v>
                </c:pt>
                <c:pt idx="914">
                  <c:v>44783</c:v>
                </c:pt>
                <c:pt idx="915">
                  <c:v>44784</c:v>
                </c:pt>
                <c:pt idx="916">
                  <c:v>44785</c:v>
                </c:pt>
                <c:pt idx="917">
                  <c:v>44789</c:v>
                </c:pt>
                <c:pt idx="918">
                  <c:v>44790</c:v>
                </c:pt>
                <c:pt idx="919">
                  <c:v>44791</c:v>
                </c:pt>
                <c:pt idx="920">
                  <c:v>44792</c:v>
                </c:pt>
                <c:pt idx="921">
                  <c:v>44795</c:v>
                </c:pt>
                <c:pt idx="922">
                  <c:v>44796</c:v>
                </c:pt>
                <c:pt idx="923">
                  <c:v>44797</c:v>
                </c:pt>
                <c:pt idx="924">
                  <c:v>44798</c:v>
                </c:pt>
                <c:pt idx="925">
                  <c:v>44799</c:v>
                </c:pt>
                <c:pt idx="926">
                  <c:v>44802</c:v>
                </c:pt>
                <c:pt idx="927">
                  <c:v>44803</c:v>
                </c:pt>
                <c:pt idx="928">
                  <c:v>44804</c:v>
                </c:pt>
                <c:pt idx="929">
                  <c:v>44805</c:v>
                </c:pt>
                <c:pt idx="930">
                  <c:v>44806</c:v>
                </c:pt>
                <c:pt idx="931">
                  <c:v>44809</c:v>
                </c:pt>
                <c:pt idx="932">
                  <c:v>44810</c:v>
                </c:pt>
                <c:pt idx="933">
                  <c:v>44811</c:v>
                </c:pt>
                <c:pt idx="934">
                  <c:v>44812</c:v>
                </c:pt>
                <c:pt idx="935">
                  <c:v>44813</c:v>
                </c:pt>
                <c:pt idx="936">
                  <c:v>44816</c:v>
                </c:pt>
                <c:pt idx="937">
                  <c:v>44817</c:v>
                </c:pt>
                <c:pt idx="938">
                  <c:v>44818</c:v>
                </c:pt>
                <c:pt idx="939">
                  <c:v>44819</c:v>
                </c:pt>
                <c:pt idx="940">
                  <c:v>44820</c:v>
                </c:pt>
                <c:pt idx="941">
                  <c:v>44823</c:v>
                </c:pt>
                <c:pt idx="942">
                  <c:v>44824</c:v>
                </c:pt>
                <c:pt idx="943">
                  <c:v>44825</c:v>
                </c:pt>
                <c:pt idx="944">
                  <c:v>44826</c:v>
                </c:pt>
                <c:pt idx="945">
                  <c:v>44827</c:v>
                </c:pt>
                <c:pt idx="946">
                  <c:v>44830</c:v>
                </c:pt>
                <c:pt idx="947">
                  <c:v>44831</c:v>
                </c:pt>
                <c:pt idx="948">
                  <c:v>44832</c:v>
                </c:pt>
                <c:pt idx="949">
                  <c:v>44833</c:v>
                </c:pt>
                <c:pt idx="950">
                  <c:v>44834</c:v>
                </c:pt>
                <c:pt idx="951">
                  <c:v>44837</c:v>
                </c:pt>
                <c:pt idx="952">
                  <c:v>44838</c:v>
                </c:pt>
                <c:pt idx="953">
                  <c:v>44839</c:v>
                </c:pt>
                <c:pt idx="954">
                  <c:v>44840</c:v>
                </c:pt>
                <c:pt idx="955">
                  <c:v>44841</c:v>
                </c:pt>
                <c:pt idx="956">
                  <c:v>44844</c:v>
                </c:pt>
                <c:pt idx="957">
                  <c:v>44845</c:v>
                </c:pt>
                <c:pt idx="958">
                  <c:v>44846</c:v>
                </c:pt>
                <c:pt idx="959">
                  <c:v>44847</c:v>
                </c:pt>
                <c:pt idx="960">
                  <c:v>44848</c:v>
                </c:pt>
                <c:pt idx="961">
                  <c:v>44851</c:v>
                </c:pt>
                <c:pt idx="962">
                  <c:v>44852</c:v>
                </c:pt>
                <c:pt idx="963">
                  <c:v>44853</c:v>
                </c:pt>
                <c:pt idx="964">
                  <c:v>44854</c:v>
                </c:pt>
                <c:pt idx="965">
                  <c:v>44855</c:v>
                </c:pt>
                <c:pt idx="966">
                  <c:v>44858</c:v>
                </c:pt>
                <c:pt idx="967">
                  <c:v>44859</c:v>
                </c:pt>
                <c:pt idx="968">
                  <c:v>44860</c:v>
                </c:pt>
                <c:pt idx="969">
                  <c:v>44861</c:v>
                </c:pt>
                <c:pt idx="970">
                  <c:v>44862</c:v>
                </c:pt>
                <c:pt idx="971">
                  <c:v>44865</c:v>
                </c:pt>
                <c:pt idx="972">
                  <c:v>44866</c:v>
                </c:pt>
                <c:pt idx="973">
                  <c:v>44867</c:v>
                </c:pt>
                <c:pt idx="974">
                  <c:v>44868</c:v>
                </c:pt>
                <c:pt idx="975">
                  <c:v>44869</c:v>
                </c:pt>
                <c:pt idx="976">
                  <c:v>44872</c:v>
                </c:pt>
                <c:pt idx="977">
                  <c:v>44873</c:v>
                </c:pt>
                <c:pt idx="978">
                  <c:v>44874</c:v>
                </c:pt>
                <c:pt idx="979">
                  <c:v>44875</c:v>
                </c:pt>
                <c:pt idx="980">
                  <c:v>44876</c:v>
                </c:pt>
                <c:pt idx="981">
                  <c:v>44879</c:v>
                </c:pt>
                <c:pt idx="982">
                  <c:v>44880</c:v>
                </c:pt>
                <c:pt idx="983">
                  <c:v>44881</c:v>
                </c:pt>
                <c:pt idx="984">
                  <c:v>44882</c:v>
                </c:pt>
                <c:pt idx="985">
                  <c:v>44883</c:v>
                </c:pt>
                <c:pt idx="986">
                  <c:v>44886</c:v>
                </c:pt>
                <c:pt idx="987">
                  <c:v>44887</c:v>
                </c:pt>
                <c:pt idx="988">
                  <c:v>44888</c:v>
                </c:pt>
                <c:pt idx="989">
                  <c:v>44889</c:v>
                </c:pt>
                <c:pt idx="990">
                  <c:v>44890</c:v>
                </c:pt>
                <c:pt idx="991">
                  <c:v>44893</c:v>
                </c:pt>
                <c:pt idx="992">
                  <c:v>44894</c:v>
                </c:pt>
                <c:pt idx="993">
                  <c:v>44895</c:v>
                </c:pt>
                <c:pt idx="994">
                  <c:v>44896</c:v>
                </c:pt>
                <c:pt idx="995">
                  <c:v>44897</c:v>
                </c:pt>
                <c:pt idx="996">
                  <c:v>44900</c:v>
                </c:pt>
                <c:pt idx="997">
                  <c:v>44901</c:v>
                </c:pt>
                <c:pt idx="998">
                  <c:v>44902</c:v>
                </c:pt>
                <c:pt idx="999">
                  <c:v>44903</c:v>
                </c:pt>
                <c:pt idx="1000">
                  <c:v>44904</c:v>
                </c:pt>
                <c:pt idx="1001">
                  <c:v>44907</c:v>
                </c:pt>
                <c:pt idx="1002">
                  <c:v>44908</c:v>
                </c:pt>
                <c:pt idx="1003">
                  <c:v>44909</c:v>
                </c:pt>
                <c:pt idx="1004">
                  <c:v>44910</c:v>
                </c:pt>
                <c:pt idx="1005">
                  <c:v>44911</c:v>
                </c:pt>
                <c:pt idx="1006">
                  <c:v>44914</c:v>
                </c:pt>
                <c:pt idx="1007">
                  <c:v>44915</c:v>
                </c:pt>
                <c:pt idx="1008">
                  <c:v>44916</c:v>
                </c:pt>
                <c:pt idx="1009">
                  <c:v>44917</c:v>
                </c:pt>
                <c:pt idx="1010">
                  <c:v>44918</c:v>
                </c:pt>
                <c:pt idx="1011">
                  <c:v>44922</c:v>
                </c:pt>
                <c:pt idx="1012">
                  <c:v>44923</c:v>
                </c:pt>
                <c:pt idx="1013">
                  <c:v>44924</c:v>
                </c:pt>
                <c:pt idx="1014">
                  <c:v>44925</c:v>
                </c:pt>
                <c:pt idx="1015">
                  <c:v>44928</c:v>
                </c:pt>
                <c:pt idx="1016">
                  <c:v>44929</c:v>
                </c:pt>
                <c:pt idx="1017">
                  <c:v>44930</c:v>
                </c:pt>
                <c:pt idx="1018">
                  <c:v>44931</c:v>
                </c:pt>
                <c:pt idx="1019">
                  <c:v>44932</c:v>
                </c:pt>
                <c:pt idx="1020">
                  <c:v>44935</c:v>
                </c:pt>
                <c:pt idx="1021">
                  <c:v>44936</c:v>
                </c:pt>
                <c:pt idx="1022">
                  <c:v>44937</c:v>
                </c:pt>
                <c:pt idx="1023">
                  <c:v>44938</c:v>
                </c:pt>
                <c:pt idx="1024">
                  <c:v>44939</c:v>
                </c:pt>
                <c:pt idx="1025">
                  <c:v>44942</c:v>
                </c:pt>
                <c:pt idx="1026">
                  <c:v>44943</c:v>
                </c:pt>
                <c:pt idx="1027">
                  <c:v>44944</c:v>
                </c:pt>
                <c:pt idx="1028">
                  <c:v>44945</c:v>
                </c:pt>
                <c:pt idx="1029">
                  <c:v>44946</c:v>
                </c:pt>
                <c:pt idx="1030">
                  <c:v>44949</c:v>
                </c:pt>
                <c:pt idx="1031">
                  <c:v>44950</c:v>
                </c:pt>
                <c:pt idx="1032">
                  <c:v>44951</c:v>
                </c:pt>
                <c:pt idx="1033">
                  <c:v>44952</c:v>
                </c:pt>
                <c:pt idx="1034">
                  <c:v>44953</c:v>
                </c:pt>
                <c:pt idx="1035">
                  <c:v>44956</c:v>
                </c:pt>
                <c:pt idx="1036">
                  <c:v>44957</c:v>
                </c:pt>
                <c:pt idx="1037">
                  <c:v>44958</c:v>
                </c:pt>
                <c:pt idx="1038">
                  <c:v>44959</c:v>
                </c:pt>
                <c:pt idx="1039">
                  <c:v>44960</c:v>
                </c:pt>
                <c:pt idx="1040">
                  <c:v>44963</c:v>
                </c:pt>
                <c:pt idx="1041">
                  <c:v>44964</c:v>
                </c:pt>
                <c:pt idx="1042">
                  <c:v>44965</c:v>
                </c:pt>
                <c:pt idx="1043">
                  <c:v>44966</c:v>
                </c:pt>
                <c:pt idx="1044">
                  <c:v>44967</c:v>
                </c:pt>
                <c:pt idx="1045">
                  <c:v>44970</c:v>
                </c:pt>
                <c:pt idx="1046">
                  <c:v>44971</c:v>
                </c:pt>
                <c:pt idx="1047">
                  <c:v>44972</c:v>
                </c:pt>
                <c:pt idx="1048">
                  <c:v>44973</c:v>
                </c:pt>
                <c:pt idx="1049">
                  <c:v>44974</c:v>
                </c:pt>
                <c:pt idx="1050">
                  <c:v>44977</c:v>
                </c:pt>
                <c:pt idx="1051">
                  <c:v>44978</c:v>
                </c:pt>
                <c:pt idx="1052">
                  <c:v>44979</c:v>
                </c:pt>
                <c:pt idx="1053">
                  <c:v>44980</c:v>
                </c:pt>
                <c:pt idx="1054">
                  <c:v>44981</c:v>
                </c:pt>
                <c:pt idx="1055">
                  <c:v>44984</c:v>
                </c:pt>
                <c:pt idx="1056">
                  <c:v>44985</c:v>
                </c:pt>
                <c:pt idx="1057">
                  <c:v>44986</c:v>
                </c:pt>
                <c:pt idx="1058">
                  <c:v>44987</c:v>
                </c:pt>
                <c:pt idx="1059">
                  <c:v>44988</c:v>
                </c:pt>
                <c:pt idx="1060">
                  <c:v>44991</c:v>
                </c:pt>
                <c:pt idx="1061">
                  <c:v>44992</c:v>
                </c:pt>
                <c:pt idx="1062">
                  <c:v>44993</c:v>
                </c:pt>
                <c:pt idx="1063">
                  <c:v>44994</c:v>
                </c:pt>
                <c:pt idx="1064">
                  <c:v>44995</c:v>
                </c:pt>
                <c:pt idx="1065">
                  <c:v>44998</c:v>
                </c:pt>
                <c:pt idx="1066">
                  <c:v>44999</c:v>
                </c:pt>
                <c:pt idx="1067">
                  <c:v>45000</c:v>
                </c:pt>
                <c:pt idx="1068">
                  <c:v>45001</c:v>
                </c:pt>
                <c:pt idx="1069">
                  <c:v>45002</c:v>
                </c:pt>
                <c:pt idx="1070">
                  <c:v>45005</c:v>
                </c:pt>
                <c:pt idx="1071">
                  <c:v>45006</c:v>
                </c:pt>
                <c:pt idx="1072">
                  <c:v>45007</c:v>
                </c:pt>
                <c:pt idx="1073">
                  <c:v>45008</c:v>
                </c:pt>
                <c:pt idx="1074">
                  <c:v>45009</c:v>
                </c:pt>
                <c:pt idx="1075">
                  <c:v>45012</c:v>
                </c:pt>
                <c:pt idx="1076">
                  <c:v>45013</c:v>
                </c:pt>
                <c:pt idx="1077">
                  <c:v>45014</c:v>
                </c:pt>
                <c:pt idx="1078">
                  <c:v>45015</c:v>
                </c:pt>
                <c:pt idx="1079">
                  <c:v>45016</c:v>
                </c:pt>
                <c:pt idx="1080">
                  <c:v>45019</c:v>
                </c:pt>
                <c:pt idx="1081">
                  <c:v>45020</c:v>
                </c:pt>
                <c:pt idx="1082">
                  <c:v>45021</c:v>
                </c:pt>
                <c:pt idx="1083">
                  <c:v>45022</c:v>
                </c:pt>
                <c:pt idx="1084">
                  <c:v>45027</c:v>
                </c:pt>
                <c:pt idx="1085">
                  <c:v>45028</c:v>
                </c:pt>
                <c:pt idx="1086">
                  <c:v>45029</c:v>
                </c:pt>
                <c:pt idx="1087">
                  <c:v>45030</c:v>
                </c:pt>
                <c:pt idx="1088">
                  <c:v>45033</c:v>
                </c:pt>
                <c:pt idx="1089">
                  <c:v>45034</c:v>
                </c:pt>
                <c:pt idx="1090">
                  <c:v>45035</c:v>
                </c:pt>
                <c:pt idx="1091">
                  <c:v>45036</c:v>
                </c:pt>
                <c:pt idx="1092">
                  <c:v>45037</c:v>
                </c:pt>
                <c:pt idx="1093">
                  <c:v>45040</c:v>
                </c:pt>
                <c:pt idx="1094">
                  <c:v>45041</c:v>
                </c:pt>
                <c:pt idx="1095">
                  <c:v>45042</c:v>
                </c:pt>
                <c:pt idx="1096">
                  <c:v>45043</c:v>
                </c:pt>
                <c:pt idx="1097">
                  <c:v>45044</c:v>
                </c:pt>
                <c:pt idx="1098">
                  <c:v>45048</c:v>
                </c:pt>
                <c:pt idx="1099">
                  <c:v>45049</c:v>
                </c:pt>
                <c:pt idx="1100">
                  <c:v>45050</c:v>
                </c:pt>
                <c:pt idx="1101">
                  <c:v>45051</c:v>
                </c:pt>
                <c:pt idx="1102">
                  <c:v>45054</c:v>
                </c:pt>
                <c:pt idx="1103">
                  <c:v>45055</c:v>
                </c:pt>
                <c:pt idx="1104">
                  <c:v>45056</c:v>
                </c:pt>
                <c:pt idx="1105">
                  <c:v>45057</c:v>
                </c:pt>
                <c:pt idx="1106">
                  <c:v>45058</c:v>
                </c:pt>
                <c:pt idx="1107">
                  <c:v>45061</c:v>
                </c:pt>
                <c:pt idx="1108">
                  <c:v>45062</c:v>
                </c:pt>
                <c:pt idx="1109">
                  <c:v>45063</c:v>
                </c:pt>
                <c:pt idx="1110">
                  <c:v>45064</c:v>
                </c:pt>
                <c:pt idx="1111">
                  <c:v>45065</c:v>
                </c:pt>
                <c:pt idx="1112">
                  <c:v>45068</c:v>
                </c:pt>
                <c:pt idx="1113">
                  <c:v>45069</c:v>
                </c:pt>
                <c:pt idx="1114">
                  <c:v>45070</c:v>
                </c:pt>
                <c:pt idx="1115">
                  <c:v>45071</c:v>
                </c:pt>
                <c:pt idx="1116">
                  <c:v>45072</c:v>
                </c:pt>
                <c:pt idx="1117">
                  <c:v>45075</c:v>
                </c:pt>
                <c:pt idx="1118">
                  <c:v>45076</c:v>
                </c:pt>
                <c:pt idx="1119">
                  <c:v>45077</c:v>
                </c:pt>
                <c:pt idx="1120">
                  <c:v>45078</c:v>
                </c:pt>
                <c:pt idx="1121">
                  <c:v>45079</c:v>
                </c:pt>
                <c:pt idx="1122">
                  <c:v>45082</c:v>
                </c:pt>
                <c:pt idx="1123">
                  <c:v>45083</c:v>
                </c:pt>
                <c:pt idx="1124">
                  <c:v>45084</c:v>
                </c:pt>
                <c:pt idx="1125">
                  <c:v>45085</c:v>
                </c:pt>
                <c:pt idx="1126">
                  <c:v>45086</c:v>
                </c:pt>
                <c:pt idx="1127">
                  <c:v>45089</c:v>
                </c:pt>
                <c:pt idx="1128">
                  <c:v>45090</c:v>
                </c:pt>
                <c:pt idx="1129">
                  <c:v>45091</c:v>
                </c:pt>
                <c:pt idx="1130">
                  <c:v>45092</c:v>
                </c:pt>
                <c:pt idx="1131">
                  <c:v>45093</c:v>
                </c:pt>
                <c:pt idx="1132">
                  <c:v>45096</c:v>
                </c:pt>
                <c:pt idx="1133">
                  <c:v>45097</c:v>
                </c:pt>
                <c:pt idx="1134">
                  <c:v>45098</c:v>
                </c:pt>
                <c:pt idx="1135">
                  <c:v>45099</c:v>
                </c:pt>
                <c:pt idx="1136">
                  <c:v>45100</c:v>
                </c:pt>
                <c:pt idx="1137">
                  <c:v>45103</c:v>
                </c:pt>
                <c:pt idx="1138">
                  <c:v>45104</c:v>
                </c:pt>
                <c:pt idx="1139">
                  <c:v>45105</c:v>
                </c:pt>
                <c:pt idx="1140">
                  <c:v>45106</c:v>
                </c:pt>
                <c:pt idx="1141">
                  <c:v>45107</c:v>
                </c:pt>
                <c:pt idx="1142">
                  <c:v>45110</c:v>
                </c:pt>
                <c:pt idx="1143">
                  <c:v>45111</c:v>
                </c:pt>
                <c:pt idx="1144">
                  <c:v>45112</c:v>
                </c:pt>
                <c:pt idx="1145">
                  <c:v>45113</c:v>
                </c:pt>
                <c:pt idx="1146">
                  <c:v>45114</c:v>
                </c:pt>
                <c:pt idx="1147">
                  <c:v>45117</c:v>
                </c:pt>
                <c:pt idx="1148">
                  <c:v>45118</c:v>
                </c:pt>
                <c:pt idx="1149">
                  <c:v>45119</c:v>
                </c:pt>
                <c:pt idx="1150">
                  <c:v>45120</c:v>
                </c:pt>
                <c:pt idx="1151">
                  <c:v>45121</c:v>
                </c:pt>
                <c:pt idx="1152">
                  <c:v>45124</c:v>
                </c:pt>
                <c:pt idx="1153">
                  <c:v>45125</c:v>
                </c:pt>
                <c:pt idx="1154">
                  <c:v>45126</c:v>
                </c:pt>
                <c:pt idx="1155">
                  <c:v>45127</c:v>
                </c:pt>
                <c:pt idx="1156">
                  <c:v>45128</c:v>
                </c:pt>
                <c:pt idx="1157">
                  <c:v>45131</c:v>
                </c:pt>
                <c:pt idx="1158">
                  <c:v>45132</c:v>
                </c:pt>
                <c:pt idx="1159">
                  <c:v>45133</c:v>
                </c:pt>
                <c:pt idx="1160">
                  <c:v>45134</c:v>
                </c:pt>
                <c:pt idx="1161">
                  <c:v>45135</c:v>
                </c:pt>
                <c:pt idx="1162">
                  <c:v>45138</c:v>
                </c:pt>
                <c:pt idx="1163">
                  <c:v>45139</c:v>
                </c:pt>
                <c:pt idx="1164">
                  <c:v>45140</c:v>
                </c:pt>
                <c:pt idx="1165">
                  <c:v>45141</c:v>
                </c:pt>
                <c:pt idx="1166">
                  <c:v>45142</c:v>
                </c:pt>
                <c:pt idx="1167">
                  <c:v>45145</c:v>
                </c:pt>
                <c:pt idx="1168">
                  <c:v>45146</c:v>
                </c:pt>
                <c:pt idx="1169">
                  <c:v>45147</c:v>
                </c:pt>
                <c:pt idx="1170">
                  <c:v>45148</c:v>
                </c:pt>
                <c:pt idx="1171">
                  <c:v>45149</c:v>
                </c:pt>
                <c:pt idx="1172">
                  <c:v>45152</c:v>
                </c:pt>
                <c:pt idx="1173">
                  <c:v>45154</c:v>
                </c:pt>
                <c:pt idx="1174">
                  <c:v>45155</c:v>
                </c:pt>
                <c:pt idx="1175">
                  <c:v>45156</c:v>
                </c:pt>
                <c:pt idx="1176">
                  <c:v>45159</c:v>
                </c:pt>
                <c:pt idx="1177">
                  <c:v>45160</c:v>
                </c:pt>
                <c:pt idx="1178">
                  <c:v>45161</c:v>
                </c:pt>
                <c:pt idx="1179">
                  <c:v>45162</c:v>
                </c:pt>
                <c:pt idx="1180">
                  <c:v>45163</c:v>
                </c:pt>
                <c:pt idx="1181">
                  <c:v>45166</c:v>
                </c:pt>
                <c:pt idx="1182">
                  <c:v>45167</c:v>
                </c:pt>
                <c:pt idx="1183">
                  <c:v>45168</c:v>
                </c:pt>
                <c:pt idx="1184">
                  <c:v>45169</c:v>
                </c:pt>
                <c:pt idx="1185">
                  <c:v>45170</c:v>
                </c:pt>
                <c:pt idx="1186">
                  <c:v>45173</c:v>
                </c:pt>
                <c:pt idx="1187">
                  <c:v>45174</c:v>
                </c:pt>
                <c:pt idx="1188">
                  <c:v>45175</c:v>
                </c:pt>
                <c:pt idx="1189">
                  <c:v>45176</c:v>
                </c:pt>
                <c:pt idx="1190">
                  <c:v>45177</c:v>
                </c:pt>
                <c:pt idx="1191">
                  <c:v>45180</c:v>
                </c:pt>
                <c:pt idx="1192">
                  <c:v>45181</c:v>
                </c:pt>
                <c:pt idx="1193">
                  <c:v>45182</c:v>
                </c:pt>
                <c:pt idx="1194">
                  <c:v>45183</c:v>
                </c:pt>
                <c:pt idx="1195">
                  <c:v>45184</c:v>
                </c:pt>
                <c:pt idx="1196">
                  <c:v>45187</c:v>
                </c:pt>
                <c:pt idx="1197">
                  <c:v>45188</c:v>
                </c:pt>
                <c:pt idx="1198">
                  <c:v>45189</c:v>
                </c:pt>
                <c:pt idx="1199">
                  <c:v>45190</c:v>
                </c:pt>
                <c:pt idx="1200">
                  <c:v>45191</c:v>
                </c:pt>
                <c:pt idx="1201">
                  <c:v>45194</c:v>
                </c:pt>
                <c:pt idx="1202">
                  <c:v>45195</c:v>
                </c:pt>
                <c:pt idx="1203">
                  <c:v>45196</c:v>
                </c:pt>
                <c:pt idx="1204">
                  <c:v>45197</c:v>
                </c:pt>
                <c:pt idx="1205">
                  <c:v>45198</c:v>
                </c:pt>
                <c:pt idx="1206">
                  <c:v>45201</c:v>
                </c:pt>
                <c:pt idx="1207">
                  <c:v>45202</c:v>
                </c:pt>
                <c:pt idx="1208">
                  <c:v>45203</c:v>
                </c:pt>
                <c:pt idx="1209">
                  <c:v>45204</c:v>
                </c:pt>
                <c:pt idx="1210">
                  <c:v>45205</c:v>
                </c:pt>
                <c:pt idx="1211">
                  <c:v>45208</c:v>
                </c:pt>
                <c:pt idx="1212">
                  <c:v>45209</c:v>
                </c:pt>
                <c:pt idx="1213">
                  <c:v>45210</c:v>
                </c:pt>
                <c:pt idx="1214">
                  <c:v>45211</c:v>
                </c:pt>
                <c:pt idx="1215">
                  <c:v>45212</c:v>
                </c:pt>
                <c:pt idx="1216">
                  <c:v>45215</c:v>
                </c:pt>
                <c:pt idx="1217">
                  <c:v>45216</c:v>
                </c:pt>
                <c:pt idx="1218">
                  <c:v>45217</c:v>
                </c:pt>
                <c:pt idx="1219">
                  <c:v>45218</c:v>
                </c:pt>
                <c:pt idx="1220">
                  <c:v>45219</c:v>
                </c:pt>
                <c:pt idx="1221">
                  <c:v>45222</c:v>
                </c:pt>
                <c:pt idx="1222">
                  <c:v>45223</c:v>
                </c:pt>
                <c:pt idx="1223">
                  <c:v>45224</c:v>
                </c:pt>
                <c:pt idx="1224">
                  <c:v>45225</c:v>
                </c:pt>
                <c:pt idx="1225">
                  <c:v>45226</c:v>
                </c:pt>
                <c:pt idx="1226">
                  <c:v>45229</c:v>
                </c:pt>
                <c:pt idx="1227">
                  <c:v>45230</c:v>
                </c:pt>
                <c:pt idx="1228">
                  <c:v>45231</c:v>
                </c:pt>
                <c:pt idx="1229">
                  <c:v>45232</c:v>
                </c:pt>
                <c:pt idx="1230">
                  <c:v>45233</c:v>
                </c:pt>
                <c:pt idx="1231">
                  <c:v>45236</c:v>
                </c:pt>
                <c:pt idx="1232">
                  <c:v>45237</c:v>
                </c:pt>
                <c:pt idx="1233">
                  <c:v>45238</c:v>
                </c:pt>
                <c:pt idx="1234">
                  <c:v>45239</c:v>
                </c:pt>
                <c:pt idx="1235">
                  <c:v>45240</c:v>
                </c:pt>
                <c:pt idx="1236">
                  <c:v>45243</c:v>
                </c:pt>
                <c:pt idx="1237">
                  <c:v>45244</c:v>
                </c:pt>
                <c:pt idx="1238">
                  <c:v>45245</c:v>
                </c:pt>
                <c:pt idx="1239">
                  <c:v>45246</c:v>
                </c:pt>
                <c:pt idx="1240">
                  <c:v>45247</c:v>
                </c:pt>
                <c:pt idx="1241">
                  <c:v>45250</c:v>
                </c:pt>
                <c:pt idx="1242">
                  <c:v>45251</c:v>
                </c:pt>
                <c:pt idx="1243">
                  <c:v>45252</c:v>
                </c:pt>
                <c:pt idx="1244">
                  <c:v>45253</c:v>
                </c:pt>
                <c:pt idx="1245">
                  <c:v>45254</c:v>
                </c:pt>
                <c:pt idx="1246">
                  <c:v>45257</c:v>
                </c:pt>
                <c:pt idx="1247">
                  <c:v>45258</c:v>
                </c:pt>
                <c:pt idx="1248">
                  <c:v>45259</c:v>
                </c:pt>
                <c:pt idx="1249">
                  <c:v>45260</c:v>
                </c:pt>
                <c:pt idx="1250">
                  <c:v>45261</c:v>
                </c:pt>
                <c:pt idx="1251">
                  <c:v>45264</c:v>
                </c:pt>
                <c:pt idx="1252">
                  <c:v>45265</c:v>
                </c:pt>
                <c:pt idx="1253">
                  <c:v>45266</c:v>
                </c:pt>
                <c:pt idx="1254">
                  <c:v>45267</c:v>
                </c:pt>
                <c:pt idx="1255">
                  <c:v>45268</c:v>
                </c:pt>
                <c:pt idx="1256">
                  <c:v>45271</c:v>
                </c:pt>
                <c:pt idx="1257">
                  <c:v>45272</c:v>
                </c:pt>
                <c:pt idx="1258">
                  <c:v>45273</c:v>
                </c:pt>
                <c:pt idx="1259">
                  <c:v>45274</c:v>
                </c:pt>
                <c:pt idx="1260">
                  <c:v>45275</c:v>
                </c:pt>
                <c:pt idx="1261">
                  <c:v>45278</c:v>
                </c:pt>
                <c:pt idx="1262">
                  <c:v>45279</c:v>
                </c:pt>
                <c:pt idx="1263">
                  <c:v>45280</c:v>
                </c:pt>
                <c:pt idx="1264">
                  <c:v>45281</c:v>
                </c:pt>
                <c:pt idx="1265">
                  <c:v>45282</c:v>
                </c:pt>
                <c:pt idx="1266">
                  <c:v>45287</c:v>
                </c:pt>
                <c:pt idx="1267">
                  <c:v>45288</c:v>
                </c:pt>
                <c:pt idx="1268">
                  <c:v>45289</c:v>
                </c:pt>
              </c:numCache>
            </c:numRef>
          </c:cat>
          <c:val>
            <c:numRef>
              <c:f>'Confronto con indicizzazione'!$C$2:$C$1270</c:f>
              <c:numCache>
                <c:formatCode>#,##0.00\ "€"</c:formatCode>
                <c:ptCount val="1269"/>
                <c:pt idx="0">
                  <c:v>100</c:v>
                </c:pt>
                <c:pt idx="1">
                  <c:v>96.190288195815228</c:v>
                </c:pt>
                <c:pt idx="2">
                  <c:v>99.151204105803387</c:v>
                </c:pt>
                <c:pt idx="3">
                  <c:v>98.973549151204097</c:v>
                </c:pt>
                <c:pt idx="4">
                  <c:v>102.07264113699171</c:v>
                </c:pt>
                <c:pt idx="5">
                  <c:v>103.25700750098696</c:v>
                </c:pt>
                <c:pt idx="6">
                  <c:v>102.30951440979075</c:v>
                </c:pt>
                <c:pt idx="7">
                  <c:v>101.97394393999211</c:v>
                </c:pt>
                <c:pt idx="8">
                  <c:v>99.368337939202519</c:v>
                </c:pt>
                <c:pt idx="9">
                  <c:v>99.013028030003952</c:v>
                </c:pt>
                <c:pt idx="10">
                  <c:v>98.282668772206861</c:v>
                </c:pt>
                <c:pt idx="11">
                  <c:v>97.335175681010654</c:v>
                </c:pt>
                <c:pt idx="12">
                  <c:v>100.03947887879986</c:v>
                </c:pt>
                <c:pt idx="13">
                  <c:v>101.55941571259375</c:v>
                </c:pt>
                <c:pt idx="14">
                  <c:v>101.50019739439399</c:v>
                </c:pt>
                <c:pt idx="15">
                  <c:v>101.59889459139362</c:v>
                </c:pt>
                <c:pt idx="16">
                  <c:v>101.79628898539281</c:v>
                </c:pt>
                <c:pt idx="17">
                  <c:v>103.0793525463877</c:v>
                </c:pt>
                <c:pt idx="18">
                  <c:v>102.11212001579153</c:v>
                </c:pt>
                <c:pt idx="19">
                  <c:v>102.54638768258981</c:v>
                </c:pt>
                <c:pt idx="20">
                  <c:v>109.59336754836161</c:v>
                </c:pt>
                <c:pt idx="21">
                  <c:v>110.44216344255821</c:v>
                </c:pt>
                <c:pt idx="22">
                  <c:v>112.37662850375048</c:v>
                </c:pt>
                <c:pt idx="23">
                  <c:v>111.56731148835372</c:v>
                </c:pt>
                <c:pt idx="24">
                  <c:v>114.9427556257402</c:v>
                </c:pt>
                <c:pt idx="25">
                  <c:v>113.73864982234505</c:v>
                </c:pt>
                <c:pt idx="26">
                  <c:v>111.88314251875244</c:v>
                </c:pt>
                <c:pt idx="27">
                  <c:v>111.94236083695223</c:v>
                </c:pt>
                <c:pt idx="28">
                  <c:v>113.81760757994472</c:v>
                </c:pt>
                <c:pt idx="29">
                  <c:v>116.38373470193446</c:v>
                </c:pt>
                <c:pt idx="30">
                  <c:v>116.32451638373469</c:v>
                </c:pt>
                <c:pt idx="31">
                  <c:v>114.82431898934071</c:v>
                </c:pt>
                <c:pt idx="32">
                  <c:v>116.1468614291354</c:v>
                </c:pt>
                <c:pt idx="33">
                  <c:v>116.50217133833401</c:v>
                </c:pt>
                <c:pt idx="34">
                  <c:v>117.35096723253061</c:v>
                </c:pt>
                <c:pt idx="35">
                  <c:v>117.09435452033163</c:v>
                </c:pt>
                <c:pt idx="36">
                  <c:v>117.23253059613106</c:v>
                </c:pt>
                <c:pt idx="37">
                  <c:v>118.33793920252664</c:v>
                </c:pt>
                <c:pt idx="38">
                  <c:v>119.58152388472165</c:v>
                </c:pt>
                <c:pt idx="39">
                  <c:v>120.11448874851953</c:v>
                </c:pt>
                <c:pt idx="40">
                  <c:v>119.38412949072246</c:v>
                </c:pt>
                <c:pt idx="41">
                  <c:v>119.22621397552308</c:v>
                </c:pt>
                <c:pt idx="42">
                  <c:v>121.04224240031583</c:v>
                </c:pt>
                <c:pt idx="43">
                  <c:v>121.59494670351361</c:v>
                </c:pt>
                <c:pt idx="44">
                  <c:v>121.98973549151204</c:v>
                </c:pt>
                <c:pt idx="45">
                  <c:v>121.16067903671535</c:v>
                </c:pt>
                <c:pt idx="46">
                  <c:v>120.82510856691671</c:v>
                </c:pt>
                <c:pt idx="47">
                  <c:v>120.72641136991709</c:v>
                </c:pt>
                <c:pt idx="48">
                  <c:v>120.96328464271613</c:v>
                </c:pt>
                <c:pt idx="49">
                  <c:v>121.83181997631267</c:v>
                </c:pt>
                <c:pt idx="50">
                  <c:v>122.58191867350968</c:v>
                </c:pt>
                <c:pt idx="51">
                  <c:v>124.59534149230163</c:v>
                </c:pt>
                <c:pt idx="52">
                  <c:v>125.77970785629688</c:v>
                </c:pt>
                <c:pt idx="53">
                  <c:v>125.20726411369915</c:v>
                </c:pt>
                <c:pt idx="54">
                  <c:v>126.45084879589419</c:v>
                </c:pt>
                <c:pt idx="55">
                  <c:v>125.62179234109749</c:v>
                </c:pt>
                <c:pt idx="56">
                  <c:v>125.46387682589814</c:v>
                </c:pt>
                <c:pt idx="57">
                  <c:v>123.746545598105</c:v>
                </c:pt>
                <c:pt idx="58">
                  <c:v>125.4243979470983</c:v>
                </c:pt>
                <c:pt idx="59">
                  <c:v>127.43782076589025</c:v>
                </c:pt>
                <c:pt idx="60">
                  <c:v>127.47729964469008</c:v>
                </c:pt>
                <c:pt idx="61">
                  <c:v>127.95104619028821</c:v>
                </c:pt>
                <c:pt idx="62">
                  <c:v>129.45124358468217</c:v>
                </c:pt>
                <c:pt idx="63">
                  <c:v>131.56336360047374</c:v>
                </c:pt>
                <c:pt idx="64">
                  <c:v>132.05684958547178</c:v>
                </c:pt>
                <c:pt idx="65">
                  <c:v>131.85945519147256</c:v>
                </c:pt>
                <c:pt idx="66">
                  <c:v>131.68180023687327</c:v>
                </c:pt>
                <c:pt idx="67">
                  <c:v>132.66877220686933</c:v>
                </c:pt>
                <c:pt idx="68">
                  <c:v>131.06987761547572</c:v>
                </c:pt>
                <c:pt idx="69">
                  <c:v>129.21437031188313</c:v>
                </c:pt>
                <c:pt idx="70">
                  <c:v>130.18160284247926</c:v>
                </c:pt>
                <c:pt idx="71">
                  <c:v>136.18239242005527</c:v>
                </c:pt>
                <c:pt idx="72">
                  <c:v>135.37307540465849</c:v>
                </c:pt>
                <c:pt idx="73">
                  <c:v>135.39281484405842</c:v>
                </c:pt>
                <c:pt idx="74">
                  <c:v>136.71535728385314</c:v>
                </c:pt>
                <c:pt idx="75">
                  <c:v>138.51164626924594</c:v>
                </c:pt>
                <c:pt idx="76">
                  <c:v>139.08409001184364</c:v>
                </c:pt>
                <c:pt idx="77">
                  <c:v>137.82076589024871</c:v>
                </c:pt>
                <c:pt idx="78">
                  <c:v>138.5511251480458</c:v>
                </c:pt>
                <c:pt idx="79">
                  <c:v>137.32727990525069</c:v>
                </c:pt>
                <c:pt idx="80">
                  <c:v>136.77457560205289</c:v>
                </c:pt>
                <c:pt idx="81">
                  <c:v>136.34030793525466</c:v>
                </c:pt>
                <c:pt idx="82">
                  <c:v>137.80102645084881</c:v>
                </c:pt>
                <c:pt idx="83">
                  <c:v>138.57086458744573</c:v>
                </c:pt>
                <c:pt idx="84">
                  <c:v>140.16975917883931</c:v>
                </c:pt>
                <c:pt idx="85">
                  <c:v>135.96525858665615</c:v>
                </c:pt>
                <c:pt idx="86">
                  <c:v>132.2739834188709</c:v>
                </c:pt>
                <c:pt idx="87">
                  <c:v>134.07027240426373</c:v>
                </c:pt>
                <c:pt idx="88">
                  <c:v>131.01065929727596</c:v>
                </c:pt>
                <c:pt idx="89">
                  <c:v>131.68180023687327</c:v>
                </c:pt>
                <c:pt idx="90">
                  <c:v>127.81287011448875</c:v>
                </c:pt>
                <c:pt idx="91">
                  <c:v>131.9778918278721</c:v>
                </c:pt>
                <c:pt idx="92">
                  <c:v>133.10303987366757</c:v>
                </c:pt>
                <c:pt idx="93">
                  <c:v>134.70193446506119</c:v>
                </c:pt>
                <c:pt idx="94">
                  <c:v>134.56375838926175</c:v>
                </c:pt>
                <c:pt idx="95">
                  <c:v>130.3000394788788</c:v>
                </c:pt>
                <c:pt idx="96">
                  <c:v>132.31346229767072</c:v>
                </c:pt>
                <c:pt idx="97">
                  <c:v>132.76746940386892</c:v>
                </c:pt>
                <c:pt idx="98">
                  <c:v>131.85945519147256</c:v>
                </c:pt>
                <c:pt idx="99">
                  <c:v>132.84642716146863</c:v>
                </c:pt>
                <c:pt idx="100">
                  <c:v>133.69522305566522</c:v>
                </c:pt>
                <c:pt idx="101">
                  <c:v>135.25463876825899</c:v>
                </c:pt>
                <c:pt idx="102">
                  <c:v>133.51756810106593</c:v>
                </c:pt>
                <c:pt idx="103">
                  <c:v>134.87958941966048</c:v>
                </c:pt>
                <c:pt idx="104">
                  <c:v>133.67548361626532</c:v>
                </c:pt>
                <c:pt idx="105">
                  <c:v>134.42558231346229</c:v>
                </c:pt>
                <c:pt idx="106">
                  <c:v>135.05724437425977</c:v>
                </c:pt>
                <c:pt idx="107">
                  <c:v>137.9786814054481</c:v>
                </c:pt>
                <c:pt idx="108">
                  <c:v>138.31425187524675</c:v>
                </c:pt>
                <c:pt idx="109">
                  <c:v>140.95933675483616</c:v>
                </c:pt>
                <c:pt idx="110">
                  <c:v>141.96604816423212</c:v>
                </c:pt>
                <c:pt idx="111">
                  <c:v>140.86063955783658</c:v>
                </c:pt>
                <c:pt idx="112">
                  <c:v>140.248716936439</c:v>
                </c:pt>
                <c:pt idx="113">
                  <c:v>139.75523095144098</c:v>
                </c:pt>
                <c:pt idx="114">
                  <c:v>141.4528227398342</c:v>
                </c:pt>
                <c:pt idx="115">
                  <c:v>145.59810501381762</c:v>
                </c:pt>
                <c:pt idx="116">
                  <c:v>144.49269640742202</c:v>
                </c:pt>
                <c:pt idx="117">
                  <c:v>146.07185155941571</c:v>
                </c:pt>
                <c:pt idx="118">
                  <c:v>145.4007106198184</c:v>
                </c:pt>
                <c:pt idx="119">
                  <c:v>146.56533754441375</c:v>
                </c:pt>
                <c:pt idx="120">
                  <c:v>146.74299249901301</c:v>
                </c:pt>
                <c:pt idx="121">
                  <c:v>145.1243584682195</c:v>
                </c:pt>
                <c:pt idx="122">
                  <c:v>145.42045005921833</c:v>
                </c:pt>
                <c:pt idx="123">
                  <c:v>147.76944334780893</c:v>
                </c:pt>
                <c:pt idx="124">
                  <c:v>147.88787998420844</c:v>
                </c:pt>
                <c:pt idx="125">
                  <c:v>149.03276746940386</c:v>
                </c:pt>
                <c:pt idx="126">
                  <c:v>150.01973943939993</c:v>
                </c:pt>
                <c:pt idx="127">
                  <c:v>150.55270430319777</c:v>
                </c:pt>
                <c:pt idx="128">
                  <c:v>150.33557046979865</c:v>
                </c:pt>
                <c:pt idx="129">
                  <c:v>151.20410580339518</c:v>
                </c:pt>
                <c:pt idx="130">
                  <c:v>151.20410580339518</c:v>
                </c:pt>
                <c:pt idx="131">
                  <c:v>150.41452822739834</c:v>
                </c:pt>
                <c:pt idx="132">
                  <c:v>151.24358468219503</c:v>
                </c:pt>
                <c:pt idx="133">
                  <c:v>151.59889459139359</c:v>
                </c:pt>
                <c:pt idx="134">
                  <c:v>150.03947887879986</c:v>
                </c:pt>
                <c:pt idx="135">
                  <c:v>152.11212001579156</c:v>
                </c:pt>
                <c:pt idx="136">
                  <c:v>151.08566916699564</c:v>
                </c:pt>
                <c:pt idx="137">
                  <c:v>151.1448874851954</c:v>
                </c:pt>
                <c:pt idx="138">
                  <c:v>150.92775365179628</c:v>
                </c:pt>
                <c:pt idx="139">
                  <c:v>151.91472562179234</c:v>
                </c:pt>
                <c:pt idx="140">
                  <c:v>151.32254243979472</c:v>
                </c:pt>
                <c:pt idx="141">
                  <c:v>150.13817607579944</c:v>
                </c:pt>
                <c:pt idx="142">
                  <c:v>148.49980260560599</c:v>
                </c:pt>
                <c:pt idx="143">
                  <c:v>152.23055665219107</c:v>
                </c:pt>
                <c:pt idx="144">
                  <c:v>149.52625345440188</c:v>
                </c:pt>
                <c:pt idx="145">
                  <c:v>147.84840110540861</c:v>
                </c:pt>
                <c:pt idx="146">
                  <c:v>148.16423213580734</c:v>
                </c:pt>
                <c:pt idx="147">
                  <c:v>149.66442953020135</c:v>
                </c:pt>
                <c:pt idx="148">
                  <c:v>141.49230161863403</c:v>
                </c:pt>
                <c:pt idx="149">
                  <c:v>135.51125148045796</c:v>
                </c:pt>
                <c:pt idx="150">
                  <c:v>138.35373075404658</c:v>
                </c:pt>
                <c:pt idx="151">
                  <c:v>141.1962100276352</c:v>
                </c:pt>
                <c:pt idx="152">
                  <c:v>145.38097118041847</c:v>
                </c:pt>
                <c:pt idx="153">
                  <c:v>143.84129490722464</c:v>
                </c:pt>
                <c:pt idx="154">
                  <c:v>140.76194236083694</c:v>
                </c:pt>
                <c:pt idx="155">
                  <c:v>141.94630872483219</c:v>
                </c:pt>
                <c:pt idx="156">
                  <c:v>137.4457165416502</c:v>
                </c:pt>
                <c:pt idx="157">
                  <c:v>137.56415317804974</c:v>
                </c:pt>
                <c:pt idx="158">
                  <c:v>140.88037899723648</c:v>
                </c:pt>
                <c:pt idx="159">
                  <c:v>140.42637189103829</c:v>
                </c:pt>
                <c:pt idx="160">
                  <c:v>145.71654165021715</c:v>
                </c:pt>
                <c:pt idx="161">
                  <c:v>142.55823134622977</c:v>
                </c:pt>
                <c:pt idx="162">
                  <c:v>140.3474141334386</c:v>
                </c:pt>
                <c:pt idx="163">
                  <c:v>139.59731543624162</c:v>
                </c:pt>
                <c:pt idx="164">
                  <c:v>142.06474536123176</c:v>
                </c:pt>
                <c:pt idx="165">
                  <c:v>140.48559020923804</c:v>
                </c:pt>
                <c:pt idx="166">
                  <c:v>142.65692854322938</c:v>
                </c:pt>
                <c:pt idx="167">
                  <c:v>143.07145677062769</c:v>
                </c:pt>
                <c:pt idx="168">
                  <c:v>143.26885116462691</c:v>
                </c:pt>
                <c:pt idx="169">
                  <c:v>140.40663245163836</c:v>
                </c:pt>
                <c:pt idx="170">
                  <c:v>145.47966837741808</c:v>
                </c:pt>
                <c:pt idx="171">
                  <c:v>148.5984998026056</c:v>
                </c:pt>
                <c:pt idx="172">
                  <c:v>149.98026056060004</c:v>
                </c:pt>
                <c:pt idx="173">
                  <c:v>149.60521121200156</c:v>
                </c:pt>
                <c:pt idx="174">
                  <c:v>147.31543624161071</c:v>
                </c:pt>
                <c:pt idx="175">
                  <c:v>149.28938018160284</c:v>
                </c:pt>
                <c:pt idx="176">
                  <c:v>149.90130280300039</c:v>
                </c:pt>
                <c:pt idx="177">
                  <c:v>150.80931701539674</c:v>
                </c:pt>
                <c:pt idx="178">
                  <c:v>144.92696407422031</c:v>
                </c:pt>
                <c:pt idx="179">
                  <c:v>144.96644295302013</c:v>
                </c:pt>
                <c:pt idx="180">
                  <c:v>143.97947098302407</c:v>
                </c:pt>
                <c:pt idx="181">
                  <c:v>145.00592183181996</c:v>
                </c:pt>
                <c:pt idx="182">
                  <c:v>146.09159099881563</c:v>
                </c:pt>
                <c:pt idx="183">
                  <c:v>144.67035136202131</c:v>
                </c:pt>
                <c:pt idx="184">
                  <c:v>146.09159099881563</c:v>
                </c:pt>
                <c:pt idx="185">
                  <c:v>142.5977102250296</c:v>
                </c:pt>
                <c:pt idx="186">
                  <c:v>142.47927358863006</c:v>
                </c:pt>
                <c:pt idx="187">
                  <c:v>142.18318199763124</c:v>
                </c:pt>
                <c:pt idx="188">
                  <c:v>143.95973154362414</c:v>
                </c:pt>
                <c:pt idx="189">
                  <c:v>140.97907619423609</c:v>
                </c:pt>
                <c:pt idx="190">
                  <c:v>135.80734307145676</c:v>
                </c:pt>
                <c:pt idx="191">
                  <c:v>138.01816028424793</c:v>
                </c:pt>
                <c:pt idx="192">
                  <c:v>139.67627319384127</c:v>
                </c:pt>
                <c:pt idx="193">
                  <c:v>138.59060402684565</c:v>
                </c:pt>
                <c:pt idx="194">
                  <c:v>140.93959731543623</c:v>
                </c:pt>
                <c:pt idx="195">
                  <c:v>148.77615475720489</c:v>
                </c:pt>
                <c:pt idx="196">
                  <c:v>149.30911962100276</c:v>
                </c:pt>
                <c:pt idx="197">
                  <c:v>149.7236478484011</c:v>
                </c:pt>
                <c:pt idx="198">
                  <c:v>150.21713383339912</c:v>
                </c:pt>
                <c:pt idx="199">
                  <c:v>149.26964074220294</c:v>
                </c:pt>
                <c:pt idx="200">
                  <c:v>147.94709830240819</c:v>
                </c:pt>
                <c:pt idx="201">
                  <c:v>148.06553493880773</c:v>
                </c:pt>
                <c:pt idx="202">
                  <c:v>147.88787998420844</c:v>
                </c:pt>
                <c:pt idx="203">
                  <c:v>148.69719699960518</c:v>
                </c:pt>
                <c:pt idx="204">
                  <c:v>148.04579549940783</c:v>
                </c:pt>
                <c:pt idx="205">
                  <c:v>148.8551125148046</c:v>
                </c:pt>
                <c:pt idx="206">
                  <c:v>151.57915515199366</c:v>
                </c:pt>
                <c:pt idx="207">
                  <c:v>150.8487958941966</c:v>
                </c:pt>
                <c:pt idx="208">
                  <c:v>150.11843663639951</c:v>
                </c:pt>
                <c:pt idx="209">
                  <c:v>151.77654954599288</c:v>
                </c:pt>
                <c:pt idx="210">
                  <c:v>151.00671140939596</c:v>
                </c:pt>
                <c:pt idx="211">
                  <c:v>153.67153572838529</c:v>
                </c:pt>
                <c:pt idx="212">
                  <c:v>156.92854322937228</c:v>
                </c:pt>
                <c:pt idx="213">
                  <c:v>158.01421239636792</c:v>
                </c:pt>
                <c:pt idx="214">
                  <c:v>157.73786024476905</c:v>
                </c:pt>
                <c:pt idx="215">
                  <c:v>159.49467035136203</c:v>
                </c:pt>
                <c:pt idx="216">
                  <c:v>159.0998815633636</c:v>
                </c:pt>
                <c:pt idx="217">
                  <c:v>159.1985787603632</c:v>
                </c:pt>
                <c:pt idx="218">
                  <c:v>159.25779707856296</c:v>
                </c:pt>
                <c:pt idx="219">
                  <c:v>158.64587445716543</c:v>
                </c:pt>
                <c:pt idx="220">
                  <c:v>159.39597315436239</c:v>
                </c:pt>
                <c:pt idx="221">
                  <c:v>160.08685353335966</c:v>
                </c:pt>
                <c:pt idx="222">
                  <c:v>158.80378997236477</c:v>
                </c:pt>
                <c:pt idx="223">
                  <c:v>157.20489538097118</c:v>
                </c:pt>
                <c:pt idx="224">
                  <c:v>157.20489538097118</c:v>
                </c:pt>
                <c:pt idx="225">
                  <c:v>155.74417686537703</c:v>
                </c:pt>
                <c:pt idx="226">
                  <c:v>156.43505724437426</c:v>
                </c:pt>
                <c:pt idx="227">
                  <c:v>159.59336754836161</c:v>
                </c:pt>
                <c:pt idx="228">
                  <c:v>160.81721279115672</c:v>
                </c:pt>
                <c:pt idx="229">
                  <c:v>161.33043821555466</c:v>
                </c:pt>
                <c:pt idx="230">
                  <c:v>160.58033951835768</c:v>
                </c:pt>
                <c:pt idx="231">
                  <c:v>160.79747335175679</c:v>
                </c:pt>
                <c:pt idx="232">
                  <c:v>156.55349388077377</c:v>
                </c:pt>
                <c:pt idx="233">
                  <c:v>154.24397947098299</c:v>
                </c:pt>
                <c:pt idx="234">
                  <c:v>156.33636004737465</c:v>
                </c:pt>
                <c:pt idx="235">
                  <c:v>156.41531780497434</c:v>
                </c:pt>
                <c:pt idx="236">
                  <c:v>158.44848006316622</c:v>
                </c:pt>
                <c:pt idx="237">
                  <c:v>157.61942360836952</c:v>
                </c:pt>
                <c:pt idx="238">
                  <c:v>156.65219107777341</c:v>
                </c:pt>
                <c:pt idx="239">
                  <c:v>157.75759968416898</c:v>
                </c:pt>
                <c:pt idx="240">
                  <c:v>157.20489538097118</c:v>
                </c:pt>
                <c:pt idx="241">
                  <c:v>159.41571259376232</c:v>
                </c:pt>
                <c:pt idx="242">
                  <c:v>161.744966442953</c:v>
                </c:pt>
                <c:pt idx="243">
                  <c:v>158.96170548756413</c:v>
                </c:pt>
                <c:pt idx="244">
                  <c:v>158.251085669167</c:v>
                </c:pt>
                <c:pt idx="245">
                  <c:v>158.80378997236477</c:v>
                </c:pt>
                <c:pt idx="246">
                  <c:v>162.06079747335176</c:v>
                </c:pt>
                <c:pt idx="247">
                  <c:v>163.36360047374654</c:v>
                </c:pt>
                <c:pt idx="248">
                  <c:v>164.86379786814055</c:v>
                </c:pt>
                <c:pt idx="249">
                  <c:v>163.67943150414527</c:v>
                </c:pt>
                <c:pt idx="250">
                  <c:v>165.47572048953811</c:v>
                </c:pt>
                <c:pt idx="251">
                  <c:v>165.45598105013818</c:v>
                </c:pt>
                <c:pt idx="252">
                  <c:v>163.89656533754439</c:v>
                </c:pt>
                <c:pt idx="253">
                  <c:v>164.23213580734307</c:v>
                </c:pt>
                <c:pt idx="254">
                  <c:v>165.33754441373864</c:v>
                </c:pt>
                <c:pt idx="255">
                  <c:v>167.58784050532964</c:v>
                </c:pt>
                <c:pt idx="256">
                  <c:v>167.25227003553098</c:v>
                </c:pt>
                <c:pt idx="257">
                  <c:v>168.47611527832609</c:v>
                </c:pt>
                <c:pt idx="258">
                  <c:v>170.15396762731939</c:v>
                </c:pt>
                <c:pt idx="259">
                  <c:v>170.33162258191865</c:v>
                </c:pt>
                <c:pt idx="260">
                  <c:v>170.50927753651794</c:v>
                </c:pt>
                <c:pt idx="261">
                  <c:v>173.33201737070667</c:v>
                </c:pt>
                <c:pt idx="262">
                  <c:v>169.66048164232134</c:v>
                </c:pt>
                <c:pt idx="263">
                  <c:v>167.76549545992893</c:v>
                </c:pt>
                <c:pt idx="264">
                  <c:v>167.17331227793127</c:v>
                </c:pt>
                <c:pt idx="265">
                  <c:v>162.63324121594945</c:v>
                </c:pt>
                <c:pt idx="266">
                  <c:v>164.35057244374261</c:v>
                </c:pt>
                <c:pt idx="267">
                  <c:v>158.31030398736675</c:v>
                </c:pt>
                <c:pt idx="268">
                  <c:v>162.65298065534938</c:v>
                </c:pt>
                <c:pt idx="269">
                  <c:v>160.91590998815636</c:v>
                </c:pt>
                <c:pt idx="270">
                  <c:v>157.48124753257008</c:v>
                </c:pt>
                <c:pt idx="271">
                  <c:v>156.06000789577575</c:v>
                </c:pt>
                <c:pt idx="272">
                  <c:v>156.63245163837348</c:v>
                </c:pt>
                <c:pt idx="273">
                  <c:v>162.10027635215161</c:v>
                </c:pt>
                <c:pt idx="274">
                  <c:v>163.83734701934463</c:v>
                </c:pt>
                <c:pt idx="275">
                  <c:v>165.04145282273984</c:v>
                </c:pt>
                <c:pt idx="276">
                  <c:v>163.4228187919463</c:v>
                </c:pt>
                <c:pt idx="277">
                  <c:v>163.26490327674694</c:v>
                </c:pt>
                <c:pt idx="278">
                  <c:v>162.79115673114885</c:v>
                </c:pt>
                <c:pt idx="279">
                  <c:v>167.66679826292932</c:v>
                </c:pt>
                <c:pt idx="280">
                  <c:v>166.42321358073431</c:v>
                </c:pt>
                <c:pt idx="281">
                  <c:v>163.81760757994473</c:v>
                </c:pt>
                <c:pt idx="282">
                  <c:v>163.60047374654559</c:v>
                </c:pt>
                <c:pt idx="283">
                  <c:v>161.40939597315435</c:v>
                </c:pt>
                <c:pt idx="284">
                  <c:v>165.43624161073825</c:v>
                </c:pt>
                <c:pt idx="285">
                  <c:v>161.78444532175286</c:v>
                </c:pt>
                <c:pt idx="286">
                  <c:v>159.69206474536122</c:v>
                </c:pt>
                <c:pt idx="287">
                  <c:v>152.25029609159097</c:v>
                </c:pt>
                <c:pt idx="288">
                  <c:v>150.03947887879986</c:v>
                </c:pt>
                <c:pt idx="289">
                  <c:v>152.09238057639163</c:v>
                </c:pt>
                <c:pt idx="290">
                  <c:v>146.01263324121595</c:v>
                </c:pt>
                <c:pt idx="291">
                  <c:v>146.40742202921439</c:v>
                </c:pt>
                <c:pt idx="292">
                  <c:v>148.48006316620607</c:v>
                </c:pt>
                <c:pt idx="293">
                  <c:v>148.97354915120411</c:v>
                </c:pt>
                <c:pt idx="294">
                  <c:v>152.07264113699171</c:v>
                </c:pt>
                <c:pt idx="295">
                  <c:v>147.86814054480851</c:v>
                </c:pt>
                <c:pt idx="296">
                  <c:v>142.26213975523095</c:v>
                </c:pt>
                <c:pt idx="297">
                  <c:v>133.43861034346625</c:v>
                </c:pt>
                <c:pt idx="298">
                  <c:v>132.17528622187129</c:v>
                </c:pt>
                <c:pt idx="299">
                  <c:v>130.33951835767863</c:v>
                </c:pt>
                <c:pt idx="300">
                  <c:v>119.02881958152388</c:v>
                </c:pt>
                <c:pt idx="301">
                  <c:v>124.31898934070271</c:v>
                </c:pt>
                <c:pt idx="302">
                  <c:v>117.48914330833004</c:v>
                </c:pt>
                <c:pt idx="303">
                  <c:v>122.87801026450849</c:v>
                </c:pt>
                <c:pt idx="304">
                  <c:v>113.67943150414528</c:v>
                </c:pt>
                <c:pt idx="305">
                  <c:v>116.44295302013421</c:v>
                </c:pt>
                <c:pt idx="306">
                  <c:v>122.77931306750887</c:v>
                </c:pt>
                <c:pt idx="307">
                  <c:v>122.93722858270823</c:v>
                </c:pt>
                <c:pt idx="308">
                  <c:v>133.89261744966441</c:v>
                </c:pt>
                <c:pt idx="309">
                  <c:v>143.50572443742598</c:v>
                </c:pt>
                <c:pt idx="310">
                  <c:v>143.58468219502564</c:v>
                </c:pt>
                <c:pt idx="311">
                  <c:v>134.87958941966048</c:v>
                </c:pt>
                <c:pt idx="312">
                  <c:v>138.17607579944729</c:v>
                </c:pt>
                <c:pt idx="313">
                  <c:v>133.61626529806551</c:v>
                </c:pt>
                <c:pt idx="314">
                  <c:v>128.16818002368731</c:v>
                </c:pt>
                <c:pt idx="315">
                  <c:v>128.44453217528621</c:v>
                </c:pt>
                <c:pt idx="316">
                  <c:v>128.3260955388867</c:v>
                </c:pt>
                <c:pt idx="317">
                  <c:v>134.12949072246349</c:v>
                </c:pt>
                <c:pt idx="318">
                  <c:v>136.00473746545597</c:v>
                </c:pt>
                <c:pt idx="319">
                  <c:v>135.49151204105803</c:v>
                </c:pt>
                <c:pt idx="320">
                  <c:v>137.1496249506514</c:v>
                </c:pt>
                <c:pt idx="321">
                  <c:v>138.96565337544413</c:v>
                </c:pt>
                <c:pt idx="322">
                  <c:v>135.01776549545991</c:v>
                </c:pt>
                <c:pt idx="323">
                  <c:v>135.33359652585867</c:v>
                </c:pt>
                <c:pt idx="324">
                  <c:v>141.33438610343464</c:v>
                </c:pt>
                <c:pt idx="325">
                  <c:v>142.3016186340308</c:v>
                </c:pt>
                <c:pt idx="326">
                  <c:v>138.17607579944729</c:v>
                </c:pt>
                <c:pt idx="327">
                  <c:v>139.53809711804183</c:v>
                </c:pt>
                <c:pt idx="328">
                  <c:v>137.64311093564942</c:v>
                </c:pt>
                <c:pt idx="329">
                  <c:v>134.56375838926175</c:v>
                </c:pt>
                <c:pt idx="330">
                  <c:v>138.5511251480458</c:v>
                </c:pt>
                <c:pt idx="331">
                  <c:v>140.93959731543623</c:v>
                </c:pt>
                <c:pt idx="332">
                  <c:v>142.04500592183183</c:v>
                </c:pt>
                <c:pt idx="333">
                  <c:v>139.14330833004342</c:v>
                </c:pt>
                <c:pt idx="334">
                  <c:v>133.65574417686537</c:v>
                </c:pt>
                <c:pt idx="335">
                  <c:v>135.21515988945913</c:v>
                </c:pt>
                <c:pt idx="336">
                  <c:v>132.80694828266874</c:v>
                </c:pt>
                <c:pt idx="337">
                  <c:v>136.41926569285431</c:v>
                </c:pt>
                <c:pt idx="338">
                  <c:v>139.06435057244374</c:v>
                </c:pt>
                <c:pt idx="339">
                  <c:v>137.74180813264903</c:v>
                </c:pt>
                <c:pt idx="340">
                  <c:v>136.93249111725228</c:v>
                </c:pt>
                <c:pt idx="341">
                  <c:v>132.2739834188709</c:v>
                </c:pt>
                <c:pt idx="342">
                  <c:v>130.67508882747728</c:v>
                </c:pt>
                <c:pt idx="343">
                  <c:v>130.37899723647848</c:v>
                </c:pt>
                <c:pt idx="344">
                  <c:v>138.19581523884722</c:v>
                </c:pt>
                <c:pt idx="345">
                  <c:v>141.13699170943545</c:v>
                </c:pt>
                <c:pt idx="346">
                  <c:v>142.81484405842872</c:v>
                </c:pt>
                <c:pt idx="347">
                  <c:v>142.06474536123176</c:v>
                </c:pt>
                <c:pt idx="348">
                  <c:v>140.26845637583892</c:v>
                </c:pt>
                <c:pt idx="349">
                  <c:v>142.89380181602843</c:v>
                </c:pt>
                <c:pt idx="350">
                  <c:v>144.25582313462294</c:v>
                </c:pt>
                <c:pt idx="351">
                  <c:v>147.59178839320964</c:v>
                </c:pt>
                <c:pt idx="352">
                  <c:v>152.70430319778919</c:v>
                </c:pt>
                <c:pt idx="353">
                  <c:v>148.04579549940783</c:v>
                </c:pt>
                <c:pt idx="354">
                  <c:v>151.9739439399921</c:v>
                </c:pt>
                <c:pt idx="355">
                  <c:v>155.32964863797866</c:v>
                </c:pt>
                <c:pt idx="356">
                  <c:v>153.98736675878405</c:v>
                </c:pt>
                <c:pt idx="357">
                  <c:v>159.59336754836161</c:v>
                </c:pt>
                <c:pt idx="358">
                  <c:v>156.37583892617451</c:v>
                </c:pt>
                <c:pt idx="359">
                  <c:v>156.06000789577575</c:v>
                </c:pt>
                <c:pt idx="360">
                  <c:v>157.28385313857086</c:v>
                </c:pt>
                <c:pt idx="361">
                  <c:v>148.08527437820766</c:v>
                </c:pt>
                <c:pt idx="362">
                  <c:v>149.68416896960125</c:v>
                </c:pt>
                <c:pt idx="363">
                  <c:v>146.6442953020134</c:v>
                </c:pt>
                <c:pt idx="364">
                  <c:v>148.75641531780497</c:v>
                </c:pt>
                <c:pt idx="365">
                  <c:v>149.68416896960125</c:v>
                </c:pt>
                <c:pt idx="366">
                  <c:v>148.95380971180418</c:v>
                </c:pt>
                <c:pt idx="367">
                  <c:v>150.03947887879986</c:v>
                </c:pt>
                <c:pt idx="368">
                  <c:v>149.58547177260164</c:v>
                </c:pt>
                <c:pt idx="369">
                  <c:v>154.22424003158309</c:v>
                </c:pt>
                <c:pt idx="370">
                  <c:v>150.55270430319777</c:v>
                </c:pt>
                <c:pt idx="371">
                  <c:v>151.53967627319383</c:v>
                </c:pt>
                <c:pt idx="372">
                  <c:v>153.05961310698774</c:v>
                </c:pt>
                <c:pt idx="373">
                  <c:v>153.77023292538493</c:v>
                </c:pt>
                <c:pt idx="374">
                  <c:v>154.16502171338334</c:v>
                </c:pt>
                <c:pt idx="375">
                  <c:v>154.5992893801816</c:v>
                </c:pt>
                <c:pt idx="376">
                  <c:v>158.64587445716543</c:v>
                </c:pt>
                <c:pt idx="377">
                  <c:v>156.61271219897355</c:v>
                </c:pt>
                <c:pt idx="378">
                  <c:v>159.49467035136203</c:v>
                </c:pt>
                <c:pt idx="379">
                  <c:v>158.96170548756413</c:v>
                </c:pt>
                <c:pt idx="380">
                  <c:v>157.83655744176866</c:v>
                </c:pt>
                <c:pt idx="381">
                  <c:v>158.29056454796682</c:v>
                </c:pt>
                <c:pt idx="382">
                  <c:v>158.19186735096721</c:v>
                </c:pt>
                <c:pt idx="383">
                  <c:v>161.21200157915516</c:v>
                </c:pt>
                <c:pt idx="384">
                  <c:v>159.75128306356098</c:v>
                </c:pt>
                <c:pt idx="385">
                  <c:v>162.67272009474931</c:v>
                </c:pt>
                <c:pt idx="386">
                  <c:v>161.13304382155545</c:v>
                </c:pt>
                <c:pt idx="387">
                  <c:v>161.96210027635215</c:v>
                </c:pt>
                <c:pt idx="388">
                  <c:v>162.96881168574814</c:v>
                </c:pt>
                <c:pt idx="389">
                  <c:v>161.84366363995261</c:v>
                </c:pt>
                <c:pt idx="390">
                  <c:v>159.49467035136203</c:v>
                </c:pt>
                <c:pt idx="391">
                  <c:v>159.33675483616264</c:v>
                </c:pt>
                <c:pt idx="392">
                  <c:v>157.56020529016976</c:v>
                </c:pt>
                <c:pt idx="393">
                  <c:v>158.46821950256611</c:v>
                </c:pt>
                <c:pt idx="394">
                  <c:v>152.01342281879195</c:v>
                </c:pt>
                <c:pt idx="395">
                  <c:v>152.84247927358859</c:v>
                </c:pt>
                <c:pt idx="396">
                  <c:v>147.59178839320964</c:v>
                </c:pt>
                <c:pt idx="397">
                  <c:v>144.78878799842084</c:v>
                </c:pt>
                <c:pt idx="398">
                  <c:v>146.97986577181209</c:v>
                </c:pt>
                <c:pt idx="399">
                  <c:v>146.72325305961309</c:v>
                </c:pt>
                <c:pt idx="400">
                  <c:v>148.48006316620607</c:v>
                </c:pt>
                <c:pt idx="401">
                  <c:v>147.65100671140939</c:v>
                </c:pt>
                <c:pt idx="402">
                  <c:v>147.65100671140939</c:v>
                </c:pt>
                <c:pt idx="403">
                  <c:v>146.68377418081326</c:v>
                </c:pt>
                <c:pt idx="404">
                  <c:v>151.08566916699564</c:v>
                </c:pt>
                <c:pt idx="405">
                  <c:v>154.44137386498221</c:v>
                </c:pt>
                <c:pt idx="406">
                  <c:v>154.44137386498221</c:v>
                </c:pt>
                <c:pt idx="407">
                  <c:v>152.40821160679036</c:v>
                </c:pt>
                <c:pt idx="408">
                  <c:v>153.07935254638767</c:v>
                </c:pt>
                <c:pt idx="409">
                  <c:v>152.40821160679036</c:v>
                </c:pt>
                <c:pt idx="410">
                  <c:v>152.86221871298852</c:v>
                </c:pt>
                <c:pt idx="411">
                  <c:v>151.34228187919462</c:v>
                </c:pt>
                <c:pt idx="412">
                  <c:v>152.17133833399132</c:v>
                </c:pt>
                <c:pt idx="413">
                  <c:v>155.32964863797866</c:v>
                </c:pt>
                <c:pt idx="414">
                  <c:v>156.75088827477299</c:v>
                </c:pt>
                <c:pt idx="415">
                  <c:v>159.0998815633636</c:v>
                </c:pt>
                <c:pt idx="416">
                  <c:v>158.31030398736675</c:v>
                </c:pt>
                <c:pt idx="417">
                  <c:v>156.47453612317409</c:v>
                </c:pt>
                <c:pt idx="418">
                  <c:v>155.07303592577969</c:v>
                </c:pt>
                <c:pt idx="419">
                  <c:v>156.61271219897355</c:v>
                </c:pt>
                <c:pt idx="420">
                  <c:v>160.77773391235689</c:v>
                </c:pt>
                <c:pt idx="421">
                  <c:v>161.23174101855506</c:v>
                </c:pt>
                <c:pt idx="422">
                  <c:v>159.04066324516384</c:v>
                </c:pt>
                <c:pt idx="423">
                  <c:v>161.38965653375442</c:v>
                </c:pt>
                <c:pt idx="424">
                  <c:v>159.65258586656137</c:v>
                </c:pt>
                <c:pt idx="425">
                  <c:v>159.51440979076196</c:v>
                </c:pt>
                <c:pt idx="426">
                  <c:v>159.63284642716147</c:v>
                </c:pt>
                <c:pt idx="427">
                  <c:v>164.46900908014211</c:v>
                </c:pt>
                <c:pt idx="428">
                  <c:v>165.90998815633634</c:v>
                </c:pt>
                <c:pt idx="429">
                  <c:v>167.39044611133042</c:v>
                </c:pt>
                <c:pt idx="430">
                  <c:v>168.23924200552702</c:v>
                </c:pt>
                <c:pt idx="431">
                  <c:v>165.81129095933676</c:v>
                </c:pt>
                <c:pt idx="432">
                  <c:v>163.38333991314647</c:v>
                </c:pt>
                <c:pt idx="433">
                  <c:v>156.15870509277536</c:v>
                </c:pt>
                <c:pt idx="434">
                  <c:v>154.38215554678249</c:v>
                </c:pt>
                <c:pt idx="435">
                  <c:v>157.95499407816817</c:v>
                </c:pt>
                <c:pt idx="436">
                  <c:v>158.62613501776551</c:v>
                </c:pt>
                <c:pt idx="437">
                  <c:v>157.994472956968</c:v>
                </c:pt>
                <c:pt idx="438">
                  <c:v>160.24476904855899</c:v>
                </c:pt>
                <c:pt idx="439">
                  <c:v>161.84366363995261</c:v>
                </c:pt>
                <c:pt idx="440">
                  <c:v>157.67864192656927</c:v>
                </c:pt>
                <c:pt idx="441">
                  <c:v>161.744966442953</c:v>
                </c:pt>
                <c:pt idx="442">
                  <c:v>160.93564942755626</c:v>
                </c:pt>
                <c:pt idx="443">
                  <c:v>162.8701144887485</c:v>
                </c:pt>
                <c:pt idx="444">
                  <c:v>162.33714962495065</c:v>
                </c:pt>
                <c:pt idx="445">
                  <c:v>162.15949467035136</c:v>
                </c:pt>
                <c:pt idx="446">
                  <c:v>160.75799447295697</c:v>
                </c:pt>
                <c:pt idx="447">
                  <c:v>162.61350177654953</c:v>
                </c:pt>
                <c:pt idx="448">
                  <c:v>165.1204105803395</c:v>
                </c:pt>
                <c:pt idx="449">
                  <c:v>164.52822739834187</c:v>
                </c:pt>
                <c:pt idx="450">
                  <c:v>162.73193841294906</c:v>
                </c:pt>
                <c:pt idx="451">
                  <c:v>159.0998815633636</c:v>
                </c:pt>
                <c:pt idx="452">
                  <c:v>170.78562968811687</c:v>
                </c:pt>
                <c:pt idx="453">
                  <c:v>170.90406632451635</c:v>
                </c:pt>
                <c:pt idx="454">
                  <c:v>169.83813659692063</c:v>
                </c:pt>
                <c:pt idx="455">
                  <c:v>168.89064350572443</c:v>
                </c:pt>
                <c:pt idx="456">
                  <c:v>168.65377023292538</c:v>
                </c:pt>
                <c:pt idx="457">
                  <c:v>168.96960126332411</c:v>
                </c:pt>
                <c:pt idx="458">
                  <c:v>166.50217133833399</c:v>
                </c:pt>
                <c:pt idx="459">
                  <c:v>165.35728385313857</c:v>
                </c:pt>
                <c:pt idx="460">
                  <c:v>158.76431109356491</c:v>
                </c:pt>
                <c:pt idx="461">
                  <c:v>159.41571259376232</c:v>
                </c:pt>
                <c:pt idx="462">
                  <c:v>158.8235294117647</c:v>
                </c:pt>
                <c:pt idx="463">
                  <c:v>160.14607185155941</c:v>
                </c:pt>
                <c:pt idx="464">
                  <c:v>161.44887485195417</c:v>
                </c:pt>
                <c:pt idx="465">
                  <c:v>166.52191077773389</c:v>
                </c:pt>
                <c:pt idx="466">
                  <c:v>172.42400315831031</c:v>
                </c:pt>
                <c:pt idx="467">
                  <c:v>171.93051717331227</c:v>
                </c:pt>
                <c:pt idx="468">
                  <c:v>185.09672325305962</c:v>
                </c:pt>
                <c:pt idx="469">
                  <c:v>187.12988551125147</c:v>
                </c:pt>
                <c:pt idx="470">
                  <c:v>192.42005527043031</c:v>
                </c:pt>
                <c:pt idx="471">
                  <c:v>186.67587840505328</c:v>
                </c:pt>
                <c:pt idx="472">
                  <c:v>185.45203316225818</c:v>
                </c:pt>
                <c:pt idx="473">
                  <c:v>188.43268851164626</c:v>
                </c:pt>
                <c:pt idx="474">
                  <c:v>187.52467429924988</c:v>
                </c:pt>
                <c:pt idx="475">
                  <c:v>191.92656928543229</c:v>
                </c:pt>
                <c:pt idx="476">
                  <c:v>192.91354125542833</c:v>
                </c:pt>
                <c:pt idx="477">
                  <c:v>194.45321752862219</c:v>
                </c:pt>
                <c:pt idx="478">
                  <c:v>194.43347808922226</c:v>
                </c:pt>
                <c:pt idx="479">
                  <c:v>195.36123174101857</c:v>
                </c:pt>
                <c:pt idx="480">
                  <c:v>195.10461902881957</c:v>
                </c:pt>
                <c:pt idx="481">
                  <c:v>195.71654165021712</c:v>
                </c:pt>
                <c:pt idx="482">
                  <c:v>195.81523884721673</c:v>
                </c:pt>
                <c:pt idx="483">
                  <c:v>190.6435057244374</c:v>
                </c:pt>
                <c:pt idx="484">
                  <c:v>196.11133043821553</c:v>
                </c:pt>
                <c:pt idx="485">
                  <c:v>196.54559810501382</c:v>
                </c:pt>
                <c:pt idx="486">
                  <c:v>196.60481642321358</c:v>
                </c:pt>
                <c:pt idx="487">
                  <c:v>194.33478089222265</c:v>
                </c:pt>
                <c:pt idx="488">
                  <c:v>194.90722463482035</c:v>
                </c:pt>
                <c:pt idx="489">
                  <c:v>195.20331622581918</c:v>
                </c:pt>
                <c:pt idx="490">
                  <c:v>196.60481642321358</c:v>
                </c:pt>
                <c:pt idx="491">
                  <c:v>197.78918278720883</c:v>
                </c:pt>
                <c:pt idx="492">
                  <c:v>197.55230951440976</c:v>
                </c:pt>
                <c:pt idx="493">
                  <c:v>201.02645084879586</c:v>
                </c:pt>
                <c:pt idx="494">
                  <c:v>200.23687327279904</c:v>
                </c:pt>
                <c:pt idx="495">
                  <c:v>199.36833793920252</c:v>
                </c:pt>
                <c:pt idx="496">
                  <c:v>198.53928148440582</c:v>
                </c:pt>
                <c:pt idx="497">
                  <c:v>197.21673904461113</c:v>
                </c:pt>
                <c:pt idx="498">
                  <c:v>193.52546387682588</c:v>
                </c:pt>
                <c:pt idx="499">
                  <c:v>194.35452033162258</c:v>
                </c:pt>
                <c:pt idx="500">
                  <c:v>195.85471772601659</c:v>
                </c:pt>
                <c:pt idx="501">
                  <c:v>198.97354915120408</c:v>
                </c:pt>
                <c:pt idx="502">
                  <c:v>202.44769048559016</c:v>
                </c:pt>
                <c:pt idx="503">
                  <c:v>202.56612712198972</c:v>
                </c:pt>
                <c:pt idx="504">
                  <c:v>202.17133833399132</c:v>
                </c:pt>
                <c:pt idx="505">
                  <c:v>199.84208448480061</c:v>
                </c:pt>
                <c:pt idx="506">
                  <c:v>198.30240821160677</c:v>
                </c:pt>
                <c:pt idx="507">
                  <c:v>203.43466245558625</c:v>
                </c:pt>
                <c:pt idx="508">
                  <c:v>207.38255033557044</c:v>
                </c:pt>
                <c:pt idx="509">
                  <c:v>206.23766285037505</c:v>
                </c:pt>
                <c:pt idx="510">
                  <c:v>203.63205684958544</c:v>
                </c:pt>
                <c:pt idx="511">
                  <c:v>202.17133833399132</c:v>
                </c:pt>
                <c:pt idx="512">
                  <c:v>200.55270430319777</c:v>
                </c:pt>
                <c:pt idx="513">
                  <c:v>195.00592183181996</c:v>
                </c:pt>
                <c:pt idx="514">
                  <c:v>197.25621792341096</c:v>
                </c:pt>
                <c:pt idx="515">
                  <c:v>193.86103434662456</c:v>
                </c:pt>
                <c:pt idx="516">
                  <c:v>200.43426766679823</c:v>
                </c:pt>
                <c:pt idx="517">
                  <c:v>200.39478878799844</c:v>
                </c:pt>
                <c:pt idx="518">
                  <c:v>201.93446506119224</c:v>
                </c:pt>
                <c:pt idx="519">
                  <c:v>198.14449269640741</c:v>
                </c:pt>
                <c:pt idx="520">
                  <c:v>200.55270430319777</c:v>
                </c:pt>
                <c:pt idx="521">
                  <c:v>199.92104224240029</c:v>
                </c:pt>
                <c:pt idx="522">
                  <c:v>204.10580339518356</c:v>
                </c:pt>
                <c:pt idx="523">
                  <c:v>196.72325305961311</c:v>
                </c:pt>
                <c:pt idx="524">
                  <c:v>200.43426766679823</c:v>
                </c:pt>
                <c:pt idx="525">
                  <c:v>207.22463482037111</c:v>
                </c:pt>
                <c:pt idx="526">
                  <c:v>207.06671930517172</c:v>
                </c:pt>
                <c:pt idx="527">
                  <c:v>207.30359257797079</c:v>
                </c:pt>
                <c:pt idx="528">
                  <c:v>208.72483221476509</c:v>
                </c:pt>
                <c:pt idx="529">
                  <c:v>208.40900118436636</c:v>
                </c:pt>
                <c:pt idx="530">
                  <c:v>212.001579155152</c:v>
                </c:pt>
                <c:pt idx="531">
                  <c:v>209.04066324516384</c:v>
                </c:pt>
                <c:pt idx="532">
                  <c:v>209.83024082116066</c:v>
                </c:pt>
                <c:pt idx="533">
                  <c:v>208.96170548756413</c:v>
                </c:pt>
                <c:pt idx="534">
                  <c:v>211.56731148835371</c:v>
                </c:pt>
                <c:pt idx="535">
                  <c:v>213.10698776154754</c:v>
                </c:pt>
                <c:pt idx="536">
                  <c:v>211.21200157915516</c:v>
                </c:pt>
                <c:pt idx="537">
                  <c:v>210.81721279115672</c:v>
                </c:pt>
                <c:pt idx="538">
                  <c:v>213.89656533754439</c:v>
                </c:pt>
                <c:pt idx="539">
                  <c:v>214.33083300434265</c:v>
                </c:pt>
                <c:pt idx="540">
                  <c:v>212.94907224634821</c:v>
                </c:pt>
                <c:pt idx="541">
                  <c:v>210.3434662455586</c:v>
                </c:pt>
                <c:pt idx="542">
                  <c:v>209.63284642716147</c:v>
                </c:pt>
                <c:pt idx="543">
                  <c:v>207.26411369917093</c:v>
                </c:pt>
                <c:pt idx="544">
                  <c:v>212.04105803395183</c:v>
                </c:pt>
                <c:pt idx="545">
                  <c:v>212.90959336754835</c:v>
                </c:pt>
                <c:pt idx="546">
                  <c:v>214.68614291354123</c:v>
                </c:pt>
                <c:pt idx="547">
                  <c:v>210.77773391235689</c:v>
                </c:pt>
                <c:pt idx="548">
                  <c:v>206.55349388077377</c:v>
                </c:pt>
                <c:pt idx="549">
                  <c:v>211.17252270035527</c:v>
                </c:pt>
                <c:pt idx="550">
                  <c:v>213.46229767074612</c:v>
                </c:pt>
                <c:pt idx="551">
                  <c:v>218.31819976312673</c:v>
                </c:pt>
                <c:pt idx="552">
                  <c:v>222.85827082510855</c:v>
                </c:pt>
                <c:pt idx="553">
                  <c:v>222.42400315831028</c:v>
                </c:pt>
                <c:pt idx="554">
                  <c:v>220.37110146071853</c:v>
                </c:pt>
                <c:pt idx="555">
                  <c:v>221.20015791551518</c:v>
                </c:pt>
                <c:pt idx="556">
                  <c:v>224.3189893407027</c:v>
                </c:pt>
                <c:pt idx="557">
                  <c:v>223.56889064350568</c:v>
                </c:pt>
                <c:pt idx="558">
                  <c:v>220.05527043031975</c:v>
                </c:pt>
                <c:pt idx="559">
                  <c:v>219.73943939992103</c:v>
                </c:pt>
                <c:pt idx="560">
                  <c:v>218.79194630872485</c:v>
                </c:pt>
                <c:pt idx="561">
                  <c:v>218.47611527832606</c:v>
                </c:pt>
                <c:pt idx="562">
                  <c:v>219.34465061192265</c:v>
                </c:pt>
                <c:pt idx="563">
                  <c:v>219.06829846032369</c:v>
                </c:pt>
                <c:pt idx="564">
                  <c:v>219.06829846032369</c:v>
                </c:pt>
                <c:pt idx="565">
                  <c:v>226.41136991709433</c:v>
                </c:pt>
                <c:pt idx="566">
                  <c:v>224.27951046190287</c:v>
                </c:pt>
                <c:pt idx="567">
                  <c:v>225.7007500986972</c:v>
                </c:pt>
                <c:pt idx="568">
                  <c:v>227.71417291748909</c:v>
                </c:pt>
                <c:pt idx="569">
                  <c:v>227.87208843268854</c:v>
                </c:pt>
                <c:pt idx="570">
                  <c:v>231.38570864587447</c:v>
                </c:pt>
                <c:pt idx="571">
                  <c:v>232.25424397947094</c:v>
                </c:pt>
                <c:pt idx="572">
                  <c:v>232.80694828266877</c:v>
                </c:pt>
                <c:pt idx="573">
                  <c:v>234.82037110146069</c:v>
                </c:pt>
                <c:pt idx="574">
                  <c:v>241.53178049743383</c:v>
                </c:pt>
                <c:pt idx="575">
                  <c:v>243.46624555862616</c:v>
                </c:pt>
                <c:pt idx="576">
                  <c:v>248.71693643900511</c:v>
                </c:pt>
                <c:pt idx="577">
                  <c:v>246.70351362021313</c:v>
                </c:pt>
                <c:pt idx="578">
                  <c:v>238.96565337544411</c:v>
                </c:pt>
                <c:pt idx="579">
                  <c:v>246.58507698381365</c:v>
                </c:pt>
                <c:pt idx="580">
                  <c:v>249.50651401500195</c:v>
                </c:pt>
                <c:pt idx="581">
                  <c:v>247.96683774180815</c:v>
                </c:pt>
                <c:pt idx="582">
                  <c:v>247.05882352941174</c:v>
                </c:pt>
                <c:pt idx="583">
                  <c:v>249.78286616660088</c:v>
                </c:pt>
                <c:pt idx="584">
                  <c:v>249.98026056060007</c:v>
                </c:pt>
                <c:pt idx="585">
                  <c:v>250.96723253059614</c:v>
                </c:pt>
                <c:pt idx="586">
                  <c:v>247.21673904461113</c:v>
                </c:pt>
                <c:pt idx="587">
                  <c:v>248.95380971180415</c:v>
                </c:pt>
                <c:pt idx="588">
                  <c:v>244.33478089222262</c:v>
                </c:pt>
                <c:pt idx="589">
                  <c:v>249.42755625740224</c:v>
                </c:pt>
                <c:pt idx="590">
                  <c:v>246.86142913541255</c:v>
                </c:pt>
                <c:pt idx="591">
                  <c:v>249.26964074220291</c:v>
                </c:pt>
                <c:pt idx="592">
                  <c:v>246.74299249901304</c:v>
                </c:pt>
                <c:pt idx="593">
                  <c:v>241.72917489143308</c:v>
                </c:pt>
                <c:pt idx="594">
                  <c:v>240.90011843663638</c:v>
                </c:pt>
                <c:pt idx="595">
                  <c:v>243.18989340702723</c:v>
                </c:pt>
                <c:pt idx="596">
                  <c:v>247.96683774180815</c:v>
                </c:pt>
                <c:pt idx="597">
                  <c:v>246.34820371101461</c:v>
                </c:pt>
                <c:pt idx="598">
                  <c:v>245.95341492301617</c:v>
                </c:pt>
                <c:pt idx="599">
                  <c:v>244.41373864982236</c:v>
                </c:pt>
                <c:pt idx="600">
                  <c:v>248.28266877220685</c:v>
                </c:pt>
                <c:pt idx="601">
                  <c:v>249.34859849980259</c:v>
                </c:pt>
                <c:pt idx="602">
                  <c:v>252.54638768258982</c:v>
                </c:pt>
                <c:pt idx="603">
                  <c:v>252.90169759178838</c:v>
                </c:pt>
                <c:pt idx="604">
                  <c:v>255.98105013817607</c:v>
                </c:pt>
                <c:pt idx="605">
                  <c:v>258.90248716936435</c:v>
                </c:pt>
                <c:pt idx="606">
                  <c:v>257.40228977497037</c:v>
                </c:pt>
                <c:pt idx="607">
                  <c:v>259.41571259376235</c:v>
                </c:pt>
                <c:pt idx="608">
                  <c:v>260.95538886695613</c:v>
                </c:pt>
                <c:pt idx="609">
                  <c:v>258.31030398736675</c:v>
                </c:pt>
                <c:pt idx="610">
                  <c:v>257.0864587445717</c:v>
                </c:pt>
                <c:pt idx="611">
                  <c:v>259.494670351362</c:v>
                </c:pt>
                <c:pt idx="612">
                  <c:v>260.44216344255824</c:v>
                </c:pt>
                <c:pt idx="613">
                  <c:v>261.54757204895378</c:v>
                </c:pt>
                <c:pt idx="614">
                  <c:v>259.65258586656137</c:v>
                </c:pt>
                <c:pt idx="615">
                  <c:v>263.75838926174492</c:v>
                </c:pt>
                <c:pt idx="616">
                  <c:v>265.53493880773783</c:v>
                </c:pt>
                <c:pt idx="617">
                  <c:v>267.58784050532961</c:v>
                </c:pt>
                <c:pt idx="618">
                  <c:v>269.36439005132252</c:v>
                </c:pt>
                <c:pt idx="619">
                  <c:v>271.33833399131458</c:v>
                </c:pt>
                <c:pt idx="620">
                  <c:v>268.89064350572443</c:v>
                </c:pt>
                <c:pt idx="621">
                  <c:v>268.49585471772605</c:v>
                </c:pt>
                <c:pt idx="622">
                  <c:v>268.93012238452428</c:v>
                </c:pt>
                <c:pt idx="623">
                  <c:v>264.15317804974336</c:v>
                </c:pt>
                <c:pt idx="624">
                  <c:v>265.7718120805369</c:v>
                </c:pt>
                <c:pt idx="625">
                  <c:v>265.92972759573627</c:v>
                </c:pt>
                <c:pt idx="626">
                  <c:v>263.56099486774576</c:v>
                </c:pt>
                <c:pt idx="627">
                  <c:v>266.08764311093563</c:v>
                </c:pt>
                <c:pt idx="628">
                  <c:v>261.07382550335569</c:v>
                </c:pt>
                <c:pt idx="629">
                  <c:v>262.10027635215158</c:v>
                </c:pt>
                <c:pt idx="630">
                  <c:v>261.90288195815236</c:v>
                </c:pt>
                <c:pt idx="631">
                  <c:v>260.83695223055668</c:v>
                </c:pt>
                <c:pt idx="632">
                  <c:v>258.90248716936435</c:v>
                </c:pt>
                <c:pt idx="633">
                  <c:v>260.71851559415711</c:v>
                </c:pt>
                <c:pt idx="634">
                  <c:v>252.34899328859061</c:v>
                </c:pt>
                <c:pt idx="635">
                  <c:v>261.50809317015393</c:v>
                </c:pt>
                <c:pt idx="636">
                  <c:v>262.92933280694825</c:v>
                </c:pt>
                <c:pt idx="637">
                  <c:v>264.78484011054087</c:v>
                </c:pt>
                <c:pt idx="638">
                  <c:v>265.14015001973945</c:v>
                </c:pt>
                <c:pt idx="639">
                  <c:v>261.82392420055271</c:v>
                </c:pt>
                <c:pt idx="640">
                  <c:v>258.31030398736675</c:v>
                </c:pt>
                <c:pt idx="641">
                  <c:v>252.62534544018948</c:v>
                </c:pt>
                <c:pt idx="642">
                  <c:v>254.67824713778126</c:v>
                </c:pt>
                <c:pt idx="643">
                  <c:v>260.24476904855902</c:v>
                </c:pt>
                <c:pt idx="644">
                  <c:v>260.71851559415711</c:v>
                </c:pt>
                <c:pt idx="645">
                  <c:v>266.08764311093563</c:v>
                </c:pt>
                <c:pt idx="646">
                  <c:v>265.85076983813656</c:v>
                </c:pt>
                <c:pt idx="647">
                  <c:v>264.35057244374258</c:v>
                </c:pt>
                <c:pt idx="648">
                  <c:v>271.69364390051322</c:v>
                </c:pt>
                <c:pt idx="649">
                  <c:v>270.03553099091982</c:v>
                </c:pt>
                <c:pt idx="650">
                  <c:v>266.04816423213578</c:v>
                </c:pt>
                <c:pt idx="651">
                  <c:v>271.21989735491508</c:v>
                </c:pt>
                <c:pt idx="652">
                  <c:v>274.73351756810104</c:v>
                </c:pt>
                <c:pt idx="653">
                  <c:v>274.259771022503</c:v>
                </c:pt>
                <c:pt idx="654">
                  <c:v>275.32570075009863</c:v>
                </c:pt>
                <c:pt idx="655">
                  <c:v>275.32570075009863</c:v>
                </c:pt>
                <c:pt idx="656">
                  <c:v>275.32570075009863</c:v>
                </c:pt>
                <c:pt idx="657">
                  <c:v>276.98381365969203</c:v>
                </c:pt>
                <c:pt idx="658">
                  <c:v>278.24713778128699</c:v>
                </c:pt>
                <c:pt idx="659">
                  <c:v>281.08961705487559</c:v>
                </c:pt>
                <c:pt idx="660">
                  <c:v>280.22108172127906</c:v>
                </c:pt>
                <c:pt idx="661">
                  <c:v>274.33872878010266</c:v>
                </c:pt>
                <c:pt idx="662">
                  <c:v>272.6016581129096</c:v>
                </c:pt>
                <c:pt idx="663">
                  <c:v>258.54717726016577</c:v>
                </c:pt>
                <c:pt idx="664">
                  <c:v>242.0450059218318</c:v>
                </c:pt>
                <c:pt idx="665">
                  <c:v>244.76904855902092</c:v>
                </c:pt>
                <c:pt idx="666">
                  <c:v>251.32254243979472</c:v>
                </c:pt>
                <c:pt idx="667">
                  <c:v>246.46664034741411</c:v>
                </c:pt>
                <c:pt idx="668">
                  <c:v>245.59810501381762</c:v>
                </c:pt>
                <c:pt idx="669">
                  <c:v>245.4007106198184</c:v>
                </c:pt>
                <c:pt idx="670">
                  <c:v>245.99289380181602</c:v>
                </c:pt>
                <c:pt idx="671">
                  <c:v>246.74299249901304</c:v>
                </c:pt>
                <c:pt idx="672">
                  <c:v>247.45361231741018</c:v>
                </c:pt>
                <c:pt idx="673">
                  <c:v>255.34938807737859</c:v>
                </c:pt>
                <c:pt idx="674">
                  <c:v>255.4283458349783</c:v>
                </c:pt>
                <c:pt idx="675">
                  <c:v>250.65140150019735</c:v>
                </c:pt>
                <c:pt idx="676">
                  <c:v>256.09948677457561</c:v>
                </c:pt>
                <c:pt idx="677">
                  <c:v>257.79707856296881</c:v>
                </c:pt>
                <c:pt idx="678">
                  <c:v>256.09948677457561</c:v>
                </c:pt>
                <c:pt idx="679">
                  <c:v>259.9289380181603</c:v>
                </c:pt>
                <c:pt idx="680">
                  <c:v>261.94236083695222</c:v>
                </c:pt>
                <c:pt idx="681">
                  <c:v>259.3762337149625</c:v>
                </c:pt>
                <c:pt idx="682">
                  <c:v>255.34938807737859</c:v>
                </c:pt>
                <c:pt idx="683">
                  <c:v>245.24279510461903</c:v>
                </c:pt>
                <c:pt idx="684">
                  <c:v>247.92735886300829</c:v>
                </c:pt>
                <c:pt idx="685">
                  <c:v>249.11172522700355</c:v>
                </c:pt>
                <c:pt idx="686">
                  <c:v>244.25582313462297</c:v>
                </c:pt>
                <c:pt idx="687">
                  <c:v>251.08566916699564</c:v>
                </c:pt>
                <c:pt idx="688">
                  <c:v>253.96762731938409</c:v>
                </c:pt>
                <c:pt idx="689">
                  <c:v>258.2313462297671</c:v>
                </c:pt>
                <c:pt idx="690">
                  <c:v>253.80971180418476</c:v>
                </c:pt>
                <c:pt idx="691">
                  <c:v>251.67785234899327</c:v>
                </c:pt>
                <c:pt idx="692">
                  <c:v>243.93999210422425</c:v>
                </c:pt>
                <c:pt idx="693">
                  <c:v>246.94038689301223</c:v>
                </c:pt>
                <c:pt idx="694">
                  <c:v>244.80852743782074</c:v>
                </c:pt>
                <c:pt idx="695">
                  <c:v>248.71693643900511</c:v>
                </c:pt>
                <c:pt idx="696">
                  <c:v>245.20331622581918</c:v>
                </c:pt>
                <c:pt idx="697">
                  <c:v>249.70390840900117</c:v>
                </c:pt>
                <c:pt idx="698">
                  <c:v>246.6640347414133</c:v>
                </c:pt>
                <c:pt idx="699">
                  <c:v>251.8357678641926</c:v>
                </c:pt>
                <c:pt idx="700">
                  <c:v>247.80892222660876</c:v>
                </c:pt>
                <c:pt idx="701">
                  <c:v>249.38807737860245</c:v>
                </c:pt>
                <c:pt idx="702">
                  <c:v>250.25661271219897</c:v>
                </c:pt>
                <c:pt idx="703">
                  <c:v>258.15238847216733</c:v>
                </c:pt>
                <c:pt idx="704">
                  <c:v>263.4030793525464</c:v>
                </c:pt>
                <c:pt idx="705">
                  <c:v>262.45558626135016</c:v>
                </c:pt>
                <c:pt idx="706">
                  <c:v>256.61271219897355</c:v>
                </c:pt>
                <c:pt idx="707">
                  <c:v>255.03355704697987</c:v>
                </c:pt>
                <c:pt idx="708">
                  <c:v>259.02092380576391</c:v>
                </c:pt>
                <c:pt idx="709">
                  <c:v>260.44216344255824</c:v>
                </c:pt>
                <c:pt idx="710">
                  <c:v>263.4425582313462</c:v>
                </c:pt>
                <c:pt idx="711">
                  <c:v>260.48164232135804</c:v>
                </c:pt>
                <c:pt idx="712">
                  <c:v>262.53454401894987</c:v>
                </c:pt>
                <c:pt idx="713">
                  <c:v>262.25819186735094</c:v>
                </c:pt>
                <c:pt idx="714">
                  <c:v>265.17962889853931</c:v>
                </c:pt>
                <c:pt idx="715">
                  <c:v>267.35096723253065</c:v>
                </c:pt>
                <c:pt idx="716">
                  <c:v>269.79865771812081</c:v>
                </c:pt>
                <c:pt idx="717">
                  <c:v>270.35136202131855</c:v>
                </c:pt>
                <c:pt idx="718">
                  <c:v>269.44334780892223</c:v>
                </c:pt>
                <c:pt idx="719">
                  <c:v>273.39123568890642</c:v>
                </c:pt>
                <c:pt idx="720">
                  <c:v>279.86577181208048</c:v>
                </c:pt>
                <c:pt idx="721">
                  <c:v>279.27358863008288</c:v>
                </c:pt>
                <c:pt idx="722">
                  <c:v>279.23410975128303</c:v>
                </c:pt>
                <c:pt idx="723">
                  <c:v>275.79944729569678</c:v>
                </c:pt>
                <c:pt idx="724">
                  <c:v>278.48401105408607</c:v>
                </c:pt>
                <c:pt idx="725">
                  <c:v>285.39281484405842</c:v>
                </c:pt>
                <c:pt idx="726">
                  <c:v>284.56375838926175</c:v>
                </c:pt>
                <c:pt idx="727">
                  <c:v>288.07737860244771</c:v>
                </c:pt>
                <c:pt idx="728">
                  <c:v>286.65613896565338</c:v>
                </c:pt>
                <c:pt idx="729">
                  <c:v>287.60363205684956</c:v>
                </c:pt>
                <c:pt idx="730">
                  <c:v>289.57757599684169</c:v>
                </c:pt>
                <c:pt idx="731">
                  <c:v>287.52467429924991</c:v>
                </c:pt>
                <c:pt idx="732">
                  <c:v>283.49782866166601</c:v>
                </c:pt>
                <c:pt idx="733">
                  <c:v>286.65613896565338</c:v>
                </c:pt>
                <c:pt idx="734">
                  <c:v>290.05132254243978</c:v>
                </c:pt>
                <c:pt idx="735">
                  <c:v>273.1938412949072</c:v>
                </c:pt>
                <c:pt idx="736">
                  <c:v>275.24674299249898</c:v>
                </c:pt>
                <c:pt idx="737">
                  <c:v>271.06198183971577</c:v>
                </c:pt>
                <c:pt idx="738">
                  <c:v>275.36517962889855</c:v>
                </c:pt>
                <c:pt idx="739">
                  <c:v>271.06198183971577</c:v>
                </c:pt>
                <c:pt idx="740">
                  <c:v>270.43031977891826</c:v>
                </c:pt>
                <c:pt idx="741">
                  <c:v>272.44374259771018</c:v>
                </c:pt>
                <c:pt idx="742">
                  <c:v>286.22187129885509</c:v>
                </c:pt>
                <c:pt idx="743">
                  <c:v>282.15554678247139</c:v>
                </c:pt>
                <c:pt idx="744">
                  <c:v>282.2739834188709</c:v>
                </c:pt>
                <c:pt idx="745">
                  <c:v>280.30003947887877</c:v>
                </c:pt>
                <c:pt idx="746">
                  <c:v>279.90525069088034</c:v>
                </c:pt>
                <c:pt idx="747">
                  <c:v>276.98381365969203</c:v>
                </c:pt>
                <c:pt idx="748">
                  <c:v>281.05013817607573</c:v>
                </c:pt>
                <c:pt idx="749">
                  <c:v>281.60284247927353</c:v>
                </c:pt>
                <c:pt idx="750">
                  <c:v>275.9573628108962</c:v>
                </c:pt>
                <c:pt idx="751">
                  <c:v>275.48361626529805</c:v>
                </c:pt>
                <c:pt idx="752">
                  <c:v>276.94433478089218</c:v>
                </c:pt>
                <c:pt idx="753">
                  <c:v>282.43189893407026</c:v>
                </c:pt>
                <c:pt idx="754">
                  <c:v>285.03750493485984</c:v>
                </c:pt>
                <c:pt idx="755">
                  <c:v>286.73509672325304</c:v>
                </c:pt>
                <c:pt idx="756">
                  <c:v>288.51164626924589</c:v>
                </c:pt>
                <c:pt idx="757">
                  <c:v>287.36675878405049</c:v>
                </c:pt>
                <c:pt idx="758">
                  <c:v>288.19581523884722</c:v>
                </c:pt>
                <c:pt idx="759">
                  <c:v>288.59060402684565</c:v>
                </c:pt>
                <c:pt idx="760">
                  <c:v>293.7228582708251</c:v>
                </c:pt>
                <c:pt idx="761">
                  <c:v>299.24990130280298</c:v>
                </c:pt>
                <c:pt idx="762">
                  <c:v>287.05092775365182</c:v>
                </c:pt>
                <c:pt idx="763">
                  <c:v>282.58981444926962</c:v>
                </c:pt>
                <c:pt idx="764">
                  <c:v>277.41808132649032</c:v>
                </c:pt>
                <c:pt idx="765">
                  <c:v>280.30003947887877</c:v>
                </c:pt>
                <c:pt idx="766">
                  <c:v>279.78681405448083</c:v>
                </c:pt>
                <c:pt idx="767">
                  <c:v>272.40426371891033</c:v>
                </c:pt>
                <c:pt idx="768">
                  <c:v>266.64034741413343</c:v>
                </c:pt>
                <c:pt idx="769">
                  <c:v>270.98302408211606</c:v>
                </c:pt>
                <c:pt idx="770">
                  <c:v>265.69285432293725</c:v>
                </c:pt>
                <c:pt idx="771">
                  <c:v>275.44413738649826</c:v>
                </c:pt>
                <c:pt idx="772">
                  <c:v>277.89182787208841</c:v>
                </c:pt>
                <c:pt idx="773">
                  <c:v>275.24674299249898</c:v>
                </c:pt>
                <c:pt idx="774">
                  <c:v>261.66600868535335</c:v>
                </c:pt>
                <c:pt idx="775">
                  <c:v>263.32412159494669</c:v>
                </c:pt>
                <c:pt idx="776">
                  <c:v>269.87761547572052</c:v>
                </c:pt>
                <c:pt idx="777">
                  <c:v>273.98341887090407</c:v>
                </c:pt>
                <c:pt idx="778">
                  <c:v>282.8266877220687</c:v>
                </c:pt>
                <c:pt idx="779">
                  <c:v>285.27437820765891</c:v>
                </c:pt>
                <c:pt idx="780">
                  <c:v>289.06435057244374</c:v>
                </c:pt>
                <c:pt idx="781">
                  <c:v>287.91946308724829</c:v>
                </c:pt>
                <c:pt idx="782">
                  <c:v>280.97118041847608</c:v>
                </c:pt>
                <c:pt idx="783">
                  <c:v>278.76036320568494</c:v>
                </c:pt>
                <c:pt idx="784">
                  <c:v>282.70825108566913</c:v>
                </c:pt>
                <c:pt idx="785">
                  <c:v>278.76036320568494</c:v>
                </c:pt>
                <c:pt idx="786">
                  <c:v>282.90564547966841</c:v>
                </c:pt>
                <c:pt idx="787">
                  <c:v>278.79984208448485</c:v>
                </c:pt>
                <c:pt idx="788">
                  <c:v>270.43031977891826</c:v>
                </c:pt>
                <c:pt idx="789">
                  <c:v>264.508487958942</c:v>
                </c:pt>
                <c:pt idx="790">
                  <c:v>273.98341887090407</c:v>
                </c:pt>
                <c:pt idx="791">
                  <c:v>271.45677062771421</c:v>
                </c:pt>
                <c:pt idx="792">
                  <c:v>270.07500986971968</c:v>
                </c:pt>
                <c:pt idx="793">
                  <c:v>270.94354520331621</c:v>
                </c:pt>
                <c:pt idx="794">
                  <c:v>265.37702329253847</c:v>
                </c:pt>
                <c:pt idx="795">
                  <c:v>264.19265692854322</c:v>
                </c:pt>
                <c:pt idx="796">
                  <c:v>262.8503750493486</c:v>
                </c:pt>
                <c:pt idx="797">
                  <c:v>251.04619028819579</c:v>
                </c:pt>
                <c:pt idx="798">
                  <c:v>263.16620607974733</c:v>
                </c:pt>
                <c:pt idx="799">
                  <c:v>260.52112120015789</c:v>
                </c:pt>
                <c:pt idx="800">
                  <c:v>247.05882352941174</c:v>
                </c:pt>
                <c:pt idx="801">
                  <c:v>251.87524674299252</c:v>
                </c:pt>
                <c:pt idx="802">
                  <c:v>243.742597710225</c:v>
                </c:pt>
                <c:pt idx="803">
                  <c:v>228.10896170548753</c:v>
                </c:pt>
                <c:pt idx="804">
                  <c:v>224.16107382550331</c:v>
                </c:pt>
                <c:pt idx="805">
                  <c:v>217.1733122779313</c:v>
                </c:pt>
                <c:pt idx="806">
                  <c:v>237.89972364784839</c:v>
                </c:pt>
                <c:pt idx="807">
                  <c:v>232.09632846427161</c:v>
                </c:pt>
                <c:pt idx="808">
                  <c:v>234.85984998026055</c:v>
                </c:pt>
                <c:pt idx="809">
                  <c:v>236.36004737465456</c:v>
                </c:pt>
                <c:pt idx="810">
                  <c:v>232.92538491906828</c:v>
                </c:pt>
                <c:pt idx="811">
                  <c:v>248.28266877220685</c:v>
                </c:pt>
                <c:pt idx="812">
                  <c:v>248.63797868140543</c:v>
                </c:pt>
                <c:pt idx="813">
                  <c:v>252.42795104619026</c:v>
                </c:pt>
                <c:pt idx="814">
                  <c:v>249.98026056060007</c:v>
                </c:pt>
                <c:pt idx="815">
                  <c:v>254.20450059218319</c:v>
                </c:pt>
                <c:pt idx="816">
                  <c:v>246.46664034741411</c:v>
                </c:pt>
                <c:pt idx="817">
                  <c:v>246.62455586261351</c:v>
                </c:pt>
                <c:pt idx="818">
                  <c:v>247.13778128701142</c:v>
                </c:pt>
                <c:pt idx="819">
                  <c:v>250.96723253059614</c:v>
                </c:pt>
                <c:pt idx="820">
                  <c:v>265.2191077773391</c:v>
                </c:pt>
                <c:pt idx="821">
                  <c:v>260.75799447295697</c:v>
                </c:pt>
                <c:pt idx="822">
                  <c:v>256.37583892617448</c:v>
                </c:pt>
                <c:pt idx="823">
                  <c:v>256.45479668377419</c:v>
                </c:pt>
                <c:pt idx="824">
                  <c:v>262.10027635215158</c:v>
                </c:pt>
                <c:pt idx="825">
                  <c:v>260.91590998815633</c:v>
                </c:pt>
                <c:pt idx="826">
                  <c:v>251.16462692459532</c:v>
                </c:pt>
                <c:pt idx="827">
                  <c:v>246.34820371101461</c:v>
                </c:pt>
                <c:pt idx="828">
                  <c:v>249.38807737860245</c:v>
                </c:pt>
                <c:pt idx="829">
                  <c:v>244.72956968022106</c:v>
                </c:pt>
                <c:pt idx="830">
                  <c:v>249.07224634820372</c:v>
                </c:pt>
                <c:pt idx="831">
                  <c:v>250.33557046979865</c:v>
                </c:pt>
                <c:pt idx="832">
                  <c:v>252.66482431898933</c:v>
                </c:pt>
                <c:pt idx="833">
                  <c:v>250.33557046979865</c:v>
                </c:pt>
                <c:pt idx="834">
                  <c:v>253.57283853138566</c:v>
                </c:pt>
                <c:pt idx="835">
                  <c:v>257.95499407816817</c:v>
                </c:pt>
                <c:pt idx="836">
                  <c:v>252.50690880379</c:v>
                </c:pt>
                <c:pt idx="837">
                  <c:v>243.03197789182786</c:v>
                </c:pt>
                <c:pt idx="838">
                  <c:v>239.75523095144092</c:v>
                </c:pt>
                <c:pt idx="839">
                  <c:v>243.4267666798263</c:v>
                </c:pt>
                <c:pt idx="840">
                  <c:v>243.66363995262535</c:v>
                </c:pt>
                <c:pt idx="841">
                  <c:v>244.5716541650217</c:v>
                </c:pt>
                <c:pt idx="842">
                  <c:v>239.47887879984208</c:v>
                </c:pt>
                <c:pt idx="843">
                  <c:v>237.07066719305172</c:v>
                </c:pt>
                <c:pt idx="844">
                  <c:v>234.22818791946307</c:v>
                </c:pt>
                <c:pt idx="845">
                  <c:v>226.60876431109352</c:v>
                </c:pt>
                <c:pt idx="846">
                  <c:v>221.83181997631266</c:v>
                </c:pt>
                <c:pt idx="847">
                  <c:v>214.21239636794317</c:v>
                </c:pt>
                <c:pt idx="848">
                  <c:v>216.93643900513226</c:v>
                </c:pt>
                <c:pt idx="849">
                  <c:v>226.21397552309514</c:v>
                </c:pt>
                <c:pt idx="850">
                  <c:v>223.21358073430716</c:v>
                </c:pt>
                <c:pt idx="851">
                  <c:v>229.490722463482</c:v>
                </c:pt>
                <c:pt idx="852">
                  <c:v>227.00355309909196</c:v>
                </c:pt>
                <c:pt idx="853">
                  <c:v>232.96486379786816</c:v>
                </c:pt>
                <c:pt idx="854">
                  <c:v>228.38531385708646</c:v>
                </c:pt>
                <c:pt idx="855">
                  <c:v>224.43742597710227</c:v>
                </c:pt>
                <c:pt idx="856">
                  <c:v>219.73943939992103</c:v>
                </c:pt>
                <c:pt idx="857">
                  <c:v>221.43703118831422</c:v>
                </c:pt>
                <c:pt idx="858">
                  <c:v>217.84445321752858</c:v>
                </c:pt>
                <c:pt idx="859">
                  <c:v>217.52862218712988</c:v>
                </c:pt>
                <c:pt idx="860">
                  <c:v>225.50335570469801</c:v>
                </c:pt>
                <c:pt idx="861">
                  <c:v>234.26766679826292</c:v>
                </c:pt>
                <c:pt idx="862">
                  <c:v>240.26845637583892</c:v>
                </c:pt>
                <c:pt idx="863">
                  <c:v>235.76786419265693</c:v>
                </c:pt>
                <c:pt idx="864">
                  <c:v>236.00473746545595</c:v>
                </c:pt>
                <c:pt idx="865">
                  <c:v>240.0710619818397</c:v>
                </c:pt>
                <c:pt idx="866">
                  <c:v>240.46585076983814</c:v>
                </c:pt>
                <c:pt idx="867">
                  <c:v>242.3213580734307</c:v>
                </c:pt>
                <c:pt idx="868">
                  <c:v>240.18949861823921</c:v>
                </c:pt>
                <c:pt idx="869">
                  <c:v>237.54441373864984</c:v>
                </c:pt>
                <c:pt idx="870">
                  <c:v>231.9778918278721</c:v>
                </c:pt>
                <c:pt idx="871">
                  <c:v>226.17449664429529</c:v>
                </c:pt>
                <c:pt idx="872">
                  <c:v>217.13383339913145</c:v>
                </c:pt>
                <c:pt idx="873">
                  <c:v>214.76510067114094</c:v>
                </c:pt>
                <c:pt idx="874">
                  <c:v>217.84445321752858</c:v>
                </c:pt>
                <c:pt idx="875">
                  <c:v>212.94907224634821</c:v>
                </c:pt>
                <c:pt idx="876">
                  <c:v>215.04145282273984</c:v>
                </c:pt>
                <c:pt idx="877">
                  <c:v>214.17291748914332</c:v>
                </c:pt>
                <c:pt idx="878">
                  <c:v>218.51559415712592</c:v>
                </c:pt>
                <c:pt idx="879">
                  <c:v>217.80497433872878</c:v>
                </c:pt>
                <c:pt idx="880">
                  <c:v>223.4504540071062</c:v>
                </c:pt>
                <c:pt idx="881">
                  <c:v>231.89893407027239</c:v>
                </c:pt>
                <c:pt idx="882">
                  <c:v>229.05645479668379</c:v>
                </c:pt>
                <c:pt idx="883">
                  <c:v>232.57007500986973</c:v>
                </c:pt>
                <c:pt idx="884">
                  <c:v>232.53059613106987</c:v>
                </c:pt>
                <c:pt idx="885">
                  <c:v>229.64863797868142</c:v>
                </c:pt>
                <c:pt idx="886">
                  <c:v>228.97749703908408</c:v>
                </c:pt>
                <c:pt idx="887">
                  <c:v>231.06987761547569</c:v>
                </c:pt>
                <c:pt idx="888">
                  <c:v>225.81918673509671</c:v>
                </c:pt>
                <c:pt idx="889">
                  <c:v>235.92577970785632</c:v>
                </c:pt>
                <c:pt idx="890">
                  <c:v>239.87366758784052</c:v>
                </c:pt>
                <c:pt idx="891">
                  <c:v>239.59731543624159</c:v>
                </c:pt>
                <c:pt idx="892">
                  <c:v>238.57086458744567</c:v>
                </c:pt>
                <c:pt idx="893">
                  <c:v>241.09751283063562</c:v>
                </c:pt>
                <c:pt idx="894">
                  <c:v>239.32096328464274</c:v>
                </c:pt>
                <c:pt idx="895">
                  <c:v>239.3999210422424</c:v>
                </c:pt>
                <c:pt idx="896">
                  <c:v>240.18949861823921</c:v>
                </c:pt>
                <c:pt idx="897">
                  <c:v>242.51875246742989</c:v>
                </c:pt>
                <c:pt idx="898">
                  <c:v>247.96683774180815</c:v>
                </c:pt>
                <c:pt idx="899">
                  <c:v>247.01934465061191</c:v>
                </c:pt>
                <c:pt idx="900">
                  <c:v>250.01973943939987</c:v>
                </c:pt>
                <c:pt idx="901">
                  <c:v>250.5724437425977</c:v>
                </c:pt>
                <c:pt idx="902">
                  <c:v>251.63837347019341</c:v>
                </c:pt>
                <c:pt idx="903">
                  <c:v>246.82195025661272</c:v>
                </c:pt>
                <c:pt idx="904">
                  <c:v>251.08566916699564</c:v>
                </c:pt>
                <c:pt idx="905">
                  <c:v>261.70548756415315</c:v>
                </c:pt>
                <c:pt idx="906">
                  <c:v>266.48243189893407</c:v>
                </c:pt>
                <c:pt idx="907">
                  <c:v>271.73312277931302</c:v>
                </c:pt>
                <c:pt idx="908">
                  <c:v>268.06158705092776</c:v>
                </c:pt>
                <c:pt idx="909">
                  <c:v>270.66719305171733</c:v>
                </c:pt>
                <c:pt idx="910">
                  <c:v>273.58863008290564</c:v>
                </c:pt>
                <c:pt idx="911">
                  <c:v>269.32491117252272</c:v>
                </c:pt>
                <c:pt idx="912">
                  <c:v>272.0489538097118</c:v>
                </c:pt>
                <c:pt idx="913">
                  <c:v>268.25898144492697</c:v>
                </c:pt>
                <c:pt idx="914">
                  <c:v>272.40426371891033</c:v>
                </c:pt>
                <c:pt idx="915">
                  <c:v>273.82550335570471</c:v>
                </c:pt>
                <c:pt idx="916">
                  <c:v>274.18081326490324</c:v>
                </c:pt>
                <c:pt idx="917">
                  <c:v>275.91788393209629</c:v>
                </c:pt>
                <c:pt idx="918">
                  <c:v>276.51006711409394</c:v>
                </c:pt>
                <c:pt idx="919">
                  <c:v>279.07619423608367</c:v>
                </c:pt>
                <c:pt idx="920">
                  <c:v>275.68101065929727</c:v>
                </c:pt>
                <c:pt idx="921">
                  <c:v>269.48282668772208</c:v>
                </c:pt>
                <c:pt idx="922">
                  <c:v>268.37741808132643</c:v>
                </c:pt>
                <c:pt idx="923">
                  <c:v>271.14093959731542</c:v>
                </c:pt>
                <c:pt idx="924">
                  <c:v>271.496249506514</c:v>
                </c:pt>
                <c:pt idx="925">
                  <c:v>264.11369917094356</c:v>
                </c:pt>
                <c:pt idx="926">
                  <c:v>261.70548756415315</c:v>
                </c:pt>
                <c:pt idx="927">
                  <c:v>261.27121989735491</c:v>
                </c:pt>
                <c:pt idx="928">
                  <c:v>255.62574022897749</c:v>
                </c:pt>
                <c:pt idx="929">
                  <c:v>249.82234504540068</c:v>
                </c:pt>
                <c:pt idx="930">
                  <c:v>254.48085274378207</c:v>
                </c:pt>
                <c:pt idx="931">
                  <c:v>250.69088037899721</c:v>
                </c:pt>
                <c:pt idx="932">
                  <c:v>251.91472562179234</c:v>
                </c:pt>
                <c:pt idx="933">
                  <c:v>253.2175286221871</c:v>
                </c:pt>
                <c:pt idx="934">
                  <c:v>254.04658507698377</c:v>
                </c:pt>
                <c:pt idx="935">
                  <c:v>257.52072641136988</c:v>
                </c:pt>
                <c:pt idx="936">
                  <c:v>260.12633241215946</c:v>
                </c:pt>
                <c:pt idx="937">
                  <c:v>256.96802210817208</c:v>
                </c:pt>
                <c:pt idx="938">
                  <c:v>258.27082510856695</c:v>
                </c:pt>
                <c:pt idx="939">
                  <c:v>253.2175286221871</c:v>
                </c:pt>
                <c:pt idx="940">
                  <c:v>252.46742992499014</c:v>
                </c:pt>
                <c:pt idx="941">
                  <c:v>253.05961310698777</c:v>
                </c:pt>
                <c:pt idx="942">
                  <c:v>250.29609159099883</c:v>
                </c:pt>
                <c:pt idx="943">
                  <c:v>254.08606395578363</c:v>
                </c:pt>
                <c:pt idx="944">
                  <c:v>246.70351362021313</c:v>
                </c:pt>
                <c:pt idx="945">
                  <c:v>238.13659692064749</c:v>
                </c:pt>
                <c:pt idx="946">
                  <c:v>239.55783655744173</c:v>
                </c:pt>
                <c:pt idx="947">
                  <c:v>238.53138570864587</c:v>
                </c:pt>
                <c:pt idx="948">
                  <c:v>242.08448480063166</c:v>
                </c:pt>
                <c:pt idx="949">
                  <c:v>240.03158310303988</c:v>
                </c:pt>
                <c:pt idx="950">
                  <c:v>240.97907619423609</c:v>
                </c:pt>
                <c:pt idx="951">
                  <c:v>240.03158310303988</c:v>
                </c:pt>
                <c:pt idx="952">
                  <c:v>255.34938807737859</c:v>
                </c:pt>
                <c:pt idx="953">
                  <c:v>251.59889459139356</c:v>
                </c:pt>
                <c:pt idx="954">
                  <c:v>250.73035925779709</c:v>
                </c:pt>
                <c:pt idx="955">
                  <c:v>244.05842874062378</c:v>
                </c:pt>
                <c:pt idx="956">
                  <c:v>241.01855507303594</c:v>
                </c:pt>
                <c:pt idx="957">
                  <c:v>241.01855507303594</c:v>
                </c:pt>
                <c:pt idx="958">
                  <c:v>245.51914725621788</c:v>
                </c:pt>
                <c:pt idx="959">
                  <c:v>243.78207658902485</c:v>
                </c:pt>
                <c:pt idx="960">
                  <c:v>246.82195025661272</c:v>
                </c:pt>
                <c:pt idx="961">
                  <c:v>251.75681010659298</c:v>
                </c:pt>
                <c:pt idx="962">
                  <c:v>251.1251480457955</c:v>
                </c:pt>
                <c:pt idx="963">
                  <c:v>246.74299249901304</c:v>
                </c:pt>
                <c:pt idx="964">
                  <c:v>250.29609159099883</c:v>
                </c:pt>
                <c:pt idx="965">
                  <c:v>249.30911962100276</c:v>
                </c:pt>
                <c:pt idx="966">
                  <c:v>251.04619028819579</c:v>
                </c:pt>
                <c:pt idx="967">
                  <c:v>259.77102250296088</c:v>
                </c:pt>
                <c:pt idx="968">
                  <c:v>261.744966442953</c:v>
                </c:pt>
                <c:pt idx="969">
                  <c:v>258.74457165416504</c:v>
                </c:pt>
                <c:pt idx="970">
                  <c:v>256.33636004737463</c:v>
                </c:pt>
                <c:pt idx="971">
                  <c:v>252.2700355309909</c:v>
                </c:pt>
                <c:pt idx="972">
                  <c:v>256.92854322937222</c:v>
                </c:pt>
                <c:pt idx="973">
                  <c:v>251.36202131859457</c:v>
                </c:pt>
                <c:pt idx="974">
                  <c:v>248.71693643900511</c:v>
                </c:pt>
                <c:pt idx="975">
                  <c:v>263.00829056454796</c:v>
                </c:pt>
                <c:pt idx="976">
                  <c:v>258.98144492696406</c:v>
                </c:pt>
                <c:pt idx="977">
                  <c:v>259.57362810896171</c:v>
                </c:pt>
                <c:pt idx="978">
                  <c:v>259.77102250296088</c:v>
                </c:pt>
                <c:pt idx="979">
                  <c:v>271.14093959731542</c:v>
                </c:pt>
                <c:pt idx="980">
                  <c:v>278.79984208448485</c:v>
                </c:pt>
                <c:pt idx="981">
                  <c:v>276.62850375049351</c:v>
                </c:pt>
                <c:pt idx="982">
                  <c:v>278.01026450848798</c:v>
                </c:pt>
                <c:pt idx="983">
                  <c:v>275.79944729569678</c:v>
                </c:pt>
                <c:pt idx="984">
                  <c:v>275.08882747729962</c:v>
                </c:pt>
                <c:pt idx="985">
                  <c:v>275.64153178049742</c:v>
                </c:pt>
                <c:pt idx="986">
                  <c:v>276.07579944729565</c:v>
                </c:pt>
                <c:pt idx="987">
                  <c:v>275.52309514409791</c:v>
                </c:pt>
                <c:pt idx="988">
                  <c:v>277.1022502960916</c:v>
                </c:pt>
                <c:pt idx="989">
                  <c:v>277.22068693249116</c:v>
                </c:pt>
                <c:pt idx="990">
                  <c:v>276.43110935649429</c:v>
                </c:pt>
                <c:pt idx="991">
                  <c:v>275.83892617449663</c:v>
                </c:pt>
                <c:pt idx="992">
                  <c:v>277.14172917489145</c:v>
                </c:pt>
                <c:pt idx="993">
                  <c:v>291.07777339123567</c:v>
                </c:pt>
                <c:pt idx="994">
                  <c:v>284.6427161468614</c:v>
                </c:pt>
                <c:pt idx="995">
                  <c:v>282.39242005527041</c:v>
                </c:pt>
                <c:pt idx="996">
                  <c:v>282.07658902487168</c:v>
                </c:pt>
                <c:pt idx="997">
                  <c:v>281.95815238847217</c:v>
                </c:pt>
                <c:pt idx="998">
                  <c:v>281.40544808527437</c:v>
                </c:pt>
                <c:pt idx="999">
                  <c:v>283.85313857086459</c:v>
                </c:pt>
                <c:pt idx="1000">
                  <c:v>284.36636399526247</c:v>
                </c:pt>
                <c:pt idx="1001">
                  <c:v>282.74772996446899</c:v>
                </c:pt>
                <c:pt idx="1002">
                  <c:v>286.89301223845246</c:v>
                </c:pt>
                <c:pt idx="1003">
                  <c:v>287.16936439005127</c:v>
                </c:pt>
                <c:pt idx="1004">
                  <c:v>276.98381365969203</c:v>
                </c:pt>
                <c:pt idx="1005">
                  <c:v>273.90446111330436</c:v>
                </c:pt>
                <c:pt idx="1006">
                  <c:v>271.33833399131458</c:v>
                </c:pt>
                <c:pt idx="1007">
                  <c:v>269.60126332412153</c:v>
                </c:pt>
                <c:pt idx="1008">
                  <c:v>272.99644690090798</c:v>
                </c:pt>
                <c:pt idx="1009">
                  <c:v>270.03553099091982</c:v>
                </c:pt>
                <c:pt idx="1010">
                  <c:v>266.00868535333592</c:v>
                </c:pt>
                <c:pt idx="1011">
                  <c:v>272.48322147651004</c:v>
                </c:pt>
                <c:pt idx="1012">
                  <c:v>271.06198183971577</c:v>
                </c:pt>
                <c:pt idx="1013">
                  <c:v>274.97039084090011</c:v>
                </c:pt>
                <c:pt idx="1014">
                  <c:v>268.41689696012628</c:v>
                </c:pt>
                <c:pt idx="1015">
                  <c:v>274.02289774970387</c:v>
                </c:pt>
                <c:pt idx="1016">
                  <c:v>277.45756020529012</c:v>
                </c:pt>
                <c:pt idx="1017">
                  <c:v>291.35412554283454</c:v>
                </c:pt>
                <c:pt idx="1018">
                  <c:v>287.56415317804971</c:v>
                </c:pt>
                <c:pt idx="1019">
                  <c:v>295.61784445321751</c:v>
                </c:pt>
                <c:pt idx="1020">
                  <c:v>299.88156336360043</c:v>
                </c:pt>
                <c:pt idx="1021">
                  <c:v>298.57876036320567</c:v>
                </c:pt>
                <c:pt idx="1022">
                  <c:v>304.89538097118037</c:v>
                </c:pt>
                <c:pt idx="1023">
                  <c:v>305.44808527437823</c:v>
                </c:pt>
                <c:pt idx="1024">
                  <c:v>310.02763521515988</c:v>
                </c:pt>
                <c:pt idx="1025">
                  <c:v>312.94907224634818</c:v>
                </c:pt>
                <c:pt idx="1026">
                  <c:v>314.80457954994074</c:v>
                </c:pt>
                <c:pt idx="1027">
                  <c:v>316.58112909593365</c:v>
                </c:pt>
                <c:pt idx="1028">
                  <c:v>306.59297275957363</c:v>
                </c:pt>
                <c:pt idx="1029">
                  <c:v>309.04066324516378</c:v>
                </c:pt>
                <c:pt idx="1030">
                  <c:v>311.13304382155548</c:v>
                </c:pt>
                <c:pt idx="1031">
                  <c:v>313.77812870114485</c:v>
                </c:pt>
                <c:pt idx="1032">
                  <c:v>312.79115673114882</c:v>
                </c:pt>
                <c:pt idx="1033">
                  <c:v>316.46269245953414</c:v>
                </c:pt>
                <c:pt idx="1034">
                  <c:v>316.22581918673507</c:v>
                </c:pt>
                <c:pt idx="1035">
                  <c:v>315.35728385313854</c:v>
                </c:pt>
                <c:pt idx="1036">
                  <c:v>315.83103039873663</c:v>
                </c:pt>
                <c:pt idx="1037">
                  <c:v>314.05448085274378</c:v>
                </c:pt>
                <c:pt idx="1038">
                  <c:v>319.4236083695223</c:v>
                </c:pt>
                <c:pt idx="1039">
                  <c:v>327.43782076589019</c:v>
                </c:pt>
                <c:pt idx="1040">
                  <c:v>321.43703118831428</c:v>
                </c:pt>
                <c:pt idx="1041">
                  <c:v>318.75246742992493</c:v>
                </c:pt>
                <c:pt idx="1042">
                  <c:v>315.87050927753648</c:v>
                </c:pt>
                <c:pt idx="1043">
                  <c:v>319.46308724832215</c:v>
                </c:pt>
                <c:pt idx="1044">
                  <c:v>314.88353730754045</c:v>
                </c:pt>
                <c:pt idx="1045">
                  <c:v>319.89735491512039</c:v>
                </c:pt>
                <c:pt idx="1046">
                  <c:v>319.97631267272004</c:v>
                </c:pt>
                <c:pt idx="1047">
                  <c:v>324.75325700750102</c:v>
                </c:pt>
                <c:pt idx="1048">
                  <c:v>325.02960915909983</c:v>
                </c:pt>
                <c:pt idx="1049">
                  <c:v>323.09514409790762</c:v>
                </c:pt>
                <c:pt idx="1050">
                  <c:v>321.20015791551515</c:v>
                </c:pt>
                <c:pt idx="1051">
                  <c:v>319.34465061192259</c:v>
                </c:pt>
                <c:pt idx="1052">
                  <c:v>319.58152388472166</c:v>
                </c:pt>
                <c:pt idx="1053">
                  <c:v>319.38412949072244</c:v>
                </c:pt>
                <c:pt idx="1054">
                  <c:v>306.8693249111725</c:v>
                </c:pt>
                <c:pt idx="1055">
                  <c:v>313.77812870114485</c:v>
                </c:pt>
                <c:pt idx="1056">
                  <c:v>311.48835373075406</c:v>
                </c:pt>
                <c:pt idx="1057">
                  <c:v>312.75167785234902</c:v>
                </c:pt>
                <c:pt idx="1058">
                  <c:v>317.52862218712983</c:v>
                </c:pt>
                <c:pt idx="1059">
                  <c:v>321.79234109751286</c:v>
                </c:pt>
                <c:pt idx="1060">
                  <c:v>325.70075009869714</c:v>
                </c:pt>
                <c:pt idx="1061">
                  <c:v>322.18712988551124</c:v>
                </c:pt>
                <c:pt idx="1062">
                  <c:v>319.93683379392024</c:v>
                </c:pt>
                <c:pt idx="1063">
                  <c:v>317.88393209632846</c:v>
                </c:pt>
                <c:pt idx="1064">
                  <c:v>316.85748124753258</c:v>
                </c:pt>
                <c:pt idx="1065">
                  <c:v>308.60639557836561</c:v>
                </c:pt>
                <c:pt idx="1066">
                  <c:v>316.02842479273585</c:v>
                </c:pt>
                <c:pt idx="1067">
                  <c:v>305.84287406237667</c:v>
                </c:pt>
                <c:pt idx="1068">
                  <c:v>316.50217133833399</c:v>
                </c:pt>
                <c:pt idx="1069">
                  <c:v>310.81721279115669</c:v>
                </c:pt>
                <c:pt idx="1070">
                  <c:v>317.60757994472954</c:v>
                </c:pt>
                <c:pt idx="1071">
                  <c:v>318.47611527832612</c:v>
                </c:pt>
                <c:pt idx="1072">
                  <c:v>321.71338333991309</c:v>
                </c:pt>
                <c:pt idx="1073">
                  <c:v>324.0426371891038</c:v>
                </c:pt>
                <c:pt idx="1074">
                  <c:v>321.1212001579155</c:v>
                </c:pt>
                <c:pt idx="1075">
                  <c:v>322.54243979470982</c:v>
                </c:pt>
                <c:pt idx="1076">
                  <c:v>321.43703118831428</c:v>
                </c:pt>
                <c:pt idx="1077">
                  <c:v>324.51638373470189</c:v>
                </c:pt>
                <c:pt idx="1078">
                  <c:v>326.49032767469402</c:v>
                </c:pt>
                <c:pt idx="1079">
                  <c:v>333.35965258586657</c:v>
                </c:pt>
                <c:pt idx="1080">
                  <c:v>333.24121594946706</c:v>
                </c:pt>
                <c:pt idx="1081">
                  <c:v>335.96525858665609</c:v>
                </c:pt>
                <c:pt idx="1082">
                  <c:v>333.43861034346622</c:v>
                </c:pt>
                <c:pt idx="1083">
                  <c:v>327.31938412949069</c:v>
                </c:pt>
                <c:pt idx="1084">
                  <c:v>331.89893407027239</c:v>
                </c:pt>
                <c:pt idx="1085">
                  <c:v>330.28030003947885</c:v>
                </c:pt>
                <c:pt idx="1086">
                  <c:v>348.95380971180418</c:v>
                </c:pt>
                <c:pt idx="1087">
                  <c:v>352.46742992499009</c:v>
                </c:pt>
                <c:pt idx="1088">
                  <c:v>344.88748519542042</c:v>
                </c:pt>
                <c:pt idx="1089">
                  <c:v>346.42716146861432</c:v>
                </c:pt>
                <c:pt idx="1090">
                  <c:v>349.38807737860247</c:v>
                </c:pt>
                <c:pt idx="1091">
                  <c:v>353.92814844058427</c:v>
                </c:pt>
                <c:pt idx="1092">
                  <c:v>355.74417686537703</c:v>
                </c:pt>
                <c:pt idx="1093">
                  <c:v>356.09948677457555</c:v>
                </c:pt>
                <c:pt idx="1094">
                  <c:v>351.12514804579547</c:v>
                </c:pt>
                <c:pt idx="1095">
                  <c:v>345.59810501381759</c:v>
                </c:pt>
                <c:pt idx="1096">
                  <c:v>346.2692459534149</c:v>
                </c:pt>
                <c:pt idx="1097">
                  <c:v>343.86103434662454</c:v>
                </c:pt>
                <c:pt idx="1098">
                  <c:v>342.95302013422815</c:v>
                </c:pt>
                <c:pt idx="1099">
                  <c:v>347.09830240821162</c:v>
                </c:pt>
                <c:pt idx="1100">
                  <c:v>344.92696407422028</c:v>
                </c:pt>
                <c:pt idx="1101">
                  <c:v>346.19028819581519</c:v>
                </c:pt>
                <c:pt idx="1102">
                  <c:v>349.1906829846032</c:v>
                </c:pt>
                <c:pt idx="1103">
                  <c:v>347.57204895380971</c:v>
                </c:pt>
                <c:pt idx="1104">
                  <c:v>344.37425977102248</c:v>
                </c:pt>
                <c:pt idx="1105">
                  <c:v>350.41452822739831</c:v>
                </c:pt>
                <c:pt idx="1106">
                  <c:v>349.54599289380178</c:v>
                </c:pt>
                <c:pt idx="1107">
                  <c:v>347.84840110540858</c:v>
                </c:pt>
                <c:pt idx="1108">
                  <c:v>345.8349782866166</c:v>
                </c:pt>
                <c:pt idx="1109">
                  <c:v>345.20331622581915</c:v>
                </c:pt>
                <c:pt idx="1110">
                  <c:v>344.45321752862219</c:v>
                </c:pt>
                <c:pt idx="1111">
                  <c:v>345.1638373470193</c:v>
                </c:pt>
                <c:pt idx="1112">
                  <c:v>346.70351362021319</c:v>
                </c:pt>
                <c:pt idx="1113">
                  <c:v>329.33280694828267</c:v>
                </c:pt>
                <c:pt idx="1114">
                  <c:v>322.58191867350968</c:v>
                </c:pt>
                <c:pt idx="1115">
                  <c:v>325.06908803789969</c:v>
                </c:pt>
                <c:pt idx="1116">
                  <c:v>333.00434267666799</c:v>
                </c:pt>
                <c:pt idx="1117">
                  <c:v>331.62258191867352</c:v>
                </c:pt>
                <c:pt idx="1118">
                  <c:v>330.04342676667983</c:v>
                </c:pt>
                <c:pt idx="1119">
                  <c:v>321.31859455191471</c:v>
                </c:pt>
                <c:pt idx="1120">
                  <c:v>318.12080536912748</c:v>
                </c:pt>
                <c:pt idx="1121">
                  <c:v>328.03000394788785</c:v>
                </c:pt>
                <c:pt idx="1122">
                  <c:v>321.35807343071457</c:v>
                </c:pt>
                <c:pt idx="1123">
                  <c:v>320.68693249111726</c:v>
                </c:pt>
                <c:pt idx="1124">
                  <c:v>320.84484800631662</c:v>
                </c:pt>
                <c:pt idx="1125">
                  <c:v>322.93722858270826</c:v>
                </c:pt>
                <c:pt idx="1126">
                  <c:v>323.72680615870507</c:v>
                </c:pt>
                <c:pt idx="1127">
                  <c:v>329.56968022108168</c:v>
                </c:pt>
                <c:pt idx="1128">
                  <c:v>332.37268061587048</c:v>
                </c:pt>
                <c:pt idx="1129">
                  <c:v>335.57046979865771</c:v>
                </c:pt>
                <c:pt idx="1130">
                  <c:v>333.08330043426764</c:v>
                </c:pt>
                <c:pt idx="1131">
                  <c:v>342.9135412554283</c:v>
                </c:pt>
                <c:pt idx="1132">
                  <c:v>336.91275167785233</c:v>
                </c:pt>
                <c:pt idx="1133">
                  <c:v>333.99131464666402</c:v>
                </c:pt>
                <c:pt idx="1134">
                  <c:v>330.95144097907621</c:v>
                </c:pt>
                <c:pt idx="1135">
                  <c:v>331.30675088827479</c:v>
                </c:pt>
                <c:pt idx="1136">
                  <c:v>327.71417291748912</c:v>
                </c:pt>
                <c:pt idx="1137">
                  <c:v>329.64863797868139</c:v>
                </c:pt>
                <c:pt idx="1138">
                  <c:v>331.4646664034741</c:v>
                </c:pt>
                <c:pt idx="1139">
                  <c:v>335.4520331622582</c:v>
                </c:pt>
                <c:pt idx="1140">
                  <c:v>337.54441373864978</c:v>
                </c:pt>
                <c:pt idx="1141">
                  <c:v>340.70272404263721</c:v>
                </c:pt>
                <c:pt idx="1142">
                  <c:v>337.50493485984998</c:v>
                </c:pt>
                <c:pt idx="1143">
                  <c:v>338.21555467824714</c:v>
                </c:pt>
                <c:pt idx="1144">
                  <c:v>334.58349782866168</c:v>
                </c:pt>
                <c:pt idx="1145">
                  <c:v>322.14765100671138</c:v>
                </c:pt>
                <c:pt idx="1146">
                  <c:v>325.85866561389656</c:v>
                </c:pt>
                <c:pt idx="1147">
                  <c:v>328.03000394788785</c:v>
                </c:pt>
                <c:pt idx="1148">
                  <c:v>335.29411764705878</c:v>
                </c:pt>
                <c:pt idx="1149">
                  <c:v>342.16344255823134</c:v>
                </c:pt>
                <c:pt idx="1150">
                  <c:v>346.34820371101455</c:v>
                </c:pt>
                <c:pt idx="1151">
                  <c:v>352.27003553099092</c:v>
                </c:pt>
                <c:pt idx="1152">
                  <c:v>339.12356889064353</c:v>
                </c:pt>
                <c:pt idx="1153">
                  <c:v>339.24200552704298</c:v>
                </c:pt>
                <c:pt idx="1154">
                  <c:v>335.72838531385707</c:v>
                </c:pt>
                <c:pt idx="1155">
                  <c:v>337.1496249506514</c:v>
                </c:pt>
                <c:pt idx="1156">
                  <c:v>342.63718910382943</c:v>
                </c:pt>
                <c:pt idx="1157">
                  <c:v>338.57086458744573</c:v>
                </c:pt>
                <c:pt idx="1158">
                  <c:v>337.1496249506514</c:v>
                </c:pt>
                <c:pt idx="1159">
                  <c:v>319.77891827872088</c:v>
                </c:pt>
                <c:pt idx="1160">
                  <c:v>331.74101855507303</c:v>
                </c:pt>
                <c:pt idx="1161">
                  <c:v>332.09632846427166</c:v>
                </c:pt>
                <c:pt idx="1162">
                  <c:v>334.82037110146069</c:v>
                </c:pt>
                <c:pt idx="1163">
                  <c:v>327.27990525069089</c:v>
                </c:pt>
                <c:pt idx="1164">
                  <c:v>321.16067903671535</c:v>
                </c:pt>
                <c:pt idx="1165">
                  <c:v>320.25266482431903</c:v>
                </c:pt>
                <c:pt idx="1166">
                  <c:v>322.14765100671138</c:v>
                </c:pt>
                <c:pt idx="1167">
                  <c:v>322.70035530990918</c:v>
                </c:pt>
                <c:pt idx="1168">
                  <c:v>318.67350967232528</c:v>
                </c:pt>
                <c:pt idx="1169">
                  <c:v>318.59455191472563</c:v>
                </c:pt>
                <c:pt idx="1170">
                  <c:v>329.53020134228188</c:v>
                </c:pt>
                <c:pt idx="1171">
                  <c:v>323.88472167390444</c:v>
                </c:pt>
                <c:pt idx="1172">
                  <c:v>322.2266087643111</c:v>
                </c:pt>
                <c:pt idx="1173">
                  <c:v>316.97591788393208</c:v>
                </c:pt>
                <c:pt idx="1174">
                  <c:v>309.94867745756022</c:v>
                </c:pt>
                <c:pt idx="1175">
                  <c:v>306.71140939597313</c:v>
                </c:pt>
                <c:pt idx="1176">
                  <c:v>309.47493091196208</c:v>
                </c:pt>
                <c:pt idx="1177">
                  <c:v>311.96210027635215</c:v>
                </c:pt>
                <c:pt idx="1178">
                  <c:v>312.04105803395186</c:v>
                </c:pt>
                <c:pt idx="1179">
                  <c:v>309.39597315436242</c:v>
                </c:pt>
                <c:pt idx="1180">
                  <c:v>310.02763521515988</c:v>
                </c:pt>
                <c:pt idx="1181">
                  <c:v>315.23884721673903</c:v>
                </c:pt>
                <c:pt idx="1182">
                  <c:v>319.77891827872088</c:v>
                </c:pt>
                <c:pt idx="1183">
                  <c:v>317.41018555073038</c:v>
                </c:pt>
                <c:pt idx="1184">
                  <c:v>308.80378997236477</c:v>
                </c:pt>
                <c:pt idx="1185">
                  <c:v>306.27714172917484</c:v>
                </c:pt>
                <c:pt idx="1186">
                  <c:v>305.01381760757994</c:v>
                </c:pt>
                <c:pt idx="1187">
                  <c:v>299.68416896960127</c:v>
                </c:pt>
                <c:pt idx="1188">
                  <c:v>288.78799842084481</c:v>
                </c:pt>
                <c:pt idx="1189">
                  <c:v>285.86656138965651</c:v>
                </c:pt>
                <c:pt idx="1190">
                  <c:v>292.14370311883141</c:v>
                </c:pt>
                <c:pt idx="1191">
                  <c:v>293.01223845242794</c:v>
                </c:pt>
                <c:pt idx="1192">
                  <c:v>289.93288590604027</c:v>
                </c:pt>
                <c:pt idx="1193">
                  <c:v>288.03789972364785</c:v>
                </c:pt>
                <c:pt idx="1194">
                  <c:v>293.17015396762736</c:v>
                </c:pt>
                <c:pt idx="1195">
                  <c:v>300.51322542439794</c:v>
                </c:pt>
                <c:pt idx="1196">
                  <c:v>293.1306750888275</c:v>
                </c:pt>
                <c:pt idx="1197">
                  <c:v>290.88037899723645</c:v>
                </c:pt>
                <c:pt idx="1198">
                  <c:v>290.84090011843665</c:v>
                </c:pt>
                <c:pt idx="1199">
                  <c:v>287.91946308724829</c:v>
                </c:pt>
                <c:pt idx="1200">
                  <c:v>289.10382945124354</c:v>
                </c:pt>
                <c:pt idx="1201">
                  <c:v>281.60284247927353</c:v>
                </c:pt>
                <c:pt idx="1202">
                  <c:v>277.53651796288983</c:v>
                </c:pt>
                <c:pt idx="1203">
                  <c:v>275.83892617449663</c:v>
                </c:pt>
                <c:pt idx="1204">
                  <c:v>278.72088432688508</c:v>
                </c:pt>
                <c:pt idx="1205">
                  <c:v>282.8266877220687</c:v>
                </c:pt>
                <c:pt idx="1206">
                  <c:v>282.23450454007104</c:v>
                </c:pt>
                <c:pt idx="1207">
                  <c:v>278.44453217528621</c:v>
                </c:pt>
                <c:pt idx="1208">
                  <c:v>281.28701144887486</c:v>
                </c:pt>
                <c:pt idx="1209">
                  <c:v>284.48480063166204</c:v>
                </c:pt>
                <c:pt idx="1210">
                  <c:v>288.07737860244771</c:v>
                </c:pt>
                <c:pt idx="1211">
                  <c:v>280.5763916304777</c:v>
                </c:pt>
                <c:pt idx="1212">
                  <c:v>289.57757599684169</c:v>
                </c:pt>
                <c:pt idx="1213">
                  <c:v>270.86458744571655</c:v>
                </c:pt>
                <c:pt idx="1214">
                  <c:v>266.48243189893407</c:v>
                </c:pt>
                <c:pt idx="1215">
                  <c:v>260.79747335175682</c:v>
                </c:pt>
                <c:pt idx="1216">
                  <c:v>263.36360047374654</c:v>
                </c:pt>
                <c:pt idx="1217">
                  <c:v>263.87682589814443</c:v>
                </c:pt>
                <c:pt idx="1218">
                  <c:v>263.60047374654562</c:v>
                </c:pt>
                <c:pt idx="1219">
                  <c:v>264.74536123174101</c:v>
                </c:pt>
                <c:pt idx="1220">
                  <c:v>262.13975523095144</c:v>
                </c:pt>
                <c:pt idx="1221">
                  <c:v>264.27161468614287</c:v>
                </c:pt>
                <c:pt idx="1222">
                  <c:v>268.85116462692457</c:v>
                </c:pt>
                <c:pt idx="1223">
                  <c:v>268.10106592972761</c:v>
                </c:pt>
                <c:pt idx="1224">
                  <c:v>263.87682589814443</c:v>
                </c:pt>
                <c:pt idx="1225">
                  <c:v>261.11330438215555</c:v>
                </c:pt>
                <c:pt idx="1226">
                  <c:v>264.90327674694038</c:v>
                </c:pt>
                <c:pt idx="1227">
                  <c:v>266.28503750493485</c:v>
                </c:pt>
                <c:pt idx="1228">
                  <c:v>266.60086853533357</c:v>
                </c:pt>
                <c:pt idx="1229">
                  <c:v>276.78641926569287</c:v>
                </c:pt>
                <c:pt idx="1230">
                  <c:v>277.45756020529012</c:v>
                </c:pt>
                <c:pt idx="1231">
                  <c:v>275.24674299249898</c:v>
                </c:pt>
                <c:pt idx="1232">
                  <c:v>275.36517962889855</c:v>
                </c:pt>
                <c:pt idx="1233">
                  <c:v>277.73391235688905</c:v>
                </c:pt>
                <c:pt idx="1234">
                  <c:v>282.03711014607183</c:v>
                </c:pt>
                <c:pt idx="1235">
                  <c:v>271.25937623371493</c:v>
                </c:pt>
                <c:pt idx="1236">
                  <c:v>271.81208053691273</c:v>
                </c:pt>
                <c:pt idx="1237">
                  <c:v>279.07619423608367</c:v>
                </c:pt>
                <c:pt idx="1238">
                  <c:v>283.85313857086459</c:v>
                </c:pt>
                <c:pt idx="1239">
                  <c:v>278.76036320568494</c:v>
                </c:pt>
                <c:pt idx="1240">
                  <c:v>280.93170153967628</c:v>
                </c:pt>
                <c:pt idx="1241">
                  <c:v>283.33991314646664</c:v>
                </c:pt>
                <c:pt idx="1242">
                  <c:v>277.97078562968812</c:v>
                </c:pt>
                <c:pt idx="1243">
                  <c:v>281.20805369127515</c:v>
                </c:pt>
                <c:pt idx="1244">
                  <c:v>280.93170153967628</c:v>
                </c:pt>
                <c:pt idx="1245">
                  <c:v>279.07619423608367</c:v>
                </c:pt>
                <c:pt idx="1246">
                  <c:v>275.28622187129884</c:v>
                </c:pt>
                <c:pt idx="1247">
                  <c:v>270.2329253849191</c:v>
                </c:pt>
                <c:pt idx="1248">
                  <c:v>272.6016581129096</c:v>
                </c:pt>
                <c:pt idx="1249">
                  <c:v>277.41808132649032</c:v>
                </c:pt>
                <c:pt idx="1250">
                  <c:v>276.03632056849585</c:v>
                </c:pt>
                <c:pt idx="1251">
                  <c:v>275.83892617449663</c:v>
                </c:pt>
                <c:pt idx="1252">
                  <c:v>281.56336360047374</c:v>
                </c:pt>
                <c:pt idx="1253">
                  <c:v>283.69522305566522</c:v>
                </c:pt>
                <c:pt idx="1254">
                  <c:v>282.51085669166997</c:v>
                </c:pt>
                <c:pt idx="1255">
                  <c:v>291.78839320963283</c:v>
                </c:pt>
                <c:pt idx="1256">
                  <c:v>292.14370311883141</c:v>
                </c:pt>
                <c:pt idx="1257">
                  <c:v>289.61705487564149</c:v>
                </c:pt>
                <c:pt idx="1258">
                  <c:v>289.97236478484012</c:v>
                </c:pt>
                <c:pt idx="1259">
                  <c:v>294.82826687722064</c:v>
                </c:pt>
                <c:pt idx="1260">
                  <c:v>295.45992893801815</c:v>
                </c:pt>
                <c:pt idx="1261">
                  <c:v>292.85432293722857</c:v>
                </c:pt>
                <c:pt idx="1262">
                  <c:v>294.31504145282275</c:v>
                </c:pt>
                <c:pt idx="1263">
                  <c:v>294.86774575602055</c:v>
                </c:pt>
                <c:pt idx="1264">
                  <c:v>293.48598499802603</c:v>
                </c:pt>
                <c:pt idx="1265">
                  <c:v>291.23568890643503</c:v>
                </c:pt>
                <c:pt idx="1266">
                  <c:v>290.32767469403871</c:v>
                </c:pt>
                <c:pt idx="1267">
                  <c:v>288.59060402684565</c:v>
                </c:pt>
                <c:pt idx="1268">
                  <c:v>289.61705487564149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996F-4E65-8F9A-AADF34362784}"/>
            </c:ext>
          </c:extLst>
        </c:ser>
        <c:ser>
          <c:idx val="2"/>
          <c:order val="2"/>
          <c:tx>
            <c:strRef>
              <c:f>'Confronto con indicizzazione'!$D$1</c:f>
              <c:strCache>
                <c:ptCount val="1"/>
                <c:pt idx="0">
                  <c:v>PAH3.DE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numRef>
              <c:f>'Confronto con indicizzazione'!$A$2:$A$1270</c:f>
              <c:numCache>
                <c:formatCode>dd\-mmm\-yyyy</c:formatCode>
                <c:ptCount val="1269"/>
                <c:pt idx="0">
                  <c:v>43467</c:v>
                </c:pt>
                <c:pt idx="1">
                  <c:v>43468</c:v>
                </c:pt>
                <c:pt idx="2">
                  <c:v>43469</c:v>
                </c:pt>
                <c:pt idx="3">
                  <c:v>43472</c:v>
                </c:pt>
                <c:pt idx="4">
                  <c:v>43473</c:v>
                </c:pt>
                <c:pt idx="5">
                  <c:v>43474</c:v>
                </c:pt>
                <c:pt idx="6">
                  <c:v>43475</c:v>
                </c:pt>
                <c:pt idx="7">
                  <c:v>43476</c:v>
                </c:pt>
                <c:pt idx="8">
                  <c:v>43479</c:v>
                </c:pt>
                <c:pt idx="9">
                  <c:v>43480</c:v>
                </c:pt>
                <c:pt idx="10">
                  <c:v>43481</c:v>
                </c:pt>
                <c:pt idx="11">
                  <c:v>43482</c:v>
                </c:pt>
                <c:pt idx="12">
                  <c:v>43483</c:v>
                </c:pt>
                <c:pt idx="13">
                  <c:v>43486</c:v>
                </c:pt>
                <c:pt idx="14">
                  <c:v>43487</c:v>
                </c:pt>
                <c:pt idx="15">
                  <c:v>43488</c:v>
                </c:pt>
                <c:pt idx="16">
                  <c:v>43489</c:v>
                </c:pt>
                <c:pt idx="17">
                  <c:v>43490</c:v>
                </c:pt>
                <c:pt idx="18">
                  <c:v>43493</c:v>
                </c:pt>
                <c:pt idx="19">
                  <c:v>43494</c:v>
                </c:pt>
                <c:pt idx="20">
                  <c:v>43495</c:v>
                </c:pt>
                <c:pt idx="21">
                  <c:v>43496</c:v>
                </c:pt>
                <c:pt idx="22">
                  <c:v>43497</c:v>
                </c:pt>
                <c:pt idx="23">
                  <c:v>43500</c:v>
                </c:pt>
                <c:pt idx="24">
                  <c:v>43501</c:v>
                </c:pt>
                <c:pt idx="25">
                  <c:v>43502</c:v>
                </c:pt>
                <c:pt idx="26">
                  <c:v>43503</c:v>
                </c:pt>
                <c:pt idx="27">
                  <c:v>43504</c:v>
                </c:pt>
                <c:pt idx="28">
                  <c:v>43507</c:v>
                </c:pt>
                <c:pt idx="29">
                  <c:v>43508</c:v>
                </c:pt>
                <c:pt idx="30">
                  <c:v>43509</c:v>
                </c:pt>
                <c:pt idx="31">
                  <c:v>43510</c:v>
                </c:pt>
                <c:pt idx="32">
                  <c:v>43511</c:v>
                </c:pt>
                <c:pt idx="33">
                  <c:v>43514</c:v>
                </c:pt>
                <c:pt idx="34">
                  <c:v>43515</c:v>
                </c:pt>
                <c:pt idx="35">
                  <c:v>43516</c:v>
                </c:pt>
                <c:pt idx="36">
                  <c:v>43517</c:v>
                </c:pt>
                <c:pt idx="37">
                  <c:v>43518</c:v>
                </c:pt>
                <c:pt idx="38">
                  <c:v>43521</c:v>
                </c:pt>
                <c:pt idx="39">
                  <c:v>43522</c:v>
                </c:pt>
                <c:pt idx="40">
                  <c:v>43523</c:v>
                </c:pt>
                <c:pt idx="41">
                  <c:v>43524</c:v>
                </c:pt>
                <c:pt idx="42">
                  <c:v>43525</c:v>
                </c:pt>
                <c:pt idx="43">
                  <c:v>43528</c:v>
                </c:pt>
                <c:pt idx="44">
                  <c:v>43529</c:v>
                </c:pt>
                <c:pt idx="45">
                  <c:v>43530</c:v>
                </c:pt>
                <c:pt idx="46">
                  <c:v>43531</c:v>
                </c:pt>
                <c:pt idx="47">
                  <c:v>43532</c:v>
                </c:pt>
                <c:pt idx="48">
                  <c:v>43535</c:v>
                </c:pt>
                <c:pt idx="49">
                  <c:v>43536</c:v>
                </c:pt>
                <c:pt idx="50">
                  <c:v>43537</c:v>
                </c:pt>
                <c:pt idx="51">
                  <c:v>43538</c:v>
                </c:pt>
                <c:pt idx="52">
                  <c:v>43539</c:v>
                </c:pt>
                <c:pt idx="53">
                  <c:v>43542</c:v>
                </c:pt>
                <c:pt idx="54">
                  <c:v>43543</c:v>
                </c:pt>
                <c:pt idx="55">
                  <c:v>43544</c:v>
                </c:pt>
                <c:pt idx="56">
                  <c:v>43545</c:v>
                </c:pt>
                <c:pt idx="57">
                  <c:v>43546</c:v>
                </c:pt>
                <c:pt idx="58">
                  <c:v>43549</c:v>
                </c:pt>
                <c:pt idx="59">
                  <c:v>43550</c:v>
                </c:pt>
                <c:pt idx="60">
                  <c:v>43551</c:v>
                </c:pt>
                <c:pt idx="61">
                  <c:v>43552</c:v>
                </c:pt>
                <c:pt idx="62">
                  <c:v>43553</c:v>
                </c:pt>
                <c:pt idx="63">
                  <c:v>43556</c:v>
                </c:pt>
                <c:pt idx="64">
                  <c:v>43557</c:v>
                </c:pt>
                <c:pt idx="65">
                  <c:v>43558</c:v>
                </c:pt>
                <c:pt idx="66">
                  <c:v>43559</c:v>
                </c:pt>
                <c:pt idx="67">
                  <c:v>43560</c:v>
                </c:pt>
                <c:pt idx="68">
                  <c:v>43563</c:v>
                </c:pt>
                <c:pt idx="69">
                  <c:v>43564</c:v>
                </c:pt>
                <c:pt idx="70">
                  <c:v>43565</c:v>
                </c:pt>
                <c:pt idx="71">
                  <c:v>43566</c:v>
                </c:pt>
                <c:pt idx="72">
                  <c:v>43567</c:v>
                </c:pt>
                <c:pt idx="73">
                  <c:v>43570</c:v>
                </c:pt>
                <c:pt idx="74">
                  <c:v>43571</c:v>
                </c:pt>
                <c:pt idx="75">
                  <c:v>43572</c:v>
                </c:pt>
                <c:pt idx="76">
                  <c:v>43573</c:v>
                </c:pt>
                <c:pt idx="77">
                  <c:v>43578</c:v>
                </c:pt>
                <c:pt idx="78">
                  <c:v>43579</c:v>
                </c:pt>
                <c:pt idx="79">
                  <c:v>43580</c:v>
                </c:pt>
                <c:pt idx="80">
                  <c:v>43581</c:v>
                </c:pt>
                <c:pt idx="81">
                  <c:v>43584</c:v>
                </c:pt>
                <c:pt idx="82">
                  <c:v>43585</c:v>
                </c:pt>
                <c:pt idx="83">
                  <c:v>43587</c:v>
                </c:pt>
                <c:pt idx="84">
                  <c:v>43588</c:v>
                </c:pt>
                <c:pt idx="85">
                  <c:v>43591</c:v>
                </c:pt>
                <c:pt idx="86">
                  <c:v>43592</c:v>
                </c:pt>
                <c:pt idx="87">
                  <c:v>43593</c:v>
                </c:pt>
                <c:pt idx="88">
                  <c:v>43594</c:v>
                </c:pt>
                <c:pt idx="89">
                  <c:v>43595</c:v>
                </c:pt>
                <c:pt idx="90">
                  <c:v>43598</c:v>
                </c:pt>
                <c:pt idx="91">
                  <c:v>43599</c:v>
                </c:pt>
                <c:pt idx="92">
                  <c:v>43600</c:v>
                </c:pt>
                <c:pt idx="93">
                  <c:v>43601</c:v>
                </c:pt>
                <c:pt idx="94">
                  <c:v>43602</c:v>
                </c:pt>
                <c:pt idx="95">
                  <c:v>43605</c:v>
                </c:pt>
                <c:pt idx="96">
                  <c:v>43606</c:v>
                </c:pt>
                <c:pt idx="97">
                  <c:v>43607</c:v>
                </c:pt>
                <c:pt idx="98">
                  <c:v>43608</c:v>
                </c:pt>
                <c:pt idx="99">
                  <c:v>43609</c:v>
                </c:pt>
                <c:pt idx="100">
                  <c:v>43612</c:v>
                </c:pt>
                <c:pt idx="101">
                  <c:v>43613</c:v>
                </c:pt>
                <c:pt idx="102">
                  <c:v>43614</c:v>
                </c:pt>
                <c:pt idx="103">
                  <c:v>43615</c:v>
                </c:pt>
                <c:pt idx="104">
                  <c:v>43616</c:v>
                </c:pt>
                <c:pt idx="105">
                  <c:v>43619</c:v>
                </c:pt>
                <c:pt idx="106">
                  <c:v>43620</c:v>
                </c:pt>
                <c:pt idx="107">
                  <c:v>43621</c:v>
                </c:pt>
                <c:pt idx="108">
                  <c:v>43622</c:v>
                </c:pt>
                <c:pt idx="109">
                  <c:v>43623</c:v>
                </c:pt>
                <c:pt idx="110">
                  <c:v>43627</c:v>
                </c:pt>
                <c:pt idx="111">
                  <c:v>43628</c:v>
                </c:pt>
                <c:pt idx="112">
                  <c:v>43629</c:v>
                </c:pt>
                <c:pt idx="113">
                  <c:v>43630</c:v>
                </c:pt>
                <c:pt idx="114">
                  <c:v>43633</c:v>
                </c:pt>
                <c:pt idx="115">
                  <c:v>43634</c:v>
                </c:pt>
                <c:pt idx="116">
                  <c:v>43635</c:v>
                </c:pt>
                <c:pt idx="117">
                  <c:v>43636</c:v>
                </c:pt>
                <c:pt idx="118">
                  <c:v>43637</c:v>
                </c:pt>
                <c:pt idx="119">
                  <c:v>43640</c:v>
                </c:pt>
                <c:pt idx="120">
                  <c:v>43641</c:v>
                </c:pt>
                <c:pt idx="121">
                  <c:v>43642</c:v>
                </c:pt>
                <c:pt idx="122">
                  <c:v>43643</c:v>
                </c:pt>
                <c:pt idx="123">
                  <c:v>43644</c:v>
                </c:pt>
                <c:pt idx="124">
                  <c:v>43647</c:v>
                </c:pt>
                <c:pt idx="125">
                  <c:v>43648</c:v>
                </c:pt>
                <c:pt idx="126">
                  <c:v>43649</c:v>
                </c:pt>
                <c:pt idx="127">
                  <c:v>43650</c:v>
                </c:pt>
                <c:pt idx="128">
                  <c:v>43651</c:v>
                </c:pt>
                <c:pt idx="129">
                  <c:v>43654</c:v>
                </c:pt>
                <c:pt idx="130">
                  <c:v>43655</c:v>
                </c:pt>
                <c:pt idx="131">
                  <c:v>43656</c:v>
                </c:pt>
                <c:pt idx="132">
                  <c:v>43657</c:v>
                </c:pt>
                <c:pt idx="133">
                  <c:v>43658</c:v>
                </c:pt>
                <c:pt idx="134">
                  <c:v>43661</c:v>
                </c:pt>
                <c:pt idx="135">
                  <c:v>43662</c:v>
                </c:pt>
                <c:pt idx="136">
                  <c:v>43663</c:v>
                </c:pt>
                <c:pt idx="137">
                  <c:v>43664</c:v>
                </c:pt>
                <c:pt idx="138">
                  <c:v>43665</c:v>
                </c:pt>
                <c:pt idx="139">
                  <c:v>43668</c:v>
                </c:pt>
                <c:pt idx="140">
                  <c:v>43669</c:v>
                </c:pt>
                <c:pt idx="141">
                  <c:v>43670</c:v>
                </c:pt>
                <c:pt idx="142">
                  <c:v>43671</c:v>
                </c:pt>
                <c:pt idx="143">
                  <c:v>43672</c:v>
                </c:pt>
                <c:pt idx="144">
                  <c:v>43675</c:v>
                </c:pt>
                <c:pt idx="145">
                  <c:v>43676</c:v>
                </c:pt>
                <c:pt idx="146">
                  <c:v>43677</c:v>
                </c:pt>
                <c:pt idx="147">
                  <c:v>43678</c:v>
                </c:pt>
                <c:pt idx="148">
                  <c:v>43679</c:v>
                </c:pt>
                <c:pt idx="149">
                  <c:v>43682</c:v>
                </c:pt>
                <c:pt idx="150">
                  <c:v>43683</c:v>
                </c:pt>
                <c:pt idx="151">
                  <c:v>43684</c:v>
                </c:pt>
                <c:pt idx="152">
                  <c:v>43685</c:v>
                </c:pt>
                <c:pt idx="153">
                  <c:v>43686</c:v>
                </c:pt>
                <c:pt idx="154">
                  <c:v>43689</c:v>
                </c:pt>
                <c:pt idx="155">
                  <c:v>43690</c:v>
                </c:pt>
                <c:pt idx="156">
                  <c:v>43691</c:v>
                </c:pt>
                <c:pt idx="157">
                  <c:v>43693</c:v>
                </c:pt>
                <c:pt idx="158">
                  <c:v>43696</c:v>
                </c:pt>
                <c:pt idx="159">
                  <c:v>43697</c:v>
                </c:pt>
                <c:pt idx="160">
                  <c:v>43698</c:v>
                </c:pt>
                <c:pt idx="161">
                  <c:v>43699</c:v>
                </c:pt>
                <c:pt idx="162">
                  <c:v>43700</c:v>
                </c:pt>
                <c:pt idx="163">
                  <c:v>43703</c:v>
                </c:pt>
                <c:pt idx="164">
                  <c:v>43704</c:v>
                </c:pt>
                <c:pt idx="165">
                  <c:v>43705</c:v>
                </c:pt>
                <c:pt idx="166">
                  <c:v>43706</c:v>
                </c:pt>
                <c:pt idx="167">
                  <c:v>43707</c:v>
                </c:pt>
                <c:pt idx="168">
                  <c:v>43710</c:v>
                </c:pt>
                <c:pt idx="169">
                  <c:v>43711</c:v>
                </c:pt>
                <c:pt idx="170">
                  <c:v>43712</c:v>
                </c:pt>
                <c:pt idx="171">
                  <c:v>43713</c:v>
                </c:pt>
                <c:pt idx="172">
                  <c:v>43714</c:v>
                </c:pt>
                <c:pt idx="173">
                  <c:v>43717</c:v>
                </c:pt>
                <c:pt idx="174">
                  <c:v>43718</c:v>
                </c:pt>
                <c:pt idx="175">
                  <c:v>43719</c:v>
                </c:pt>
                <c:pt idx="176">
                  <c:v>43720</c:v>
                </c:pt>
                <c:pt idx="177">
                  <c:v>43721</c:v>
                </c:pt>
                <c:pt idx="178">
                  <c:v>43724</c:v>
                </c:pt>
                <c:pt idx="179">
                  <c:v>43725</c:v>
                </c:pt>
                <c:pt idx="180">
                  <c:v>43726</c:v>
                </c:pt>
                <c:pt idx="181">
                  <c:v>43727</c:v>
                </c:pt>
                <c:pt idx="182">
                  <c:v>43728</c:v>
                </c:pt>
                <c:pt idx="183">
                  <c:v>43731</c:v>
                </c:pt>
                <c:pt idx="184">
                  <c:v>43732</c:v>
                </c:pt>
                <c:pt idx="185">
                  <c:v>43733</c:v>
                </c:pt>
                <c:pt idx="186">
                  <c:v>43734</c:v>
                </c:pt>
                <c:pt idx="187">
                  <c:v>43735</c:v>
                </c:pt>
                <c:pt idx="188">
                  <c:v>43738</c:v>
                </c:pt>
                <c:pt idx="189">
                  <c:v>43739</c:v>
                </c:pt>
                <c:pt idx="190">
                  <c:v>43740</c:v>
                </c:pt>
                <c:pt idx="191">
                  <c:v>43742</c:v>
                </c:pt>
                <c:pt idx="192">
                  <c:v>43745</c:v>
                </c:pt>
                <c:pt idx="193">
                  <c:v>43746</c:v>
                </c:pt>
                <c:pt idx="194">
                  <c:v>43747</c:v>
                </c:pt>
                <c:pt idx="195">
                  <c:v>43748</c:v>
                </c:pt>
                <c:pt idx="196">
                  <c:v>43749</c:v>
                </c:pt>
                <c:pt idx="197">
                  <c:v>43752</c:v>
                </c:pt>
                <c:pt idx="198">
                  <c:v>43753</c:v>
                </c:pt>
                <c:pt idx="199">
                  <c:v>43754</c:v>
                </c:pt>
                <c:pt idx="200">
                  <c:v>43755</c:v>
                </c:pt>
                <c:pt idx="201">
                  <c:v>43756</c:v>
                </c:pt>
                <c:pt idx="202">
                  <c:v>43759</c:v>
                </c:pt>
                <c:pt idx="203">
                  <c:v>43760</c:v>
                </c:pt>
                <c:pt idx="204">
                  <c:v>43761</c:v>
                </c:pt>
                <c:pt idx="205">
                  <c:v>43762</c:v>
                </c:pt>
                <c:pt idx="206">
                  <c:v>43763</c:v>
                </c:pt>
                <c:pt idx="207">
                  <c:v>43766</c:v>
                </c:pt>
                <c:pt idx="208">
                  <c:v>43767</c:v>
                </c:pt>
                <c:pt idx="209">
                  <c:v>43768</c:v>
                </c:pt>
                <c:pt idx="210">
                  <c:v>43769</c:v>
                </c:pt>
                <c:pt idx="211">
                  <c:v>43770</c:v>
                </c:pt>
                <c:pt idx="212">
                  <c:v>43773</c:v>
                </c:pt>
                <c:pt idx="213">
                  <c:v>43774</c:v>
                </c:pt>
                <c:pt idx="214">
                  <c:v>43775</c:v>
                </c:pt>
                <c:pt idx="215">
                  <c:v>43776</c:v>
                </c:pt>
                <c:pt idx="216">
                  <c:v>43777</c:v>
                </c:pt>
                <c:pt idx="217">
                  <c:v>43780</c:v>
                </c:pt>
                <c:pt idx="218">
                  <c:v>43781</c:v>
                </c:pt>
                <c:pt idx="219">
                  <c:v>43782</c:v>
                </c:pt>
                <c:pt idx="220">
                  <c:v>43783</c:v>
                </c:pt>
                <c:pt idx="221">
                  <c:v>43784</c:v>
                </c:pt>
                <c:pt idx="222">
                  <c:v>43787</c:v>
                </c:pt>
                <c:pt idx="223">
                  <c:v>43788</c:v>
                </c:pt>
                <c:pt idx="224">
                  <c:v>43789</c:v>
                </c:pt>
                <c:pt idx="225">
                  <c:v>43790</c:v>
                </c:pt>
                <c:pt idx="226">
                  <c:v>43791</c:v>
                </c:pt>
                <c:pt idx="227">
                  <c:v>43794</c:v>
                </c:pt>
                <c:pt idx="228">
                  <c:v>43795</c:v>
                </c:pt>
                <c:pt idx="229">
                  <c:v>43796</c:v>
                </c:pt>
                <c:pt idx="230">
                  <c:v>43797</c:v>
                </c:pt>
                <c:pt idx="231">
                  <c:v>43798</c:v>
                </c:pt>
                <c:pt idx="232">
                  <c:v>43801</c:v>
                </c:pt>
                <c:pt idx="233">
                  <c:v>43802</c:v>
                </c:pt>
                <c:pt idx="234">
                  <c:v>43803</c:v>
                </c:pt>
                <c:pt idx="235">
                  <c:v>43804</c:v>
                </c:pt>
                <c:pt idx="236">
                  <c:v>43805</c:v>
                </c:pt>
                <c:pt idx="237">
                  <c:v>43808</c:v>
                </c:pt>
                <c:pt idx="238">
                  <c:v>43809</c:v>
                </c:pt>
                <c:pt idx="239">
                  <c:v>43810</c:v>
                </c:pt>
                <c:pt idx="240">
                  <c:v>43811</c:v>
                </c:pt>
                <c:pt idx="241">
                  <c:v>43812</c:v>
                </c:pt>
                <c:pt idx="242">
                  <c:v>43815</c:v>
                </c:pt>
                <c:pt idx="243">
                  <c:v>43816</c:v>
                </c:pt>
                <c:pt idx="244">
                  <c:v>43817</c:v>
                </c:pt>
                <c:pt idx="245">
                  <c:v>43818</c:v>
                </c:pt>
                <c:pt idx="246">
                  <c:v>43819</c:v>
                </c:pt>
                <c:pt idx="247">
                  <c:v>43822</c:v>
                </c:pt>
                <c:pt idx="248">
                  <c:v>43826</c:v>
                </c:pt>
                <c:pt idx="249">
                  <c:v>43829</c:v>
                </c:pt>
                <c:pt idx="250">
                  <c:v>43832</c:v>
                </c:pt>
                <c:pt idx="251">
                  <c:v>43833</c:v>
                </c:pt>
                <c:pt idx="252">
                  <c:v>43836</c:v>
                </c:pt>
                <c:pt idx="253">
                  <c:v>43837</c:v>
                </c:pt>
                <c:pt idx="254">
                  <c:v>43838</c:v>
                </c:pt>
                <c:pt idx="255">
                  <c:v>43839</c:v>
                </c:pt>
                <c:pt idx="256">
                  <c:v>43840</c:v>
                </c:pt>
                <c:pt idx="257">
                  <c:v>43843</c:v>
                </c:pt>
                <c:pt idx="258">
                  <c:v>43844</c:v>
                </c:pt>
                <c:pt idx="259">
                  <c:v>43845</c:v>
                </c:pt>
                <c:pt idx="260">
                  <c:v>43846</c:v>
                </c:pt>
                <c:pt idx="261">
                  <c:v>43847</c:v>
                </c:pt>
                <c:pt idx="262">
                  <c:v>43850</c:v>
                </c:pt>
                <c:pt idx="263">
                  <c:v>43851</c:v>
                </c:pt>
                <c:pt idx="264">
                  <c:v>43852</c:v>
                </c:pt>
                <c:pt idx="265">
                  <c:v>43853</c:v>
                </c:pt>
                <c:pt idx="266">
                  <c:v>43854</c:v>
                </c:pt>
                <c:pt idx="267">
                  <c:v>43857</c:v>
                </c:pt>
                <c:pt idx="268">
                  <c:v>43858</c:v>
                </c:pt>
                <c:pt idx="269">
                  <c:v>43859</c:v>
                </c:pt>
                <c:pt idx="270">
                  <c:v>43860</c:v>
                </c:pt>
                <c:pt idx="271">
                  <c:v>43861</c:v>
                </c:pt>
                <c:pt idx="272">
                  <c:v>43864</c:v>
                </c:pt>
                <c:pt idx="273">
                  <c:v>43865</c:v>
                </c:pt>
                <c:pt idx="274">
                  <c:v>43866</c:v>
                </c:pt>
                <c:pt idx="275">
                  <c:v>43867</c:v>
                </c:pt>
                <c:pt idx="276">
                  <c:v>43868</c:v>
                </c:pt>
                <c:pt idx="277">
                  <c:v>43871</c:v>
                </c:pt>
                <c:pt idx="278">
                  <c:v>43872</c:v>
                </c:pt>
                <c:pt idx="279">
                  <c:v>43873</c:v>
                </c:pt>
                <c:pt idx="280">
                  <c:v>43874</c:v>
                </c:pt>
                <c:pt idx="281">
                  <c:v>43875</c:v>
                </c:pt>
                <c:pt idx="282">
                  <c:v>43878</c:v>
                </c:pt>
                <c:pt idx="283">
                  <c:v>43879</c:v>
                </c:pt>
                <c:pt idx="284">
                  <c:v>43880</c:v>
                </c:pt>
                <c:pt idx="285">
                  <c:v>43881</c:v>
                </c:pt>
                <c:pt idx="286">
                  <c:v>43882</c:v>
                </c:pt>
                <c:pt idx="287">
                  <c:v>43885</c:v>
                </c:pt>
                <c:pt idx="288">
                  <c:v>43886</c:v>
                </c:pt>
                <c:pt idx="289">
                  <c:v>43887</c:v>
                </c:pt>
                <c:pt idx="290">
                  <c:v>43888</c:v>
                </c:pt>
                <c:pt idx="291">
                  <c:v>43889</c:v>
                </c:pt>
                <c:pt idx="292">
                  <c:v>43892</c:v>
                </c:pt>
                <c:pt idx="293">
                  <c:v>43893</c:v>
                </c:pt>
                <c:pt idx="294">
                  <c:v>43894</c:v>
                </c:pt>
                <c:pt idx="295">
                  <c:v>43895</c:v>
                </c:pt>
                <c:pt idx="296">
                  <c:v>43896</c:v>
                </c:pt>
                <c:pt idx="297">
                  <c:v>43899</c:v>
                </c:pt>
                <c:pt idx="298">
                  <c:v>43900</c:v>
                </c:pt>
                <c:pt idx="299">
                  <c:v>43901</c:v>
                </c:pt>
                <c:pt idx="300">
                  <c:v>43902</c:v>
                </c:pt>
                <c:pt idx="301">
                  <c:v>43903</c:v>
                </c:pt>
                <c:pt idx="302">
                  <c:v>43906</c:v>
                </c:pt>
                <c:pt idx="303">
                  <c:v>43907</c:v>
                </c:pt>
                <c:pt idx="304">
                  <c:v>43908</c:v>
                </c:pt>
                <c:pt idx="305">
                  <c:v>43909</c:v>
                </c:pt>
                <c:pt idx="306">
                  <c:v>43910</c:v>
                </c:pt>
                <c:pt idx="307">
                  <c:v>43913</c:v>
                </c:pt>
                <c:pt idx="308">
                  <c:v>43914</c:v>
                </c:pt>
                <c:pt idx="309">
                  <c:v>43915</c:v>
                </c:pt>
                <c:pt idx="310">
                  <c:v>43916</c:v>
                </c:pt>
                <c:pt idx="311">
                  <c:v>43917</c:v>
                </c:pt>
                <c:pt idx="312">
                  <c:v>43920</c:v>
                </c:pt>
                <c:pt idx="313">
                  <c:v>43921</c:v>
                </c:pt>
                <c:pt idx="314">
                  <c:v>43922</c:v>
                </c:pt>
                <c:pt idx="315">
                  <c:v>43923</c:v>
                </c:pt>
                <c:pt idx="316">
                  <c:v>43924</c:v>
                </c:pt>
                <c:pt idx="317">
                  <c:v>43927</c:v>
                </c:pt>
                <c:pt idx="318">
                  <c:v>43928</c:v>
                </c:pt>
                <c:pt idx="319">
                  <c:v>43929</c:v>
                </c:pt>
                <c:pt idx="320">
                  <c:v>43930</c:v>
                </c:pt>
                <c:pt idx="321">
                  <c:v>43935</c:v>
                </c:pt>
                <c:pt idx="322">
                  <c:v>43936</c:v>
                </c:pt>
                <c:pt idx="323">
                  <c:v>43937</c:v>
                </c:pt>
                <c:pt idx="324">
                  <c:v>43938</c:v>
                </c:pt>
                <c:pt idx="325">
                  <c:v>43941</c:v>
                </c:pt>
                <c:pt idx="326">
                  <c:v>43942</c:v>
                </c:pt>
                <c:pt idx="327">
                  <c:v>43943</c:v>
                </c:pt>
                <c:pt idx="328">
                  <c:v>43944</c:v>
                </c:pt>
                <c:pt idx="329">
                  <c:v>43945</c:v>
                </c:pt>
                <c:pt idx="330">
                  <c:v>43948</c:v>
                </c:pt>
                <c:pt idx="331">
                  <c:v>43949</c:v>
                </c:pt>
                <c:pt idx="332">
                  <c:v>43950</c:v>
                </c:pt>
                <c:pt idx="333">
                  <c:v>43951</c:v>
                </c:pt>
                <c:pt idx="334">
                  <c:v>43955</c:v>
                </c:pt>
                <c:pt idx="335">
                  <c:v>43956</c:v>
                </c:pt>
                <c:pt idx="336">
                  <c:v>43957</c:v>
                </c:pt>
                <c:pt idx="337">
                  <c:v>43958</c:v>
                </c:pt>
                <c:pt idx="338">
                  <c:v>43959</c:v>
                </c:pt>
                <c:pt idx="339">
                  <c:v>43962</c:v>
                </c:pt>
                <c:pt idx="340">
                  <c:v>43963</c:v>
                </c:pt>
                <c:pt idx="341">
                  <c:v>43964</c:v>
                </c:pt>
                <c:pt idx="342">
                  <c:v>43965</c:v>
                </c:pt>
                <c:pt idx="343">
                  <c:v>43966</c:v>
                </c:pt>
                <c:pt idx="344">
                  <c:v>43969</c:v>
                </c:pt>
                <c:pt idx="345">
                  <c:v>43970</c:v>
                </c:pt>
                <c:pt idx="346">
                  <c:v>43971</c:v>
                </c:pt>
                <c:pt idx="347">
                  <c:v>43972</c:v>
                </c:pt>
                <c:pt idx="348">
                  <c:v>43973</c:v>
                </c:pt>
                <c:pt idx="349">
                  <c:v>43976</c:v>
                </c:pt>
                <c:pt idx="350">
                  <c:v>43977</c:v>
                </c:pt>
                <c:pt idx="351">
                  <c:v>43978</c:v>
                </c:pt>
                <c:pt idx="352">
                  <c:v>43979</c:v>
                </c:pt>
                <c:pt idx="353">
                  <c:v>43980</c:v>
                </c:pt>
                <c:pt idx="354">
                  <c:v>43984</c:v>
                </c:pt>
                <c:pt idx="355">
                  <c:v>43985</c:v>
                </c:pt>
                <c:pt idx="356">
                  <c:v>43986</c:v>
                </c:pt>
                <c:pt idx="357">
                  <c:v>43987</c:v>
                </c:pt>
                <c:pt idx="358">
                  <c:v>43990</c:v>
                </c:pt>
                <c:pt idx="359">
                  <c:v>43991</c:v>
                </c:pt>
                <c:pt idx="360">
                  <c:v>43992</c:v>
                </c:pt>
                <c:pt idx="361">
                  <c:v>43993</c:v>
                </c:pt>
                <c:pt idx="362">
                  <c:v>43994</c:v>
                </c:pt>
                <c:pt idx="363">
                  <c:v>43997</c:v>
                </c:pt>
                <c:pt idx="364">
                  <c:v>43998</c:v>
                </c:pt>
                <c:pt idx="365">
                  <c:v>43999</c:v>
                </c:pt>
                <c:pt idx="366">
                  <c:v>44000</c:v>
                </c:pt>
                <c:pt idx="367">
                  <c:v>44001</c:v>
                </c:pt>
                <c:pt idx="368">
                  <c:v>44004</c:v>
                </c:pt>
                <c:pt idx="369">
                  <c:v>44005</c:v>
                </c:pt>
                <c:pt idx="370">
                  <c:v>44006</c:v>
                </c:pt>
                <c:pt idx="371">
                  <c:v>44007</c:v>
                </c:pt>
                <c:pt idx="372">
                  <c:v>44008</c:v>
                </c:pt>
                <c:pt idx="373">
                  <c:v>44011</c:v>
                </c:pt>
                <c:pt idx="374">
                  <c:v>44012</c:v>
                </c:pt>
                <c:pt idx="375">
                  <c:v>44013</c:v>
                </c:pt>
                <c:pt idx="376">
                  <c:v>44014</c:v>
                </c:pt>
                <c:pt idx="377">
                  <c:v>44015</c:v>
                </c:pt>
                <c:pt idx="378">
                  <c:v>44018</c:v>
                </c:pt>
                <c:pt idx="379">
                  <c:v>44019</c:v>
                </c:pt>
                <c:pt idx="380">
                  <c:v>44020</c:v>
                </c:pt>
                <c:pt idx="381">
                  <c:v>44021</c:v>
                </c:pt>
                <c:pt idx="382">
                  <c:v>44022</c:v>
                </c:pt>
                <c:pt idx="383">
                  <c:v>44025</c:v>
                </c:pt>
                <c:pt idx="384">
                  <c:v>44026</c:v>
                </c:pt>
                <c:pt idx="385">
                  <c:v>44027</c:v>
                </c:pt>
                <c:pt idx="386">
                  <c:v>44028</c:v>
                </c:pt>
                <c:pt idx="387">
                  <c:v>44029</c:v>
                </c:pt>
                <c:pt idx="388">
                  <c:v>44032</c:v>
                </c:pt>
                <c:pt idx="389">
                  <c:v>44033</c:v>
                </c:pt>
                <c:pt idx="390">
                  <c:v>44034</c:v>
                </c:pt>
                <c:pt idx="391">
                  <c:v>44035</c:v>
                </c:pt>
                <c:pt idx="392">
                  <c:v>44036</c:v>
                </c:pt>
                <c:pt idx="393">
                  <c:v>44039</c:v>
                </c:pt>
                <c:pt idx="394">
                  <c:v>44040</c:v>
                </c:pt>
                <c:pt idx="395">
                  <c:v>44041</c:v>
                </c:pt>
                <c:pt idx="396">
                  <c:v>44042</c:v>
                </c:pt>
                <c:pt idx="397">
                  <c:v>44043</c:v>
                </c:pt>
                <c:pt idx="398">
                  <c:v>44046</c:v>
                </c:pt>
                <c:pt idx="399">
                  <c:v>44047</c:v>
                </c:pt>
                <c:pt idx="400">
                  <c:v>44048</c:v>
                </c:pt>
                <c:pt idx="401">
                  <c:v>44049</c:v>
                </c:pt>
                <c:pt idx="402">
                  <c:v>44050</c:v>
                </c:pt>
                <c:pt idx="403">
                  <c:v>44053</c:v>
                </c:pt>
                <c:pt idx="404">
                  <c:v>44054</c:v>
                </c:pt>
                <c:pt idx="405">
                  <c:v>44055</c:v>
                </c:pt>
                <c:pt idx="406">
                  <c:v>44056</c:v>
                </c:pt>
                <c:pt idx="407">
                  <c:v>44057</c:v>
                </c:pt>
                <c:pt idx="408">
                  <c:v>44060</c:v>
                </c:pt>
                <c:pt idx="409">
                  <c:v>44061</c:v>
                </c:pt>
                <c:pt idx="410">
                  <c:v>44062</c:v>
                </c:pt>
                <c:pt idx="411">
                  <c:v>44063</c:v>
                </c:pt>
                <c:pt idx="412">
                  <c:v>44064</c:v>
                </c:pt>
                <c:pt idx="413">
                  <c:v>44067</c:v>
                </c:pt>
                <c:pt idx="414">
                  <c:v>44068</c:v>
                </c:pt>
                <c:pt idx="415">
                  <c:v>44069</c:v>
                </c:pt>
                <c:pt idx="416">
                  <c:v>44070</c:v>
                </c:pt>
                <c:pt idx="417">
                  <c:v>44071</c:v>
                </c:pt>
                <c:pt idx="418">
                  <c:v>44074</c:v>
                </c:pt>
                <c:pt idx="419">
                  <c:v>44075</c:v>
                </c:pt>
                <c:pt idx="420">
                  <c:v>44076</c:v>
                </c:pt>
                <c:pt idx="421">
                  <c:v>44077</c:v>
                </c:pt>
                <c:pt idx="422">
                  <c:v>44078</c:v>
                </c:pt>
                <c:pt idx="423">
                  <c:v>44081</c:v>
                </c:pt>
                <c:pt idx="424">
                  <c:v>44082</c:v>
                </c:pt>
                <c:pt idx="425">
                  <c:v>44083</c:v>
                </c:pt>
                <c:pt idx="426">
                  <c:v>44084</c:v>
                </c:pt>
                <c:pt idx="427">
                  <c:v>44085</c:v>
                </c:pt>
                <c:pt idx="428">
                  <c:v>44088</c:v>
                </c:pt>
                <c:pt idx="429">
                  <c:v>44089</c:v>
                </c:pt>
                <c:pt idx="430">
                  <c:v>44090</c:v>
                </c:pt>
                <c:pt idx="431">
                  <c:v>44091</c:v>
                </c:pt>
                <c:pt idx="432">
                  <c:v>44092</c:v>
                </c:pt>
                <c:pt idx="433">
                  <c:v>44095</c:v>
                </c:pt>
                <c:pt idx="434">
                  <c:v>44096</c:v>
                </c:pt>
                <c:pt idx="435">
                  <c:v>44097</c:v>
                </c:pt>
                <c:pt idx="436">
                  <c:v>44098</c:v>
                </c:pt>
                <c:pt idx="437">
                  <c:v>44099</c:v>
                </c:pt>
                <c:pt idx="438">
                  <c:v>44102</c:v>
                </c:pt>
                <c:pt idx="439">
                  <c:v>44103</c:v>
                </c:pt>
                <c:pt idx="440">
                  <c:v>44104</c:v>
                </c:pt>
                <c:pt idx="441">
                  <c:v>44105</c:v>
                </c:pt>
                <c:pt idx="442">
                  <c:v>44106</c:v>
                </c:pt>
                <c:pt idx="443">
                  <c:v>44109</c:v>
                </c:pt>
                <c:pt idx="444">
                  <c:v>44110</c:v>
                </c:pt>
                <c:pt idx="445">
                  <c:v>44111</c:v>
                </c:pt>
                <c:pt idx="446">
                  <c:v>44112</c:v>
                </c:pt>
                <c:pt idx="447">
                  <c:v>44113</c:v>
                </c:pt>
                <c:pt idx="448">
                  <c:v>44116</c:v>
                </c:pt>
                <c:pt idx="449">
                  <c:v>44117</c:v>
                </c:pt>
                <c:pt idx="450">
                  <c:v>44118</c:v>
                </c:pt>
                <c:pt idx="451">
                  <c:v>44119</c:v>
                </c:pt>
                <c:pt idx="452">
                  <c:v>44120</c:v>
                </c:pt>
                <c:pt idx="453">
                  <c:v>44123</c:v>
                </c:pt>
                <c:pt idx="454">
                  <c:v>44124</c:v>
                </c:pt>
                <c:pt idx="455">
                  <c:v>44125</c:v>
                </c:pt>
                <c:pt idx="456">
                  <c:v>44126</c:v>
                </c:pt>
                <c:pt idx="457">
                  <c:v>44127</c:v>
                </c:pt>
                <c:pt idx="458">
                  <c:v>44130</c:v>
                </c:pt>
                <c:pt idx="459">
                  <c:v>44131</c:v>
                </c:pt>
                <c:pt idx="460">
                  <c:v>44132</c:v>
                </c:pt>
                <c:pt idx="461">
                  <c:v>44133</c:v>
                </c:pt>
                <c:pt idx="462">
                  <c:v>44134</c:v>
                </c:pt>
                <c:pt idx="463">
                  <c:v>44137</c:v>
                </c:pt>
                <c:pt idx="464">
                  <c:v>44138</c:v>
                </c:pt>
                <c:pt idx="465">
                  <c:v>44139</c:v>
                </c:pt>
                <c:pt idx="466">
                  <c:v>44140</c:v>
                </c:pt>
                <c:pt idx="467">
                  <c:v>44141</c:v>
                </c:pt>
                <c:pt idx="468">
                  <c:v>44144</c:v>
                </c:pt>
                <c:pt idx="469">
                  <c:v>44145</c:v>
                </c:pt>
                <c:pt idx="470">
                  <c:v>44146</c:v>
                </c:pt>
                <c:pt idx="471">
                  <c:v>44147</c:v>
                </c:pt>
                <c:pt idx="472">
                  <c:v>44148</c:v>
                </c:pt>
                <c:pt idx="473">
                  <c:v>44151</c:v>
                </c:pt>
                <c:pt idx="474">
                  <c:v>44152</c:v>
                </c:pt>
                <c:pt idx="475">
                  <c:v>44153</c:v>
                </c:pt>
                <c:pt idx="476">
                  <c:v>44154</c:v>
                </c:pt>
                <c:pt idx="477">
                  <c:v>44155</c:v>
                </c:pt>
                <c:pt idx="478">
                  <c:v>44158</c:v>
                </c:pt>
                <c:pt idx="479">
                  <c:v>44159</c:v>
                </c:pt>
                <c:pt idx="480">
                  <c:v>44160</c:v>
                </c:pt>
                <c:pt idx="481">
                  <c:v>44161</c:v>
                </c:pt>
                <c:pt idx="482">
                  <c:v>44162</c:v>
                </c:pt>
                <c:pt idx="483">
                  <c:v>44165</c:v>
                </c:pt>
                <c:pt idx="484">
                  <c:v>44166</c:v>
                </c:pt>
                <c:pt idx="485">
                  <c:v>44167</c:v>
                </c:pt>
                <c:pt idx="486">
                  <c:v>44168</c:v>
                </c:pt>
                <c:pt idx="487">
                  <c:v>44169</c:v>
                </c:pt>
                <c:pt idx="488">
                  <c:v>44172</c:v>
                </c:pt>
                <c:pt idx="489">
                  <c:v>44173</c:v>
                </c:pt>
                <c:pt idx="490">
                  <c:v>44174</c:v>
                </c:pt>
                <c:pt idx="491">
                  <c:v>44175</c:v>
                </c:pt>
                <c:pt idx="492">
                  <c:v>44176</c:v>
                </c:pt>
                <c:pt idx="493">
                  <c:v>44179</c:v>
                </c:pt>
                <c:pt idx="494">
                  <c:v>44180</c:v>
                </c:pt>
                <c:pt idx="495">
                  <c:v>44181</c:v>
                </c:pt>
                <c:pt idx="496">
                  <c:v>44182</c:v>
                </c:pt>
                <c:pt idx="497">
                  <c:v>44183</c:v>
                </c:pt>
                <c:pt idx="498">
                  <c:v>44186</c:v>
                </c:pt>
                <c:pt idx="499">
                  <c:v>44187</c:v>
                </c:pt>
                <c:pt idx="500">
                  <c:v>44188</c:v>
                </c:pt>
                <c:pt idx="501">
                  <c:v>44193</c:v>
                </c:pt>
                <c:pt idx="502">
                  <c:v>44194</c:v>
                </c:pt>
                <c:pt idx="503">
                  <c:v>44195</c:v>
                </c:pt>
                <c:pt idx="504">
                  <c:v>44200</c:v>
                </c:pt>
                <c:pt idx="505">
                  <c:v>44201</c:v>
                </c:pt>
                <c:pt idx="506">
                  <c:v>44202</c:v>
                </c:pt>
                <c:pt idx="507">
                  <c:v>44203</c:v>
                </c:pt>
                <c:pt idx="508">
                  <c:v>44204</c:v>
                </c:pt>
                <c:pt idx="509">
                  <c:v>44207</c:v>
                </c:pt>
                <c:pt idx="510">
                  <c:v>44208</c:v>
                </c:pt>
                <c:pt idx="511">
                  <c:v>44209</c:v>
                </c:pt>
                <c:pt idx="512">
                  <c:v>44210</c:v>
                </c:pt>
                <c:pt idx="513">
                  <c:v>44211</c:v>
                </c:pt>
                <c:pt idx="514">
                  <c:v>44214</c:v>
                </c:pt>
                <c:pt idx="515">
                  <c:v>44215</c:v>
                </c:pt>
                <c:pt idx="516">
                  <c:v>44216</c:v>
                </c:pt>
                <c:pt idx="517">
                  <c:v>44217</c:v>
                </c:pt>
                <c:pt idx="518">
                  <c:v>44218</c:v>
                </c:pt>
                <c:pt idx="519">
                  <c:v>44221</c:v>
                </c:pt>
                <c:pt idx="520">
                  <c:v>44222</c:v>
                </c:pt>
                <c:pt idx="521">
                  <c:v>44223</c:v>
                </c:pt>
                <c:pt idx="522">
                  <c:v>44224</c:v>
                </c:pt>
                <c:pt idx="523">
                  <c:v>44225</c:v>
                </c:pt>
                <c:pt idx="524">
                  <c:v>44228</c:v>
                </c:pt>
                <c:pt idx="525">
                  <c:v>44229</c:v>
                </c:pt>
                <c:pt idx="526">
                  <c:v>44230</c:v>
                </c:pt>
                <c:pt idx="527">
                  <c:v>44231</c:v>
                </c:pt>
                <c:pt idx="528">
                  <c:v>44232</c:v>
                </c:pt>
                <c:pt idx="529">
                  <c:v>44235</c:v>
                </c:pt>
                <c:pt idx="530">
                  <c:v>44236</c:v>
                </c:pt>
                <c:pt idx="531">
                  <c:v>44237</c:v>
                </c:pt>
                <c:pt idx="532">
                  <c:v>44238</c:v>
                </c:pt>
                <c:pt idx="533">
                  <c:v>44239</c:v>
                </c:pt>
                <c:pt idx="534">
                  <c:v>44242</c:v>
                </c:pt>
                <c:pt idx="535">
                  <c:v>44243</c:v>
                </c:pt>
                <c:pt idx="536">
                  <c:v>44244</c:v>
                </c:pt>
                <c:pt idx="537">
                  <c:v>44245</c:v>
                </c:pt>
                <c:pt idx="538">
                  <c:v>44246</c:v>
                </c:pt>
                <c:pt idx="539">
                  <c:v>44249</c:v>
                </c:pt>
                <c:pt idx="540">
                  <c:v>44250</c:v>
                </c:pt>
                <c:pt idx="541">
                  <c:v>44251</c:v>
                </c:pt>
                <c:pt idx="542">
                  <c:v>44252</c:v>
                </c:pt>
                <c:pt idx="543">
                  <c:v>44253</c:v>
                </c:pt>
                <c:pt idx="544">
                  <c:v>44256</c:v>
                </c:pt>
                <c:pt idx="545">
                  <c:v>44257</c:v>
                </c:pt>
                <c:pt idx="546">
                  <c:v>44258</c:v>
                </c:pt>
                <c:pt idx="547">
                  <c:v>44259</c:v>
                </c:pt>
                <c:pt idx="548">
                  <c:v>44260</c:v>
                </c:pt>
                <c:pt idx="549">
                  <c:v>44263</c:v>
                </c:pt>
                <c:pt idx="550">
                  <c:v>44264</c:v>
                </c:pt>
                <c:pt idx="551">
                  <c:v>44265</c:v>
                </c:pt>
                <c:pt idx="552">
                  <c:v>44266</c:v>
                </c:pt>
                <c:pt idx="553">
                  <c:v>44267</c:v>
                </c:pt>
                <c:pt idx="554">
                  <c:v>44270</c:v>
                </c:pt>
                <c:pt idx="555">
                  <c:v>44271</c:v>
                </c:pt>
                <c:pt idx="556">
                  <c:v>44272</c:v>
                </c:pt>
                <c:pt idx="557">
                  <c:v>44273</c:v>
                </c:pt>
                <c:pt idx="558">
                  <c:v>44274</c:v>
                </c:pt>
                <c:pt idx="559">
                  <c:v>44277</c:v>
                </c:pt>
                <c:pt idx="560">
                  <c:v>44278</c:v>
                </c:pt>
                <c:pt idx="561">
                  <c:v>44279</c:v>
                </c:pt>
                <c:pt idx="562">
                  <c:v>44280</c:v>
                </c:pt>
                <c:pt idx="563">
                  <c:v>44281</c:v>
                </c:pt>
                <c:pt idx="564">
                  <c:v>44284</c:v>
                </c:pt>
                <c:pt idx="565">
                  <c:v>44285</c:v>
                </c:pt>
                <c:pt idx="566">
                  <c:v>44286</c:v>
                </c:pt>
                <c:pt idx="567">
                  <c:v>44287</c:v>
                </c:pt>
                <c:pt idx="568">
                  <c:v>44292</c:v>
                </c:pt>
                <c:pt idx="569">
                  <c:v>44293</c:v>
                </c:pt>
                <c:pt idx="570">
                  <c:v>44294</c:v>
                </c:pt>
                <c:pt idx="571">
                  <c:v>44295</c:v>
                </c:pt>
                <c:pt idx="572">
                  <c:v>44298</c:v>
                </c:pt>
                <c:pt idx="573">
                  <c:v>44299</c:v>
                </c:pt>
                <c:pt idx="574">
                  <c:v>44300</c:v>
                </c:pt>
                <c:pt idx="575">
                  <c:v>44301</c:v>
                </c:pt>
                <c:pt idx="576">
                  <c:v>44302</c:v>
                </c:pt>
                <c:pt idx="577">
                  <c:v>44305</c:v>
                </c:pt>
                <c:pt idx="578">
                  <c:v>44306</c:v>
                </c:pt>
                <c:pt idx="579">
                  <c:v>44307</c:v>
                </c:pt>
                <c:pt idx="580">
                  <c:v>44308</c:v>
                </c:pt>
                <c:pt idx="581">
                  <c:v>44309</c:v>
                </c:pt>
                <c:pt idx="582">
                  <c:v>44312</c:v>
                </c:pt>
                <c:pt idx="583">
                  <c:v>44313</c:v>
                </c:pt>
                <c:pt idx="584">
                  <c:v>44314</c:v>
                </c:pt>
                <c:pt idx="585">
                  <c:v>44315</c:v>
                </c:pt>
                <c:pt idx="586">
                  <c:v>44316</c:v>
                </c:pt>
                <c:pt idx="587">
                  <c:v>44319</c:v>
                </c:pt>
                <c:pt idx="588">
                  <c:v>44320</c:v>
                </c:pt>
                <c:pt idx="589">
                  <c:v>44321</c:v>
                </c:pt>
                <c:pt idx="590">
                  <c:v>44322</c:v>
                </c:pt>
                <c:pt idx="591">
                  <c:v>44323</c:v>
                </c:pt>
                <c:pt idx="592">
                  <c:v>44326</c:v>
                </c:pt>
                <c:pt idx="593">
                  <c:v>44327</c:v>
                </c:pt>
                <c:pt idx="594">
                  <c:v>44328</c:v>
                </c:pt>
                <c:pt idx="595">
                  <c:v>44329</c:v>
                </c:pt>
                <c:pt idx="596">
                  <c:v>44330</c:v>
                </c:pt>
                <c:pt idx="597">
                  <c:v>44333</c:v>
                </c:pt>
                <c:pt idx="598">
                  <c:v>44334</c:v>
                </c:pt>
                <c:pt idx="599">
                  <c:v>44335</c:v>
                </c:pt>
                <c:pt idx="600">
                  <c:v>44336</c:v>
                </c:pt>
                <c:pt idx="601">
                  <c:v>44337</c:v>
                </c:pt>
                <c:pt idx="602">
                  <c:v>44341</c:v>
                </c:pt>
                <c:pt idx="603">
                  <c:v>44342</c:v>
                </c:pt>
                <c:pt idx="604">
                  <c:v>44343</c:v>
                </c:pt>
                <c:pt idx="605">
                  <c:v>44344</c:v>
                </c:pt>
                <c:pt idx="606">
                  <c:v>44347</c:v>
                </c:pt>
                <c:pt idx="607">
                  <c:v>44348</c:v>
                </c:pt>
                <c:pt idx="608">
                  <c:v>44349</c:v>
                </c:pt>
                <c:pt idx="609">
                  <c:v>44350</c:v>
                </c:pt>
                <c:pt idx="610">
                  <c:v>44351</c:v>
                </c:pt>
                <c:pt idx="611">
                  <c:v>44354</c:v>
                </c:pt>
                <c:pt idx="612">
                  <c:v>44355</c:v>
                </c:pt>
                <c:pt idx="613">
                  <c:v>44356</c:v>
                </c:pt>
                <c:pt idx="614">
                  <c:v>44357</c:v>
                </c:pt>
                <c:pt idx="615">
                  <c:v>44358</c:v>
                </c:pt>
                <c:pt idx="616">
                  <c:v>44361</c:v>
                </c:pt>
                <c:pt idx="617">
                  <c:v>44362</c:v>
                </c:pt>
                <c:pt idx="618">
                  <c:v>44363</c:v>
                </c:pt>
                <c:pt idx="619">
                  <c:v>44364</c:v>
                </c:pt>
                <c:pt idx="620">
                  <c:v>44365</c:v>
                </c:pt>
                <c:pt idx="621">
                  <c:v>44368</c:v>
                </c:pt>
                <c:pt idx="622">
                  <c:v>44369</c:v>
                </c:pt>
                <c:pt idx="623">
                  <c:v>44370</c:v>
                </c:pt>
                <c:pt idx="624">
                  <c:v>44371</c:v>
                </c:pt>
                <c:pt idx="625">
                  <c:v>44372</c:v>
                </c:pt>
                <c:pt idx="626">
                  <c:v>44375</c:v>
                </c:pt>
                <c:pt idx="627">
                  <c:v>44376</c:v>
                </c:pt>
                <c:pt idx="628">
                  <c:v>44377</c:v>
                </c:pt>
                <c:pt idx="629">
                  <c:v>44378</c:v>
                </c:pt>
                <c:pt idx="630">
                  <c:v>44379</c:v>
                </c:pt>
                <c:pt idx="631">
                  <c:v>44382</c:v>
                </c:pt>
                <c:pt idx="632">
                  <c:v>44383</c:v>
                </c:pt>
                <c:pt idx="633">
                  <c:v>44384</c:v>
                </c:pt>
                <c:pt idx="634">
                  <c:v>44385</c:v>
                </c:pt>
                <c:pt idx="635">
                  <c:v>44386</c:v>
                </c:pt>
                <c:pt idx="636">
                  <c:v>44389</c:v>
                </c:pt>
                <c:pt idx="637">
                  <c:v>44390</c:v>
                </c:pt>
                <c:pt idx="638">
                  <c:v>44391</c:v>
                </c:pt>
                <c:pt idx="639">
                  <c:v>44392</c:v>
                </c:pt>
                <c:pt idx="640">
                  <c:v>44393</c:v>
                </c:pt>
                <c:pt idx="641">
                  <c:v>44396</c:v>
                </c:pt>
                <c:pt idx="642">
                  <c:v>44397</c:v>
                </c:pt>
                <c:pt idx="643">
                  <c:v>44398</c:v>
                </c:pt>
                <c:pt idx="644">
                  <c:v>44399</c:v>
                </c:pt>
                <c:pt idx="645">
                  <c:v>44400</c:v>
                </c:pt>
                <c:pt idx="646">
                  <c:v>44403</c:v>
                </c:pt>
                <c:pt idx="647">
                  <c:v>44404</c:v>
                </c:pt>
                <c:pt idx="648">
                  <c:v>44405</c:v>
                </c:pt>
                <c:pt idx="649">
                  <c:v>44406</c:v>
                </c:pt>
                <c:pt idx="650">
                  <c:v>44407</c:v>
                </c:pt>
                <c:pt idx="651">
                  <c:v>44410</c:v>
                </c:pt>
                <c:pt idx="652">
                  <c:v>44411</c:v>
                </c:pt>
                <c:pt idx="653">
                  <c:v>44412</c:v>
                </c:pt>
                <c:pt idx="654">
                  <c:v>44413</c:v>
                </c:pt>
                <c:pt idx="655">
                  <c:v>44414</c:v>
                </c:pt>
                <c:pt idx="656">
                  <c:v>44417</c:v>
                </c:pt>
                <c:pt idx="657">
                  <c:v>44418</c:v>
                </c:pt>
                <c:pt idx="658">
                  <c:v>44419</c:v>
                </c:pt>
                <c:pt idx="659">
                  <c:v>44420</c:v>
                </c:pt>
                <c:pt idx="660">
                  <c:v>44421</c:v>
                </c:pt>
                <c:pt idx="661">
                  <c:v>44424</c:v>
                </c:pt>
                <c:pt idx="662">
                  <c:v>44425</c:v>
                </c:pt>
                <c:pt idx="663">
                  <c:v>44426</c:v>
                </c:pt>
                <c:pt idx="664">
                  <c:v>44427</c:v>
                </c:pt>
                <c:pt idx="665">
                  <c:v>44428</c:v>
                </c:pt>
                <c:pt idx="666">
                  <c:v>44431</c:v>
                </c:pt>
                <c:pt idx="667">
                  <c:v>44432</c:v>
                </c:pt>
                <c:pt idx="668">
                  <c:v>44433</c:v>
                </c:pt>
                <c:pt idx="669">
                  <c:v>44434</c:v>
                </c:pt>
                <c:pt idx="670">
                  <c:v>44435</c:v>
                </c:pt>
                <c:pt idx="671">
                  <c:v>44438</c:v>
                </c:pt>
                <c:pt idx="672">
                  <c:v>44439</c:v>
                </c:pt>
                <c:pt idx="673">
                  <c:v>44440</c:v>
                </c:pt>
                <c:pt idx="674">
                  <c:v>44441</c:v>
                </c:pt>
                <c:pt idx="675">
                  <c:v>44442</c:v>
                </c:pt>
                <c:pt idx="676">
                  <c:v>44445</c:v>
                </c:pt>
                <c:pt idx="677">
                  <c:v>44446</c:v>
                </c:pt>
                <c:pt idx="678">
                  <c:v>44447</c:v>
                </c:pt>
                <c:pt idx="679">
                  <c:v>44448</c:v>
                </c:pt>
                <c:pt idx="680">
                  <c:v>44449</c:v>
                </c:pt>
                <c:pt idx="681">
                  <c:v>44452</c:v>
                </c:pt>
                <c:pt idx="682">
                  <c:v>44453</c:v>
                </c:pt>
                <c:pt idx="683">
                  <c:v>44454</c:v>
                </c:pt>
                <c:pt idx="684">
                  <c:v>44455</c:v>
                </c:pt>
                <c:pt idx="685">
                  <c:v>44456</c:v>
                </c:pt>
                <c:pt idx="686">
                  <c:v>44459</c:v>
                </c:pt>
                <c:pt idx="687">
                  <c:v>44460</c:v>
                </c:pt>
                <c:pt idx="688">
                  <c:v>44461</c:v>
                </c:pt>
                <c:pt idx="689">
                  <c:v>44462</c:v>
                </c:pt>
                <c:pt idx="690">
                  <c:v>44463</c:v>
                </c:pt>
                <c:pt idx="691">
                  <c:v>44466</c:v>
                </c:pt>
                <c:pt idx="692">
                  <c:v>44467</c:v>
                </c:pt>
                <c:pt idx="693">
                  <c:v>44468</c:v>
                </c:pt>
                <c:pt idx="694">
                  <c:v>44469</c:v>
                </c:pt>
                <c:pt idx="695">
                  <c:v>44470</c:v>
                </c:pt>
                <c:pt idx="696">
                  <c:v>44473</c:v>
                </c:pt>
                <c:pt idx="697">
                  <c:v>44474</c:v>
                </c:pt>
                <c:pt idx="698">
                  <c:v>44475</c:v>
                </c:pt>
                <c:pt idx="699">
                  <c:v>44476</c:v>
                </c:pt>
                <c:pt idx="700">
                  <c:v>44477</c:v>
                </c:pt>
                <c:pt idx="701">
                  <c:v>44480</c:v>
                </c:pt>
                <c:pt idx="702">
                  <c:v>44481</c:v>
                </c:pt>
                <c:pt idx="703">
                  <c:v>44482</c:v>
                </c:pt>
                <c:pt idx="704">
                  <c:v>44483</c:v>
                </c:pt>
                <c:pt idx="705">
                  <c:v>44484</c:v>
                </c:pt>
                <c:pt idx="706">
                  <c:v>44487</c:v>
                </c:pt>
                <c:pt idx="707">
                  <c:v>44488</c:v>
                </c:pt>
                <c:pt idx="708">
                  <c:v>44489</c:v>
                </c:pt>
                <c:pt idx="709">
                  <c:v>44490</c:v>
                </c:pt>
                <c:pt idx="710">
                  <c:v>44491</c:v>
                </c:pt>
                <c:pt idx="711">
                  <c:v>44494</c:v>
                </c:pt>
                <c:pt idx="712">
                  <c:v>44495</c:v>
                </c:pt>
                <c:pt idx="713">
                  <c:v>44496</c:v>
                </c:pt>
                <c:pt idx="714">
                  <c:v>44497</c:v>
                </c:pt>
                <c:pt idx="715">
                  <c:v>44498</c:v>
                </c:pt>
                <c:pt idx="716">
                  <c:v>44501</c:v>
                </c:pt>
                <c:pt idx="717">
                  <c:v>44502</c:v>
                </c:pt>
                <c:pt idx="718">
                  <c:v>44503</c:v>
                </c:pt>
                <c:pt idx="719">
                  <c:v>44504</c:v>
                </c:pt>
                <c:pt idx="720">
                  <c:v>44505</c:v>
                </c:pt>
                <c:pt idx="721">
                  <c:v>44508</c:v>
                </c:pt>
                <c:pt idx="722">
                  <c:v>44509</c:v>
                </c:pt>
                <c:pt idx="723">
                  <c:v>44510</c:v>
                </c:pt>
                <c:pt idx="724">
                  <c:v>44511</c:v>
                </c:pt>
                <c:pt idx="725">
                  <c:v>44512</c:v>
                </c:pt>
                <c:pt idx="726">
                  <c:v>44515</c:v>
                </c:pt>
                <c:pt idx="727">
                  <c:v>44516</c:v>
                </c:pt>
                <c:pt idx="728">
                  <c:v>44517</c:v>
                </c:pt>
                <c:pt idx="729">
                  <c:v>44518</c:v>
                </c:pt>
                <c:pt idx="730">
                  <c:v>44519</c:v>
                </c:pt>
                <c:pt idx="731">
                  <c:v>44522</c:v>
                </c:pt>
                <c:pt idx="732">
                  <c:v>44523</c:v>
                </c:pt>
                <c:pt idx="733">
                  <c:v>44524</c:v>
                </c:pt>
                <c:pt idx="734">
                  <c:v>44525</c:v>
                </c:pt>
                <c:pt idx="735">
                  <c:v>44526</c:v>
                </c:pt>
                <c:pt idx="736">
                  <c:v>44529</c:v>
                </c:pt>
                <c:pt idx="737">
                  <c:v>44530</c:v>
                </c:pt>
                <c:pt idx="738">
                  <c:v>44531</c:v>
                </c:pt>
                <c:pt idx="739">
                  <c:v>44532</c:v>
                </c:pt>
                <c:pt idx="740">
                  <c:v>44533</c:v>
                </c:pt>
                <c:pt idx="741">
                  <c:v>44536</c:v>
                </c:pt>
                <c:pt idx="742">
                  <c:v>44537</c:v>
                </c:pt>
                <c:pt idx="743">
                  <c:v>44538</c:v>
                </c:pt>
                <c:pt idx="744">
                  <c:v>44539</c:v>
                </c:pt>
                <c:pt idx="745">
                  <c:v>44540</c:v>
                </c:pt>
                <c:pt idx="746">
                  <c:v>44543</c:v>
                </c:pt>
                <c:pt idx="747">
                  <c:v>44544</c:v>
                </c:pt>
                <c:pt idx="748">
                  <c:v>44545</c:v>
                </c:pt>
                <c:pt idx="749">
                  <c:v>44546</c:v>
                </c:pt>
                <c:pt idx="750">
                  <c:v>44547</c:v>
                </c:pt>
                <c:pt idx="751">
                  <c:v>44550</c:v>
                </c:pt>
                <c:pt idx="752">
                  <c:v>44551</c:v>
                </c:pt>
                <c:pt idx="753">
                  <c:v>44552</c:v>
                </c:pt>
                <c:pt idx="754">
                  <c:v>44553</c:v>
                </c:pt>
                <c:pt idx="755">
                  <c:v>44557</c:v>
                </c:pt>
                <c:pt idx="756">
                  <c:v>44558</c:v>
                </c:pt>
                <c:pt idx="757">
                  <c:v>44559</c:v>
                </c:pt>
                <c:pt idx="758">
                  <c:v>44560</c:v>
                </c:pt>
                <c:pt idx="759">
                  <c:v>44564</c:v>
                </c:pt>
                <c:pt idx="760">
                  <c:v>44565</c:v>
                </c:pt>
                <c:pt idx="761">
                  <c:v>44566</c:v>
                </c:pt>
                <c:pt idx="762">
                  <c:v>44567</c:v>
                </c:pt>
                <c:pt idx="763">
                  <c:v>44568</c:v>
                </c:pt>
                <c:pt idx="764">
                  <c:v>44571</c:v>
                </c:pt>
                <c:pt idx="765">
                  <c:v>44572</c:v>
                </c:pt>
                <c:pt idx="766">
                  <c:v>44573</c:v>
                </c:pt>
                <c:pt idx="767">
                  <c:v>44574</c:v>
                </c:pt>
                <c:pt idx="768">
                  <c:v>44575</c:v>
                </c:pt>
                <c:pt idx="769">
                  <c:v>44578</c:v>
                </c:pt>
                <c:pt idx="770">
                  <c:v>44579</c:v>
                </c:pt>
                <c:pt idx="771">
                  <c:v>44580</c:v>
                </c:pt>
                <c:pt idx="772">
                  <c:v>44581</c:v>
                </c:pt>
                <c:pt idx="773">
                  <c:v>44582</c:v>
                </c:pt>
                <c:pt idx="774">
                  <c:v>44585</c:v>
                </c:pt>
                <c:pt idx="775">
                  <c:v>44586</c:v>
                </c:pt>
                <c:pt idx="776">
                  <c:v>44587</c:v>
                </c:pt>
                <c:pt idx="777">
                  <c:v>44588</c:v>
                </c:pt>
                <c:pt idx="778">
                  <c:v>44589</c:v>
                </c:pt>
                <c:pt idx="779">
                  <c:v>44592</c:v>
                </c:pt>
                <c:pt idx="780">
                  <c:v>44593</c:v>
                </c:pt>
                <c:pt idx="781">
                  <c:v>44594</c:v>
                </c:pt>
                <c:pt idx="782">
                  <c:v>44595</c:v>
                </c:pt>
                <c:pt idx="783">
                  <c:v>44596</c:v>
                </c:pt>
                <c:pt idx="784">
                  <c:v>44599</c:v>
                </c:pt>
                <c:pt idx="785">
                  <c:v>44600</c:v>
                </c:pt>
                <c:pt idx="786">
                  <c:v>44601</c:v>
                </c:pt>
                <c:pt idx="787">
                  <c:v>44602</c:v>
                </c:pt>
                <c:pt idx="788">
                  <c:v>44603</c:v>
                </c:pt>
                <c:pt idx="789">
                  <c:v>44606</c:v>
                </c:pt>
                <c:pt idx="790">
                  <c:v>44607</c:v>
                </c:pt>
                <c:pt idx="791">
                  <c:v>44608</c:v>
                </c:pt>
                <c:pt idx="792">
                  <c:v>44609</c:v>
                </c:pt>
                <c:pt idx="793">
                  <c:v>44610</c:v>
                </c:pt>
                <c:pt idx="794">
                  <c:v>44613</c:v>
                </c:pt>
                <c:pt idx="795">
                  <c:v>44614</c:v>
                </c:pt>
                <c:pt idx="796">
                  <c:v>44615</c:v>
                </c:pt>
                <c:pt idx="797">
                  <c:v>44616</c:v>
                </c:pt>
                <c:pt idx="798">
                  <c:v>44617</c:v>
                </c:pt>
                <c:pt idx="799">
                  <c:v>44620</c:v>
                </c:pt>
                <c:pt idx="800">
                  <c:v>44621</c:v>
                </c:pt>
                <c:pt idx="801">
                  <c:v>44622</c:v>
                </c:pt>
                <c:pt idx="802">
                  <c:v>44623</c:v>
                </c:pt>
                <c:pt idx="803">
                  <c:v>44624</c:v>
                </c:pt>
                <c:pt idx="804">
                  <c:v>44627</c:v>
                </c:pt>
                <c:pt idx="805">
                  <c:v>44628</c:v>
                </c:pt>
                <c:pt idx="806">
                  <c:v>44629</c:v>
                </c:pt>
                <c:pt idx="807">
                  <c:v>44630</c:v>
                </c:pt>
                <c:pt idx="808">
                  <c:v>44631</c:v>
                </c:pt>
                <c:pt idx="809">
                  <c:v>44634</c:v>
                </c:pt>
                <c:pt idx="810">
                  <c:v>44635</c:v>
                </c:pt>
                <c:pt idx="811">
                  <c:v>44636</c:v>
                </c:pt>
                <c:pt idx="812">
                  <c:v>44637</c:v>
                </c:pt>
                <c:pt idx="813">
                  <c:v>44638</c:v>
                </c:pt>
                <c:pt idx="814">
                  <c:v>44641</c:v>
                </c:pt>
                <c:pt idx="815">
                  <c:v>44642</c:v>
                </c:pt>
                <c:pt idx="816">
                  <c:v>44643</c:v>
                </c:pt>
                <c:pt idx="817">
                  <c:v>44644</c:v>
                </c:pt>
                <c:pt idx="818">
                  <c:v>44645</c:v>
                </c:pt>
                <c:pt idx="819">
                  <c:v>44648</c:v>
                </c:pt>
                <c:pt idx="820">
                  <c:v>44649</c:v>
                </c:pt>
                <c:pt idx="821">
                  <c:v>44650</c:v>
                </c:pt>
                <c:pt idx="822">
                  <c:v>44651</c:v>
                </c:pt>
                <c:pt idx="823">
                  <c:v>44652</c:v>
                </c:pt>
                <c:pt idx="824">
                  <c:v>44655</c:v>
                </c:pt>
                <c:pt idx="825">
                  <c:v>44656</c:v>
                </c:pt>
                <c:pt idx="826">
                  <c:v>44657</c:v>
                </c:pt>
                <c:pt idx="827">
                  <c:v>44658</c:v>
                </c:pt>
                <c:pt idx="828">
                  <c:v>44659</c:v>
                </c:pt>
                <c:pt idx="829">
                  <c:v>44662</c:v>
                </c:pt>
                <c:pt idx="830">
                  <c:v>44663</c:v>
                </c:pt>
                <c:pt idx="831">
                  <c:v>44664</c:v>
                </c:pt>
                <c:pt idx="832">
                  <c:v>44665</c:v>
                </c:pt>
                <c:pt idx="833">
                  <c:v>44670</c:v>
                </c:pt>
                <c:pt idx="834">
                  <c:v>44671</c:v>
                </c:pt>
                <c:pt idx="835">
                  <c:v>44672</c:v>
                </c:pt>
                <c:pt idx="836">
                  <c:v>44673</c:v>
                </c:pt>
                <c:pt idx="837">
                  <c:v>44676</c:v>
                </c:pt>
                <c:pt idx="838">
                  <c:v>44677</c:v>
                </c:pt>
                <c:pt idx="839">
                  <c:v>44678</c:v>
                </c:pt>
                <c:pt idx="840">
                  <c:v>44679</c:v>
                </c:pt>
                <c:pt idx="841">
                  <c:v>44680</c:v>
                </c:pt>
                <c:pt idx="842">
                  <c:v>44683</c:v>
                </c:pt>
                <c:pt idx="843">
                  <c:v>44684</c:v>
                </c:pt>
                <c:pt idx="844">
                  <c:v>44685</c:v>
                </c:pt>
                <c:pt idx="845">
                  <c:v>44686</c:v>
                </c:pt>
                <c:pt idx="846">
                  <c:v>44687</c:v>
                </c:pt>
                <c:pt idx="847">
                  <c:v>44690</c:v>
                </c:pt>
                <c:pt idx="848">
                  <c:v>44691</c:v>
                </c:pt>
                <c:pt idx="849">
                  <c:v>44692</c:v>
                </c:pt>
                <c:pt idx="850">
                  <c:v>44693</c:v>
                </c:pt>
                <c:pt idx="851">
                  <c:v>44694</c:v>
                </c:pt>
                <c:pt idx="852">
                  <c:v>44697</c:v>
                </c:pt>
                <c:pt idx="853">
                  <c:v>44698</c:v>
                </c:pt>
                <c:pt idx="854">
                  <c:v>44699</c:v>
                </c:pt>
                <c:pt idx="855">
                  <c:v>44700</c:v>
                </c:pt>
                <c:pt idx="856">
                  <c:v>44701</c:v>
                </c:pt>
                <c:pt idx="857">
                  <c:v>44704</c:v>
                </c:pt>
                <c:pt idx="858">
                  <c:v>44705</c:v>
                </c:pt>
                <c:pt idx="859">
                  <c:v>44706</c:v>
                </c:pt>
                <c:pt idx="860">
                  <c:v>44707</c:v>
                </c:pt>
                <c:pt idx="861">
                  <c:v>44708</c:v>
                </c:pt>
                <c:pt idx="862">
                  <c:v>44711</c:v>
                </c:pt>
                <c:pt idx="863">
                  <c:v>44712</c:v>
                </c:pt>
                <c:pt idx="864">
                  <c:v>44713</c:v>
                </c:pt>
                <c:pt idx="865">
                  <c:v>44714</c:v>
                </c:pt>
                <c:pt idx="866">
                  <c:v>44715</c:v>
                </c:pt>
                <c:pt idx="867">
                  <c:v>44718</c:v>
                </c:pt>
                <c:pt idx="868">
                  <c:v>44719</c:v>
                </c:pt>
                <c:pt idx="869">
                  <c:v>44720</c:v>
                </c:pt>
                <c:pt idx="870">
                  <c:v>44721</c:v>
                </c:pt>
                <c:pt idx="871">
                  <c:v>44722</c:v>
                </c:pt>
                <c:pt idx="872">
                  <c:v>44725</c:v>
                </c:pt>
                <c:pt idx="873">
                  <c:v>44726</c:v>
                </c:pt>
                <c:pt idx="874">
                  <c:v>44727</c:v>
                </c:pt>
                <c:pt idx="875">
                  <c:v>44728</c:v>
                </c:pt>
                <c:pt idx="876">
                  <c:v>44729</c:v>
                </c:pt>
                <c:pt idx="877">
                  <c:v>44732</c:v>
                </c:pt>
                <c:pt idx="878">
                  <c:v>44733</c:v>
                </c:pt>
                <c:pt idx="879">
                  <c:v>44734</c:v>
                </c:pt>
                <c:pt idx="880">
                  <c:v>44735</c:v>
                </c:pt>
                <c:pt idx="881">
                  <c:v>44736</c:v>
                </c:pt>
                <c:pt idx="882">
                  <c:v>44739</c:v>
                </c:pt>
                <c:pt idx="883">
                  <c:v>44740</c:v>
                </c:pt>
                <c:pt idx="884">
                  <c:v>44741</c:v>
                </c:pt>
                <c:pt idx="885">
                  <c:v>44742</c:v>
                </c:pt>
                <c:pt idx="886">
                  <c:v>44743</c:v>
                </c:pt>
                <c:pt idx="887">
                  <c:v>44746</c:v>
                </c:pt>
                <c:pt idx="888">
                  <c:v>44747</c:v>
                </c:pt>
                <c:pt idx="889">
                  <c:v>44748</c:v>
                </c:pt>
                <c:pt idx="890">
                  <c:v>44749</c:v>
                </c:pt>
                <c:pt idx="891">
                  <c:v>44750</c:v>
                </c:pt>
                <c:pt idx="892">
                  <c:v>44753</c:v>
                </c:pt>
                <c:pt idx="893">
                  <c:v>44754</c:v>
                </c:pt>
                <c:pt idx="894">
                  <c:v>44755</c:v>
                </c:pt>
                <c:pt idx="895">
                  <c:v>44756</c:v>
                </c:pt>
                <c:pt idx="896">
                  <c:v>44757</c:v>
                </c:pt>
                <c:pt idx="897">
                  <c:v>44760</c:v>
                </c:pt>
                <c:pt idx="898">
                  <c:v>44761</c:v>
                </c:pt>
                <c:pt idx="899">
                  <c:v>44762</c:v>
                </c:pt>
                <c:pt idx="900">
                  <c:v>44763</c:v>
                </c:pt>
                <c:pt idx="901">
                  <c:v>44764</c:v>
                </c:pt>
                <c:pt idx="902">
                  <c:v>44767</c:v>
                </c:pt>
                <c:pt idx="903">
                  <c:v>44768</c:v>
                </c:pt>
                <c:pt idx="904">
                  <c:v>44769</c:v>
                </c:pt>
                <c:pt idx="905">
                  <c:v>44770</c:v>
                </c:pt>
                <c:pt idx="906">
                  <c:v>44771</c:v>
                </c:pt>
                <c:pt idx="907">
                  <c:v>44774</c:v>
                </c:pt>
                <c:pt idx="908">
                  <c:v>44775</c:v>
                </c:pt>
                <c:pt idx="909">
                  <c:v>44776</c:v>
                </c:pt>
                <c:pt idx="910">
                  <c:v>44777</c:v>
                </c:pt>
                <c:pt idx="911">
                  <c:v>44778</c:v>
                </c:pt>
                <c:pt idx="912">
                  <c:v>44781</c:v>
                </c:pt>
                <c:pt idx="913">
                  <c:v>44782</c:v>
                </c:pt>
                <c:pt idx="914">
                  <c:v>44783</c:v>
                </c:pt>
                <c:pt idx="915">
                  <c:v>44784</c:v>
                </c:pt>
                <c:pt idx="916">
                  <c:v>44785</c:v>
                </c:pt>
                <c:pt idx="917">
                  <c:v>44789</c:v>
                </c:pt>
                <c:pt idx="918">
                  <c:v>44790</c:v>
                </c:pt>
                <c:pt idx="919">
                  <c:v>44791</c:v>
                </c:pt>
                <c:pt idx="920">
                  <c:v>44792</c:v>
                </c:pt>
                <c:pt idx="921">
                  <c:v>44795</c:v>
                </c:pt>
                <c:pt idx="922">
                  <c:v>44796</c:v>
                </c:pt>
                <c:pt idx="923">
                  <c:v>44797</c:v>
                </c:pt>
                <c:pt idx="924">
                  <c:v>44798</c:v>
                </c:pt>
                <c:pt idx="925">
                  <c:v>44799</c:v>
                </c:pt>
                <c:pt idx="926">
                  <c:v>44802</c:v>
                </c:pt>
                <c:pt idx="927">
                  <c:v>44803</c:v>
                </c:pt>
                <c:pt idx="928">
                  <c:v>44804</c:v>
                </c:pt>
                <c:pt idx="929">
                  <c:v>44805</c:v>
                </c:pt>
                <c:pt idx="930">
                  <c:v>44806</c:v>
                </c:pt>
                <c:pt idx="931">
                  <c:v>44809</c:v>
                </c:pt>
                <c:pt idx="932">
                  <c:v>44810</c:v>
                </c:pt>
                <c:pt idx="933">
                  <c:v>44811</c:v>
                </c:pt>
                <c:pt idx="934">
                  <c:v>44812</c:v>
                </c:pt>
                <c:pt idx="935">
                  <c:v>44813</c:v>
                </c:pt>
                <c:pt idx="936">
                  <c:v>44816</c:v>
                </c:pt>
                <c:pt idx="937">
                  <c:v>44817</c:v>
                </c:pt>
                <c:pt idx="938">
                  <c:v>44818</c:v>
                </c:pt>
                <c:pt idx="939">
                  <c:v>44819</c:v>
                </c:pt>
                <c:pt idx="940">
                  <c:v>44820</c:v>
                </c:pt>
                <c:pt idx="941">
                  <c:v>44823</c:v>
                </c:pt>
                <c:pt idx="942">
                  <c:v>44824</c:v>
                </c:pt>
                <c:pt idx="943">
                  <c:v>44825</c:v>
                </c:pt>
                <c:pt idx="944">
                  <c:v>44826</c:v>
                </c:pt>
                <c:pt idx="945">
                  <c:v>44827</c:v>
                </c:pt>
                <c:pt idx="946">
                  <c:v>44830</c:v>
                </c:pt>
                <c:pt idx="947">
                  <c:v>44831</c:v>
                </c:pt>
                <c:pt idx="948">
                  <c:v>44832</c:v>
                </c:pt>
                <c:pt idx="949">
                  <c:v>44833</c:v>
                </c:pt>
                <c:pt idx="950">
                  <c:v>44834</c:v>
                </c:pt>
                <c:pt idx="951">
                  <c:v>44837</c:v>
                </c:pt>
                <c:pt idx="952">
                  <c:v>44838</c:v>
                </c:pt>
                <c:pt idx="953">
                  <c:v>44839</c:v>
                </c:pt>
                <c:pt idx="954">
                  <c:v>44840</c:v>
                </c:pt>
                <c:pt idx="955">
                  <c:v>44841</c:v>
                </c:pt>
                <c:pt idx="956">
                  <c:v>44844</c:v>
                </c:pt>
                <c:pt idx="957">
                  <c:v>44845</c:v>
                </c:pt>
                <c:pt idx="958">
                  <c:v>44846</c:v>
                </c:pt>
                <c:pt idx="959">
                  <c:v>44847</c:v>
                </c:pt>
                <c:pt idx="960">
                  <c:v>44848</c:v>
                </c:pt>
                <c:pt idx="961">
                  <c:v>44851</c:v>
                </c:pt>
                <c:pt idx="962">
                  <c:v>44852</c:v>
                </c:pt>
                <c:pt idx="963">
                  <c:v>44853</c:v>
                </c:pt>
                <c:pt idx="964">
                  <c:v>44854</c:v>
                </c:pt>
                <c:pt idx="965">
                  <c:v>44855</c:v>
                </c:pt>
                <c:pt idx="966">
                  <c:v>44858</c:v>
                </c:pt>
                <c:pt idx="967">
                  <c:v>44859</c:v>
                </c:pt>
                <c:pt idx="968">
                  <c:v>44860</c:v>
                </c:pt>
                <c:pt idx="969">
                  <c:v>44861</c:v>
                </c:pt>
                <c:pt idx="970">
                  <c:v>44862</c:v>
                </c:pt>
                <c:pt idx="971">
                  <c:v>44865</c:v>
                </c:pt>
                <c:pt idx="972">
                  <c:v>44866</c:v>
                </c:pt>
                <c:pt idx="973">
                  <c:v>44867</c:v>
                </c:pt>
                <c:pt idx="974">
                  <c:v>44868</c:v>
                </c:pt>
                <c:pt idx="975">
                  <c:v>44869</c:v>
                </c:pt>
                <c:pt idx="976">
                  <c:v>44872</c:v>
                </c:pt>
                <c:pt idx="977">
                  <c:v>44873</c:v>
                </c:pt>
                <c:pt idx="978">
                  <c:v>44874</c:v>
                </c:pt>
                <c:pt idx="979">
                  <c:v>44875</c:v>
                </c:pt>
                <c:pt idx="980">
                  <c:v>44876</c:v>
                </c:pt>
                <c:pt idx="981">
                  <c:v>44879</c:v>
                </c:pt>
                <c:pt idx="982">
                  <c:v>44880</c:v>
                </c:pt>
                <c:pt idx="983">
                  <c:v>44881</c:v>
                </c:pt>
                <c:pt idx="984">
                  <c:v>44882</c:v>
                </c:pt>
                <c:pt idx="985">
                  <c:v>44883</c:v>
                </c:pt>
                <c:pt idx="986">
                  <c:v>44886</c:v>
                </c:pt>
                <c:pt idx="987">
                  <c:v>44887</c:v>
                </c:pt>
                <c:pt idx="988">
                  <c:v>44888</c:v>
                </c:pt>
                <c:pt idx="989">
                  <c:v>44889</c:v>
                </c:pt>
                <c:pt idx="990">
                  <c:v>44890</c:v>
                </c:pt>
                <c:pt idx="991">
                  <c:v>44893</c:v>
                </c:pt>
                <c:pt idx="992">
                  <c:v>44894</c:v>
                </c:pt>
                <c:pt idx="993">
                  <c:v>44895</c:v>
                </c:pt>
                <c:pt idx="994">
                  <c:v>44896</c:v>
                </c:pt>
                <c:pt idx="995">
                  <c:v>44897</c:v>
                </c:pt>
                <c:pt idx="996">
                  <c:v>44900</c:v>
                </c:pt>
                <c:pt idx="997">
                  <c:v>44901</c:v>
                </c:pt>
                <c:pt idx="998">
                  <c:v>44902</c:v>
                </c:pt>
                <c:pt idx="999">
                  <c:v>44903</c:v>
                </c:pt>
                <c:pt idx="1000">
                  <c:v>44904</c:v>
                </c:pt>
                <c:pt idx="1001">
                  <c:v>44907</c:v>
                </c:pt>
                <c:pt idx="1002">
                  <c:v>44908</c:v>
                </c:pt>
                <c:pt idx="1003">
                  <c:v>44909</c:v>
                </c:pt>
                <c:pt idx="1004">
                  <c:v>44910</c:v>
                </c:pt>
                <c:pt idx="1005">
                  <c:v>44911</c:v>
                </c:pt>
                <c:pt idx="1006">
                  <c:v>44914</c:v>
                </c:pt>
                <c:pt idx="1007">
                  <c:v>44915</c:v>
                </c:pt>
                <c:pt idx="1008">
                  <c:v>44916</c:v>
                </c:pt>
                <c:pt idx="1009">
                  <c:v>44917</c:v>
                </c:pt>
                <c:pt idx="1010">
                  <c:v>44918</c:v>
                </c:pt>
                <c:pt idx="1011">
                  <c:v>44922</c:v>
                </c:pt>
                <c:pt idx="1012">
                  <c:v>44923</c:v>
                </c:pt>
                <c:pt idx="1013">
                  <c:v>44924</c:v>
                </c:pt>
                <c:pt idx="1014">
                  <c:v>44925</c:v>
                </c:pt>
                <c:pt idx="1015">
                  <c:v>44928</c:v>
                </c:pt>
                <c:pt idx="1016">
                  <c:v>44929</c:v>
                </c:pt>
                <c:pt idx="1017">
                  <c:v>44930</c:v>
                </c:pt>
                <c:pt idx="1018">
                  <c:v>44931</c:v>
                </c:pt>
                <c:pt idx="1019">
                  <c:v>44932</c:v>
                </c:pt>
                <c:pt idx="1020">
                  <c:v>44935</c:v>
                </c:pt>
                <c:pt idx="1021">
                  <c:v>44936</c:v>
                </c:pt>
                <c:pt idx="1022">
                  <c:v>44937</c:v>
                </c:pt>
                <c:pt idx="1023">
                  <c:v>44938</c:v>
                </c:pt>
                <c:pt idx="1024">
                  <c:v>44939</c:v>
                </c:pt>
                <c:pt idx="1025">
                  <c:v>44942</c:v>
                </c:pt>
                <c:pt idx="1026">
                  <c:v>44943</c:v>
                </c:pt>
                <c:pt idx="1027">
                  <c:v>44944</c:v>
                </c:pt>
                <c:pt idx="1028">
                  <c:v>44945</c:v>
                </c:pt>
                <c:pt idx="1029">
                  <c:v>44946</c:v>
                </c:pt>
                <c:pt idx="1030">
                  <c:v>44949</c:v>
                </c:pt>
                <c:pt idx="1031">
                  <c:v>44950</c:v>
                </c:pt>
                <c:pt idx="1032">
                  <c:v>44951</c:v>
                </c:pt>
                <c:pt idx="1033">
                  <c:v>44952</c:v>
                </c:pt>
                <c:pt idx="1034">
                  <c:v>44953</c:v>
                </c:pt>
                <c:pt idx="1035">
                  <c:v>44956</c:v>
                </c:pt>
                <c:pt idx="1036">
                  <c:v>44957</c:v>
                </c:pt>
                <c:pt idx="1037">
                  <c:v>44958</c:v>
                </c:pt>
                <c:pt idx="1038">
                  <c:v>44959</c:v>
                </c:pt>
                <c:pt idx="1039">
                  <c:v>44960</c:v>
                </c:pt>
                <c:pt idx="1040">
                  <c:v>44963</c:v>
                </c:pt>
                <c:pt idx="1041">
                  <c:v>44964</c:v>
                </c:pt>
                <c:pt idx="1042">
                  <c:v>44965</c:v>
                </c:pt>
                <c:pt idx="1043">
                  <c:v>44966</c:v>
                </c:pt>
                <c:pt idx="1044">
                  <c:v>44967</c:v>
                </c:pt>
                <c:pt idx="1045">
                  <c:v>44970</c:v>
                </c:pt>
                <c:pt idx="1046">
                  <c:v>44971</c:v>
                </c:pt>
                <c:pt idx="1047">
                  <c:v>44972</c:v>
                </c:pt>
                <c:pt idx="1048">
                  <c:v>44973</c:v>
                </c:pt>
                <c:pt idx="1049">
                  <c:v>44974</c:v>
                </c:pt>
                <c:pt idx="1050">
                  <c:v>44977</c:v>
                </c:pt>
                <c:pt idx="1051">
                  <c:v>44978</c:v>
                </c:pt>
                <c:pt idx="1052">
                  <c:v>44979</c:v>
                </c:pt>
                <c:pt idx="1053">
                  <c:v>44980</c:v>
                </c:pt>
                <c:pt idx="1054">
                  <c:v>44981</c:v>
                </c:pt>
                <c:pt idx="1055">
                  <c:v>44984</c:v>
                </c:pt>
                <c:pt idx="1056">
                  <c:v>44985</c:v>
                </c:pt>
                <c:pt idx="1057">
                  <c:v>44986</c:v>
                </c:pt>
                <c:pt idx="1058">
                  <c:v>44987</c:v>
                </c:pt>
                <c:pt idx="1059">
                  <c:v>44988</c:v>
                </c:pt>
                <c:pt idx="1060">
                  <c:v>44991</c:v>
                </c:pt>
                <c:pt idx="1061">
                  <c:v>44992</c:v>
                </c:pt>
                <c:pt idx="1062">
                  <c:v>44993</c:v>
                </c:pt>
                <c:pt idx="1063">
                  <c:v>44994</c:v>
                </c:pt>
                <c:pt idx="1064">
                  <c:v>44995</c:v>
                </c:pt>
                <c:pt idx="1065">
                  <c:v>44998</c:v>
                </c:pt>
                <c:pt idx="1066">
                  <c:v>44999</c:v>
                </c:pt>
                <c:pt idx="1067">
                  <c:v>45000</c:v>
                </c:pt>
                <c:pt idx="1068">
                  <c:v>45001</c:v>
                </c:pt>
                <c:pt idx="1069">
                  <c:v>45002</c:v>
                </c:pt>
                <c:pt idx="1070">
                  <c:v>45005</c:v>
                </c:pt>
                <c:pt idx="1071">
                  <c:v>45006</c:v>
                </c:pt>
                <c:pt idx="1072">
                  <c:v>45007</c:v>
                </c:pt>
                <c:pt idx="1073">
                  <c:v>45008</c:v>
                </c:pt>
                <c:pt idx="1074">
                  <c:v>45009</c:v>
                </c:pt>
                <c:pt idx="1075">
                  <c:v>45012</c:v>
                </c:pt>
                <c:pt idx="1076">
                  <c:v>45013</c:v>
                </c:pt>
                <c:pt idx="1077">
                  <c:v>45014</c:v>
                </c:pt>
                <c:pt idx="1078">
                  <c:v>45015</c:v>
                </c:pt>
                <c:pt idx="1079">
                  <c:v>45016</c:v>
                </c:pt>
                <c:pt idx="1080">
                  <c:v>45019</c:v>
                </c:pt>
                <c:pt idx="1081">
                  <c:v>45020</c:v>
                </c:pt>
                <c:pt idx="1082">
                  <c:v>45021</c:v>
                </c:pt>
                <c:pt idx="1083">
                  <c:v>45022</c:v>
                </c:pt>
                <c:pt idx="1084">
                  <c:v>45027</c:v>
                </c:pt>
                <c:pt idx="1085">
                  <c:v>45028</c:v>
                </c:pt>
                <c:pt idx="1086">
                  <c:v>45029</c:v>
                </c:pt>
                <c:pt idx="1087">
                  <c:v>45030</c:v>
                </c:pt>
                <c:pt idx="1088">
                  <c:v>45033</c:v>
                </c:pt>
                <c:pt idx="1089">
                  <c:v>45034</c:v>
                </c:pt>
                <c:pt idx="1090">
                  <c:v>45035</c:v>
                </c:pt>
                <c:pt idx="1091">
                  <c:v>45036</c:v>
                </c:pt>
                <c:pt idx="1092">
                  <c:v>45037</c:v>
                </c:pt>
                <c:pt idx="1093">
                  <c:v>45040</c:v>
                </c:pt>
                <c:pt idx="1094">
                  <c:v>45041</c:v>
                </c:pt>
                <c:pt idx="1095">
                  <c:v>45042</c:v>
                </c:pt>
                <c:pt idx="1096">
                  <c:v>45043</c:v>
                </c:pt>
                <c:pt idx="1097">
                  <c:v>45044</c:v>
                </c:pt>
                <c:pt idx="1098">
                  <c:v>45048</c:v>
                </c:pt>
                <c:pt idx="1099">
                  <c:v>45049</c:v>
                </c:pt>
                <c:pt idx="1100">
                  <c:v>45050</c:v>
                </c:pt>
                <c:pt idx="1101">
                  <c:v>45051</c:v>
                </c:pt>
                <c:pt idx="1102">
                  <c:v>45054</c:v>
                </c:pt>
                <c:pt idx="1103">
                  <c:v>45055</c:v>
                </c:pt>
                <c:pt idx="1104">
                  <c:v>45056</c:v>
                </c:pt>
                <c:pt idx="1105">
                  <c:v>45057</c:v>
                </c:pt>
                <c:pt idx="1106">
                  <c:v>45058</c:v>
                </c:pt>
                <c:pt idx="1107">
                  <c:v>45061</c:v>
                </c:pt>
                <c:pt idx="1108">
                  <c:v>45062</c:v>
                </c:pt>
                <c:pt idx="1109">
                  <c:v>45063</c:v>
                </c:pt>
                <c:pt idx="1110">
                  <c:v>45064</c:v>
                </c:pt>
                <c:pt idx="1111">
                  <c:v>45065</c:v>
                </c:pt>
                <c:pt idx="1112">
                  <c:v>45068</c:v>
                </c:pt>
                <c:pt idx="1113">
                  <c:v>45069</c:v>
                </c:pt>
                <c:pt idx="1114">
                  <c:v>45070</c:v>
                </c:pt>
                <c:pt idx="1115">
                  <c:v>45071</c:v>
                </c:pt>
                <c:pt idx="1116">
                  <c:v>45072</c:v>
                </c:pt>
                <c:pt idx="1117">
                  <c:v>45075</c:v>
                </c:pt>
                <c:pt idx="1118">
                  <c:v>45076</c:v>
                </c:pt>
                <c:pt idx="1119">
                  <c:v>45077</c:v>
                </c:pt>
                <c:pt idx="1120">
                  <c:v>45078</c:v>
                </c:pt>
                <c:pt idx="1121">
                  <c:v>45079</c:v>
                </c:pt>
                <c:pt idx="1122">
                  <c:v>45082</c:v>
                </c:pt>
                <c:pt idx="1123">
                  <c:v>45083</c:v>
                </c:pt>
                <c:pt idx="1124">
                  <c:v>45084</c:v>
                </c:pt>
                <c:pt idx="1125">
                  <c:v>45085</c:v>
                </c:pt>
                <c:pt idx="1126">
                  <c:v>45086</c:v>
                </c:pt>
                <c:pt idx="1127">
                  <c:v>45089</c:v>
                </c:pt>
                <c:pt idx="1128">
                  <c:v>45090</c:v>
                </c:pt>
                <c:pt idx="1129">
                  <c:v>45091</c:v>
                </c:pt>
                <c:pt idx="1130">
                  <c:v>45092</c:v>
                </c:pt>
                <c:pt idx="1131">
                  <c:v>45093</c:v>
                </c:pt>
                <c:pt idx="1132">
                  <c:v>45096</c:v>
                </c:pt>
                <c:pt idx="1133">
                  <c:v>45097</c:v>
                </c:pt>
                <c:pt idx="1134">
                  <c:v>45098</c:v>
                </c:pt>
                <c:pt idx="1135">
                  <c:v>45099</c:v>
                </c:pt>
                <c:pt idx="1136">
                  <c:v>45100</c:v>
                </c:pt>
                <c:pt idx="1137">
                  <c:v>45103</c:v>
                </c:pt>
                <c:pt idx="1138">
                  <c:v>45104</c:v>
                </c:pt>
                <c:pt idx="1139">
                  <c:v>45105</c:v>
                </c:pt>
                <c:pt idx="1140">
                  <c:v>45106</c:v>
                </c:pt>
                <c:pt idx="1141">
                  <c:v>45107</c:v>
                </c:pt>
                <c:pt idx="1142">
                  <c:v>45110</c:v>
                </c:pt>
                <c:pt idx="1143">
                  <c:v>45111</c:v>
                </c:pt>
                <c:pt idx="1144">
                  <c:v>45112</c:v>
                </c:pt>
                <c:pt idx="1145">
                  <c:v>45113</c:v>
                </c:pt>
                <c:pt idx="1146">
                  <c:v>45114</c:v>
                </c:pt>
                <c:pt idx="1147">
                  <c:v>45117</c:v>
                </c:pt>
                <c:pt idx="1148">
                  <c:v>45118</c:v>
                </c:pt>
                <c:pt idx="1149">
                  <c:v>45119</c:v>
                </c:pt>
                <c:pt idx="1150">
                  <c:v>45120</c:v>
                </c:pt>
                <c:pt idx="1151">
                  <c:v>45121</c:v>
                </c:pt>
                <c:pt idx="1152">
                  <c:v>45124</c:v>
                </c:pt>
                <c:pt idx="1153">
                  <c:v>45125</c:v>
                </c:pt>
                <c:pt idx="1154">
                  <c:v>45126</c:v>
                </c:pt>
                <c:pt idx="1155">
                  <c:v>45127</c:v>
                </c:pt>
                <c:pt idx="1156">
                  <c:v>45128</c:v>
                </c:pt>
                <c:pt idx="1157">
                  <c:v>45131</c:v>
                </c:pt>
                <c:pt idx="1158">
                  <c:v>45132</c:v>
                </c:pt>
                <c:pt idx="1159">
                  <c:v>45133</c:v>
                </c:pt>
                <c:pt idx="1160">
                  <c:v>45134</c:v>
                </c:pt>
                <c:pt idx="1161">
                  <c:v>45135</c:v>
                </c:pt>
                <c:pt idx="1162">
                  <c:v>45138</c:v>
                </c:pt>
                <c:pt idx="1163">
                  <c:v>45139</c:v>
                </c:pt>
                <c:pt idx="1164">
                  <c:v>45140</c:v>
                </c:pt>
                <c:pt idx="1165">
                  <c:v>45141</c:v>
                </c:pt>
                <c:pt idx="1166">
                  <c:v>45142</c:v>
                </c:pt>
                <c:pt idx="1167">
                  <c:v>45145</c:v>
                </c:pt>
                <c:pt idx="1168">
                  <c:v>45146</c:v>
                </c:pt>
                <c:pt idx="1169">
                  <c:v>45147</c:v>
                </c:pt>
                <c:pt idx="1170">
                  <c:v>45148</c:v>
                </c:pt>
                <c:pt idx="1171">
                  <c:v>45149</c:v>
                </c:pt>
                <c:pt idx="1172">
                  <c:v>45152</c:v>
                </c:pt>
                <c:pt idx="1173">
                  <c:v>45154</c:v>
                </c:pt>
                <c:pt idx="1174">
                  <c:v>45155</c:v>
                </c:pt>
                <c:pt idx="1175">
                  <c:v>45156</c:v>
                </c:pt>
                <c:pt idx="1176">
                  <c:v>45159</c:v>
                </c:pt>
                <c:pt idx="1177">
                  <c:v>45160</c:v>
                </c:pt>
                <c:pt idx="1178">
                  <c:v>45161</c:v>
                </c:pt>
                <c:pt idx="1179">
                  <c:v>45162</c:v>
                </c:pt>
                <c:pt idx="1180">
                  <c:v>45163</c:v>
                </c:pt>
                <c:pt idx="1181">
                  <c:v>45166</c:v>
                </c:pt>
                <c:pt idx="1182">
                  <c:v>45167</c:v>
                </c:pt>
                <c:pt idx="1183">
                  <c:v>45168</c:v>
                </c:pt>
                <c:pt idx="1184">
                  <c:v>45169</c:v>
                </c:pt>
                <c:pt idx="1185">
                  <c:v>45170</c:v>
                </c:pt>
                <c:pt idx="1186">
                  <c:v>45173</c:v>
                </c:pt>
                <c:pt idx="1187">
                  <c:v>45174</c:v>
                </c:pt>
                <c:pt idx="1188">
                  <c:v>45175</c:v>
                </c:pt>
                <c:pt idx="1189">
                  <c:v>45176</c:v>
                </c:pt>
                <c:pt idx="1190">
                  <c:v>45177</c:v>
                </c:pt>
                <c:pt idx="1191">
                  <c:v>45180</c:v>
                </c:pt>
                <c:pt idx="1192">
                  <c:v>45181</c:v>
                </c:pt>
                <c:pt idx="1193">
                  <c:v>45182</c:v>
                </c:pt>
                <c:pt idx="1194">
                  <c:v>45183</c:v>
                </c:pt>
                <c:pt idx="1195">
                  <c:v>45184</c:v>
                </c:pt>
                <c:pt idx="1196">
                  <c:v>45187</c:v>
                </c:pt>
                <c:pt idx="1197">
                  <c:v>45188</c:v>
                </c:pt>
                <c:pt idx="1198">
                  <c:v>45189</c:v>
                </c:pt>
                <c:pt idx="1199">
                  <c:v>45190</c:v>
                </c:pt>
                <c:pt idx="1200">
                  <c:v>45191</c:v>
                </c:pt>
                <c:pt idx="1201">
                  <c:v>45194</c:v>
                </c:pt>
                <c:pt idx="1202">
                  <c:v>45195</c:v>
                </c:pt>
                <c:pt idx="1203">
                  <c:v>45196</c:v>
                </c:pt>
                <c:pt idx="1204">
                  <c:v>45197</c:v>
                </c:pt>
                <c:pt idx="1205">
                  <c:v>45198</c:v>
                </c:pt>
                <c:pt idx="1206">
                  <c:v>45201</c:v>
                </c:pt>
                <c:pt idx="1207">
                  <c:v>45202</c:v>
                </c:pt>
                <c:pt idx="1208">
                  <c:v>45203</c:v>
                </c:pt>
                <c:pt idx="1209">
                  <c:v>45204</c:v>
                </c:pt>
                <c:pt idx="1210">
                  <c:v>45205</c:v>
                </c:pt>
                <c:pt idx="1211">
                  <c:v>45208</c:v>
                </c:pt>
                <c:pt idx="1212">
                  <c:v>45209</c:v>
                </c:pt>
                <c:pt idx="1213">
                  <c:v>45210</c:v>
                </c:pt>
                <c:pt idx="1214">
                  <c:v>45211</c:v>
                </c:pt>
                <c:pt idx="1215">
                  <c:v>45212</c:v>
                </c:pt>
                <c:pt idx="1216">
                  <c:v>45215</c:v>
                </c:pt>
                <c:pt idx="1217">
                  <c:v>45216</c:v>
                </c:pt>
                <c:pt idx="1218">
                  <c:v>45217</c:v>
                </c:pt>
                <c:pt idx="1219">
                  <c:v>45218</c:v>
                </c:pt>
                <c:pt idx="1220">
                  <c:v>45219</c:v>
                </c:pt>
                <c:pt idx="1221">
                  <c:v>45222</c:v>
                </c:pt>
                <c:pt idx="1222">
                  <c:v>45223</c:v>
                </c:pt>
                <c:pt idx="1223">
                  <c:v>45224</c:v>
                </c:pt>
                <c:pt idx="1224">
                  <c:v>45225</c:v>
                </c:pt>
                <c:pt idx="1225">
                  <c:v>45226</c:v>
                </c:pt>
                <c:pt idx="1226">
                  <c:v>45229</c:v>
                </c:pt>
                <c:pt idx="1227">
                  <c:v>45230</c:v>
                </c:pt>
                <c:pt idx="1228">
                  <c:v>45231</c:v>
                </c:pt>
                <c:pt idx="1229">
                  <c:v>45232</c:v>
                </c:pt>
                <c:pt idx="1230">
                  <c:v>45233</c:v>
                </c:pt>
                <c:pt idx="1231">
                  <c:v>45236</c:v>
                </c:pt>
                <c:pt idx="1232">
                  <c:v>45237</c:v>
                </c:pt>
                <c:pt idx="1233">
                  <c:v>45238</c:v>
                </c:pt>
                <c:pt idx="1234">
                  <c:v>45239</c:v>
                </c:pt>
                <c:pt idx="1235">
                  <c:v>45240</c:v>
                </c:pt>
                <c:pt idx="1236">
                  <c:v>45243</c:v>
                </c:pt>
                <c:pt idx="1237">
                  <c:v>45244</c:v>
                </c:pt>
                <c:pt idx="1238">
                  <c:v>45245</c:v>
                </c:pt>
                <c:pt idx="1239">
                  <c:v>45246</c:v>
                </c:pt>
                <c:pt idx="1240">
                  <c:v>45247</c:v>
                </c:pt>
                <c:pt idx="1241">
                  <c:v>45250</c:v>
                </c:pt>
                <c:pt idx="1242">
                  <c:v>45251</c:v>
                </c:pt>
                <c:pt idx="1243">
                  <c:v>45252</c:v>
                </c:pt>
                <c:pt idx="1244">
                  <c:v>45253</c:v>
                </c:pt>
                <c:pt idx="1245">
                  <c:v>45254</c:v>
                </c:pt>
                <c:pt idx="1246">
                  <c:v>45257</c:v>
                </c:pt>
                <c:pt idx="1247">
                  <c:v>45258</c:v>
                </c:pt>
                <c:pt idx="1248">
                  <c:v>45259</c:v>
                </c:pt>
                <c:pt idx="1249">
                  <c:v>45260</c:v>
                </c:pt>
                <c:pt idx="1250">
                  <c:v>45261</c:v>
                </c:pt>
                <c:pt idx="1251">
                  <c:v>45264</c:v>
                </c:pt>
                <c:pt idx="1252">
                  <c:v>45265</c:v>
                </c:pt>
                <c:pt idx="1253">
                  <c:v>45266</c:v>
                </c:pt>
                <c:pt idx="1254">
                  <c:v>45267</c:v>
                </c:pt>
                <c:pt idx="1255">
                  <c:v>45268</c:v>
                </c:pt>
                <c:pt idx="1256">
                  <c:v>45271</c:v>
                </c:pt>
                <c:pt idx="1257">
                  <c:v>45272</c:v>
                </c:pt>
                <c:pt idx="1258">
                  <c:v>45273</c:v>
                </c:pt>
                <c:pt idx="1259">
                  <c:v>45274</c:v>
                </c:pt>
                <c:pt idx="1260">
                  <c:v>45275</c:v>
                </c:pt>
                <c:pt idx="1261">
                  <c:v>45278</c:v>
                </c:pt>
                <c:pt idx="1262">
                  <c:v>45279</c:v>
                </c:pt>
                <c:pt idx="1263">
                  <c:v>45280</c:v>
                </c:pt>
                <c:pt idx="1264">
                  <c:v>45281</c:v>
                </c:pt>
                <c:pt idx="1265">
                  <c:v>45282</c:v>
                </c:pt>
                <c:pt idx="1266">
                  <c:v>45287</c:v>
                </c:pt>
                <c:pt idx="1267">
                  <c:v>45288</c:v>
                </c:pt>
                <c:pt idx="1268">
                  <c:v>45289</c:v>
                </c:pt>
              </c:numCache>
            </c:numRef>
          </c:cat>
          <c:val>
            <c:numRef>
              <c:f>'Confronto con indicizzazione'!$D$2:$D$1270</c:f>
              <c:numCache>
                <c:formatCode>#,##0.00\ "€"</c:formatCode>
                <c:ptCount val="1269"/>
                <c:pt idx="0">
                  <c:v>100</c:v>
                </c:pt>
                <c:pt idx="1">
                  <c:v>98.626912514711663</c:v>
                </c:pt>
                <c:pt idx="2">
                  <c:v>103.53079639074147</c:v>
                </c:pt>
                <c:pt idx="3">
                  <c:v>104.27618673989801</c:v>
                </c:pt>
                <c:pt idx="4">
                  <c:v>106.12004707728522</c:v>
                </c:pt>
                <c:pt idx="5">
                  <c:v>109.0623774029031</c:v>
                </c:pt>
                <c:pt idx="6">
                  <c:v>109.0623774029031</c:v>
                </c:pt>
                <c:pt idx="7">
                  <c:v>108.08160062769714</c:v>
                </c:pt>
                <c:pt idx="8">
                  <c:v>107.80698313063948</c:v>
                </c:pt>
                <c:pt idx="9">
                  <c:v>108.86622204786191</c:v>
                </c:pt>
                <c:pt idx="10">
                  <c:v>109.72930561004316</c:v>
                </c:pt>
                <c:pt idx="11">
                  <c:v>108.35621812475482</c:v>
                </c:pt>
                <c:pt idx="12">
                  <c:v>109.88622989407612</c:v>
                </c:pt>
                <c:pt idx="13">
                  <c:v>108.70929776382896</c:v>
                </c:pt>
                <c:pt idx="14">
                  <c:v>107.728520988623</c:v>
                </c:pt>
                <c:pt idx="15">
                  <c:v>106.3946645743429</c:v>
                </c:pt>
                <c:pt idx="16">
                  <c:v>108.08160062769714</c:v>
                </c:pt>
                <c:pt idx="17">
                  <c:v>113.45625735582583</c:v>
                </c:pt>
                <c:pt idx="18">
                  <c:v>112.94625343271872</c:v>
                </c:pt>
                <c:pt idx="19">
                  <c:v>111.76932130247157</c:v>
                </c:pt>
                <c:pt idx="20">
                  <c:v>110.86700666928209</c:v>
                </c:pt>
                <c:pt idx="21">
                  <c:v>111.41624166339741</c:v>
                </c:pt>
                <c:pt idx="22">
                  <c:v>113.10317771675167</c:v>
                </c:pt>
                <c:pt idx="23">
                  <c:v>112.08316987053747</c:v>
                </c:pt>
                <c:pt idx="24">
                  <c:v>112.90702236171049</c:v>
                </c:pt>
                <c:pt idx="25">
                  <c:v>113.06394664574344</c:v>
                </c:pt>
                <c:pt idx="26">
                  <c:v>108.08160062769714</c:v>
                </c:pt>
                <c:pt idx="27">
                  <c:v>105.92389172224404</c:v>
                </c:pt>
                <c:pt idx="28">
                  <c:v>106.47312671635936</c:v>
                </c:pt>
                <c:pt idx="29">
                  <c:v>108.27775598273834</c:v>
                </c:pt>
                <c:pt idx="30">
                  <c:v>108.67006669282071</c:v>
                </c:pt>
                <c:pt idx="31">
                  <c:v>107.65005884660653</c:v>
                </c:pt>
                <c:pt idx="32">
                  <c:v>109.92546096508435</c:v>
                </c:pt>
                <c:pt idx="33">
                  <c:v>108.82699097685366</c:v>
                </c:pt>
                <c:pt idx="34">
                  <c:v>109.02314633189488</c:v>
                </c:pt>
                <c:pt idx="35">
                  <c:v>112.24009415457041</c:v>
                </c:pt>
                <c:pt idx="36">
                  <c:v>112.04393879952923</c:v>
                </c:pt>
                <c:pt idx="37">
                  <c:v>112.004707728521</c:v>
                </c:pt>
                <c:pt idx="38">
                  <c:v>115.41781090623775</c:v>
                </c:pt>
                <c:pt idx="39">
                  <c:v>115.22165555119656</c:v>
                </c:pt>
                <c:pt idx="40">
                  <c:v>115.49627304825422</c:v>
                </c:pt>
                <c:pt idx="41">
                  <c:v>114.98626912514712</c:v>
                </c:pt>
                <c:pt idx="42">
                  <c:v>117.57551981169085</c:v>
                </c:pt>
                <c:pt idx="43">
                  <c:v>116.98705374656728</c:v>
                </c:pt>
                <c:pt idx="44">
                  <c:v>116.71243624950962</c:v>
                </c:pt>
                <c:pt idx="45">
                  <c:v>115.81012161632015</c:v>
                </c:pt>
                <c:pt idx="46">
                  <c:v>113.69164378187526</c:v>
                </c:pt>
                <c:pt idx="47">
                  <c:v>111.61239701843861</c:v>
                </c:pt>
                <c:pt idx="48">
                  <c:v>112.24009415457041</c:v>
                </c:pt>
                <c:pt idx="49">
                  <c:v>109.92546096508435</c:v>
                </c:pt>
                <c:pt idx="50">
                  <c:v>110.47469595919969</c:v>
                </c:pt>
                <c:pt idx="51">
                  <c:v>110.08238524911731</c:v>
                </c:pt>
                <c:pt idx="52">
                  <c:v>109.88622989407612</c:v>
                </c:pt>
                <c:pt idx="53">
                  <c:v>109.02314633189488</c:v>
                </c:pt>
                <c:pt idx="54">
                  <c:v>113.37779521380934</c:v>
                </c:pt>
                <c:pt idx="55">
                  <c:v>110.86700666928209</c:v>
                </c:pt>
                <c:pt idx="56">
                  <c:v>110.94546881129857</c:v>
                </c:pt>
                <c:pt idx="57">
                  <c:v>108.59160455080423</c:v>
                </c:pt>
                <c:pt idx="58">
                  <c:v>108.94468418987839</c:v>
                </c:pt>
                <c:pt idx="59">
                  <c:v>107.49313456257357</c:v>
                </c:pt>
                <c:pt idx="60">
                  <c:v>108.2385249117301</c:v>
                </c:pt>
                <c:pt idx="61">
                  <c:v>107.37544134954886</c:v>
                </c:pt>
                <c:pt idx="62">
                  <c:v>109.72930561004316</c:v>
                </c:pt>
                <c:pt idx="63">
                  <c:v>113.10317771675167</c:v>
                </c:pt>
                <c:pt idx="64">
                  <c:v>114.63318948607298</c:v>
                </c:pt>
                <c:pt idx="65">
                  <c:v>116.20243232640253</c:v>
                </c:pt>
                <c:pt idx="66">
                  <c:v>117.10474695959201</c:v>
                </c:pt>
                <c:pt idx="67">
                  <c:v>116.16320125539428</c:v>
                </c:pt>
                <c:pt idx="68">
                  <c:v>117.37936445664967</c:v>
                </c:pt>
                <c:pt idx="69">
                  <c:v>115.18242448018832</c:v>
                </c:pt>
                <c:pt idx="70">
                  <c:v>114.7508826990977</c:v>
                </c:pt>
                <c:pt idx="71">
                  <c:v>115.84935268732836</c:v>
                </c:pt>
                <c:pt idx="72">
                  <c:v>118.20321694782268</c:v>
                </c:pt>
                <c:pt idx="73">
                  <c:v>119.38014907806985</c:v>
                </c:pt>
                <c:pt idx="74">
                  <c:v>121.45939584150649</c:v>
                </c:pt>
                <c:pt idx="75">
                  <c:v>124.55865045115732</c:v>
                </c:pt>
                <c:pt idx="76">
                  <c:v>126.59866614358575</c:v>
                </c:pt>
                <c:pt idx="77">
                  <c:v>124.51941938014907</c:v>
                </c:pt>
                <c:pt idx="78">
                  <c:v>123.34248724990194</c:v>
                </c:pt>
                <c:pt idx="79">
                  <c:v>121.65555119654768</c:v>
                </c:pt>
                <c:pt idx="80">
                  <c:v>121.89093762259711</c:v>
                </c:pt>
                <c:pt idx="81">
                  <c:v>122.00863083562183</c:v>
                </c:pt>
                <c:pt idx="82">
                  <c:v>121.30247155747354</c:v>
                </c:pt>
                <c:pt idx="83">
                  <c:v>126.44174185955276</c:v>
                </c:pt>
                <c:pt idx="84">
                  <c:v>126.08866222047862</c:v>
                </c:pt>
                <c:pt idx="85">
                  <c:v>123.49941153393489</c:v>
                </c:pt>
                <c:pt idx="86">
                  <c:v>119.92938407218519</c:v>
                </c:pt>
                <c:pt idx="87">
                  <c:v>120.59631227932523</c:v>
                </c:pt>
                <c:pt idx="88">
                  <c:v>117.88936837975679</c:v>
                </c:pt>
                <c:pt idx="89">
                  <c:v>116.86936053354258</c:v>
                </c:pt>
                <c:pt idx="90">
                  <c:v>113.73087485288349</c:v>
                </c:pt>
                <c:pt idx="91">
                  <c:v>115.53550411926246</c:v>
                </c:pt>
                <c:pt idx="92">
                  <c:v>119.30168693605336</c:v>
                </c:pt>
                <c:pt idx="93">
                  <c:v>118.3209101608474</c:v>
                </c:pt>
                <c:pt idx="94">
                  <c:v>116.90859160455081</c:v>
                </c:pt>
                <c:pt idx="95">
                  <c:v>114.31934091800706</c:v>
                </c:pt>
                <c:pt idx="96">
                  <c:v>114.63318948607298</c:v>
                </c:pt>
                <c:pt idx="97">
                  <c:v>113.0247155747352</c:v>
                </c:pt>
                <c:pt idx="98">
                  <c:v>111.41624166339741</c:v>
                </c:pt>
                <c:pt idx="99">
                  <c:v>111.49470380541391</c:v>
                </c:pt>
                <c:pt idx="100">
                  <c:v>112.75009807767754</c:v>
                </c:pt>
                <c:pt idx="101">
                  <c:v>113.80933699489997</c:v>
                </c:pt>
                <c:pt idx="102">
                  <c:v>112.12240094154571</c:v>
                </c:pt>
                <c:pt idx="103">
                  <c:v>111.92624558650452</c:v>
                </c:pt>
                <c:pt idx="104">
                  <c:v>109.41545704197726</c:v>
                </c:pt>
                <c:pt idx="105">
                  <c:v>109.0623774029031</c:v>
                </c:pt>
                <c:pt idx="106">
                  <c:v>112.71086700666928</c:v>
                </c:pt>
                <c:pt idx="107">
                  <c:v>111.96547665751275</c:v>
                </c:pt>
                <c:pt idx="108">
                  <c:v>111.29854845037271</c:v>
                </c:pt>
                <c:pt idx="109">
                  <c:v>110.82777559827383</c:v>
                </c:pt>
                <c:pt idx="110">
                  <c:v>112.31855629658689</c:v>
                </c:pt>
                <c:pt idx="111">
                  <c:v>110.86700666928209</c:v>
                </c:pt>
                <c:pt idx="112">
                  <c:v>111.84778344448804</c:v>
                </c:pt>
                <c:pt idx="113">
                  <c:v>110.20007846214202</c:v>
                </c:pt>
                <c:pt idx="114">
                  <c:v>110.12161632012554</c:v>
                </c:pt>
                <c:pt idx="115">
                  <c:v>112.47548058061987</c:v>
                </c:pt>
                <c:pt idx="116">
                  <c:v>113.2208709297764</c:v>
                </c:pt>
                <c:pt idx="117">
                  <c:v>114.35857198901532</c:v>
                </c:pt>
                <c:pt idx="118">
                  <c:v>113.77010592389173</c:v>
                </c:pt>
                <c:pt idx="119">
                  <c:v>114.20164770498235</c:v>
                </c:pt>
                <c:pt idx="120">
                  <c:v>113.2208709297764</c:v>
                </c:pt>
                <c:pt idx="121">
                  <c:v>114.24087877599061</c:v>
                </c:pt>
                <c:pt idx="122">
                  <c:v>113.8485680659082</c:v>
                </c:pt>
                <c:pt idx="123">
                  <c:v>112.08316987053747</c:v>
                </c:pt>
                <c:pt idx="124">
                  <c:v>113.41702628481758</c:v>
                </c:pt>
                <c:pt idx="125">
                  <c:v>113.69164378187526</c:v>
                </c:pt>
                <c:pt idx="126">
                  <c:v>115.88858375833662</c:v>
                </c:pt>
                <c:pt idx="127">
                  <c:v>116.20243232640253</c:v>
                </c:pt>
                <c:pt idx="128">
                  <c:v>116.00627697136132</c:v>
                </c:pt>
                <c:pt idx="129">
                  <c:v>116.00627697136132</c:v>
                </c:pt>
                <c:pt idx="130">
                  <c:v>115.84935268732836</c:v>
                </c:pt>
                <c:pt idx="131">
                  <c:v>115.53550411926246</c:v>
                </c:pt>
                <c:pt idx="132">
                  <c:v>115.49627304825422</c:v>
                </c:pt>
                <c:pt idx="133">
                  <c:v>118.75245194193802</c:v>
                </c:pt>
                <c:pt idx="134">
                  <c:v>118.87014515496274</c:v>
                </c:pt>
                <c:pt idx="135">
                  <c:v>120.47861906630052</c:v>
                </c:pt>
                <c:pt idx="136">
                  <c:v>118.39937230286388</c:v>
                </c:pt>
                <c:pt idx="137">
                  <c:v>116.43781875245193</c:v>
                </c:pt>
                <c:pt idx="138">
                  <c:v>116.55551196547667</c:v>
                </c:pt>
                <c:pt idx="139">
                  <c:v>116.7908983915261</c:v>
                </c:pt>
                <c:pt idx="140">
                  <c:v>121.77324440957238</c:v>
                </c:pt>
                <c:pt idx="141">
                  <c:v>123.9309533150255</c:v>
                </c:pt>
                <c:pt idx="142">
                  <c:v>121.61632012553945</c:v>
                </c:pt>
                <c:pt idx="143">
                  <c:v>121.65555119654768</c:v>
                </c:pt>
                <c:pt idx="144">
                  <c:v>119.81169085916046</c:v>
                </c:pt>
                <c:pt idx="145">
                  <c:v>117.34013338564144</c:v>
                </c:pt>
                <c:pt idx="146">
                  <c:v>117.06551588858376</c:v>
                </c:pt>
                <c:pt idx="147">
                  <c:v>117.37936445664967</c:v>
                </c:pt>
                <c:pt idx="148">
                  <c:v>114.00549234994115</c:v>
                </c:pt>
                <c:pt idx="149">
                  <c:v>111.8085523734798</c:v>
                </c:pt>
                <c:pt idx="150">
                  <c:v>112.12240094154571</c:v>
                </c:pt>
                <c:pt idx="151">
                  <c:v>113.0247155747352</c:v>
                </c:pt>
                <c:pt idx="152">
                  <c:v>113.92703020792467</c:v>
                </c:pt>
                <c:pt idx="153">
                  <c:v>111.37701059238918</c:v>
                </c:pt>
                <c:pt idx="154">
                  <c:v>111.22008630835623</c:v>
                </c:pt>
                <c:pt idx="155">
                  <c:v>112.31855629658689</c:v>
                </c:pt>
                <c:pt idx="156">
                  <c:v>110.5923891722244</c:v>
                </c:pt>
                <c:pt idx="157">
                  <c:v>108.08160062769714</c:v>
                </c:pt>
                <c:pt idx="158">
                  <c:v>109.61161239701845</c:v>
                </c:pt>
                <c:pt idx="159">
                  <c:v>108.39544919576305</c:v>
                </c:pt>
                <c:pt idx="160">
                  <c:v>110.51392703020795</c:v>
                </c:pt>
                <c:pt idx="161">
                  <c:v>110.39623381718322</c:v>
                </c:pt>
                <c:pt idx="162">
                  <c:v>109.1800706159278</c:v>
                </c:pt>
                <c:pt idx="163">
                  <c:v>108.94468418987839</c:v>
                </c:pt>
                <c:pt idx="164">
                  <c:v>109.84699882306788</c:v>
                </c:pt>
                <c:pt idx="165">
                  <c:v>109.88622989407612</c:v>
                </c:pt>
                <c:pt idx="166">
                  <c:v>110.5923891722244</c:v>
                </c:pt>
                <c:pt idx="167">
                  <c:v>111.92624558650452</c:v>
                </c:pt>
                <c:pt idx="168">
                  <c:v>112.55394272263635</c:v>
                </c:pt>
                <c:pt idx="169">
                  <c:v>112.43624950961161</c:v>
                </c:pt>
                <c:pt idx="170">
                  <c:v>114.31934091800706</c:v>
                </c:pt>
                <c:pt idx="171">
                  <c:v>117.92859945076502</c:v>
                </c:pt>
                <c:pt idx="172">
                  <c:v>117.57551981169085</c:v>
                </c:pt>
                <c:pt idx="173">
                  <c:v>118.98783836798745</c:v>
                </c:pt>
                <c:pt idx="174">
                  <c:v>118.75245194193802</c:v>
                </c:pt>
                <c:pt idx="175">
                  <c:v>118.3209101608474</c:v>
                </c:pt>
                <c:pt idx="176">
                  <c:v>118.47783444488036</c:v>
                </c:pt>
                <c:pt idx="177">
                  <c:v>121.30247155747354</c:v>
                </c:pt>
                <c:pt idx="178">
                  <c:v>120.55708120831699</c:v>
                </c:pt>
                <c:pt idx="179">
                  <c:v>119.45861122008633</c:v>
                </c:pt>
                <c:pt idx="180">
                  <c:v>119.34091800706162</c:v>
                </c:pt>
                <c:pt idx="181">
                  <c:v>120.1647704982346</c:v>
                </c:pt>
                <c:pt idx="182">
                  <c:v>121.73401333856415</c:v>
                </c:pt>
                <c:pt idx="183">
                  <c:v>118.71322087092979</c:v>
                </c:pt>
                <c:pt idx="184">
                  <c:v>115.73165947430365</c:v>
                </c:pt>
                <c:pt idx="185">
                  <c:v>115.81012161632015</c:v>
                </c:pt>
                <c:pt idx="186">
                  <c:v>114.94703805413889</c:v>
                </c:pt>
                <c:pt idx="187">
                  <c:v>115.10396233817184</c:v>
                </c:pt>
                <c:pt idx="188">
                  <c:v>117.10474695959201</c:v>
                </c:pt>
                <c:pt idx="189">
                  <c:v>116.39858768144371</c:v>
                </c:pt>
                <c:pt idx="190">
                  <c:v>113.5347194978423</c:v>
                </c:pt>
                <c:pt idx="191">
                  <c:v>114.00549234994115</c:v>
                </c:pt>
                <c:pt idx="192">
                  <c:v>114.0447234209494</c:v>
                </c:pt>
                <c:pt idx="193">
                  <c:v>113.65241271086701</c:v>
                </c:pt>
                <c:pt idx="194">
                  <c:v>116.00627697136132</c:v>
                </c:pt>
                <c:pt idx="195">
                  <c:v>118.12475480580619</c:v>
                </c:pt>
                <c:pt idx="196">
                  <c:v>121.93016869360534</c:v>
                </c:pt>
                <c:pt idx="197">
                  <c:v>123.81326010200078</c:v>
                </c:pt>
                <c:pt idx="198">
                  <c:v>125.57865829737152</c:v>
                </c:pt>
                <c:pt idx="199">
                  <c:v>127.06943899568459</c:v>
                </c:pt>
                <c:pt idx="200">
                  <c:v>128.79560612004707</c:v>
                </c:pt>
                <c:pt idx="201">
                  <c:v>128.20714005492351</c:v>
                </c:pt>
                <c:pt idx="202">
                  <c:v>128.91329933307182</c:v>
                </c:pt>
                <c:pt idx="203">
                  <c:v>129.10945468811298</c:v>
                </c:pt>
                <c:pt idx="204">
                  <c:v>128.28560219693998</c:v>
                </c:pt>
                <c:pt idx="205">
                  <c:v>129.6194586112201</c:v>
                </c:pt>
                <c:pt idx="206">
                  <c:v>128.95253040408002</c:v>
                </c:pt>
                <c:pt idx="207">
                  <c:v>132.20870929776385</c:v>
                </c:pt>
                <c:pt idx="208">
                  <c:v>132.01255394272263</c:v>
                </c:pt>
                <c:pt idx="209">
                  <c:v>132.44409572381326</c:v>
                </c:pt>
                <c:pt idx="210">
                  <c:v>129.46253432718714</c:v>
                </c:pt>
                <c:pt idx="211">
                  <c:v>130.56100431541782</c:v>
                </c:pt>
                <c:pt idx="212">
                  <c:v>134.44488034523346</c:v>
                </c:pt>
                <c:pt idx="213">
                  <c:v>134.09180070615929</c:v>
                </c:pt>
                <c:pt idx="214">
                  <c:v>134.40564927422517</c:v>
                </c:pt>
                <c:pt idx="215">
                  <c:v>137.30874852883485</c:v>
                </c:pt>
                <c:pt idx="216">
                  <c:v>135.26873283640643</c:v>
                </c:pt>
                <c:pt idx="217">
                  <c:v>135.03334641035701</c:v>
                </c:pt>
                <c:pt idx="218">
                  <c:v>135.89642997253827</c:v>
                </c:pt>
                <c:pt idx="219">
                  <c:v>134.79795998430757</c:v>
                </c:pt>
                <c:pt idx="220">
                  <c:v>134.79795998430757</c:v>
                </c:pt>
                <c:pt idx="221">
                  <c:v>135.81796783052178</c:v>
                </c:pt>
                <c:pt idx="222">
                  <c:v>131.1494703805414</c:v>
                </c:pt>
                <c:pt idx="223">
                  <c:v>132.48332679482152</c:v>
                </c:pt>
                <c:pt idx="224">
                  <c:v>131.69870537465673</c:v>
                </c:pt>
                <c:pt idx="225">
                  <c:v>132.16947822675559</c:v>
                </c:pt>
                <c:pt idx="226">
                  <c:v>131.89486072969791</c:v>
                </c:pt>
                <c:pt idx="227">
                  <c:v>133.15025500196157</c:v>
                </c:pt>
                <c:pt idx="228">
                  <c:v>133.4641035700275</c:v>
                </c:pt>
                <c:pt idx="229">
                  <c:v>133.85641428010985</c:v>
                </c:pt>
                <c:pt idx="230">
                  <c:v>133.69948999607689</c:v>
                </c:pt>
                <c:pt idx="231">
                  <c:v>131.77716751667325</c:v>
                </c:pt>
                <c:pt idx="232">
                  <c:v>131.1494703805414</c:v>
                </c:pt>
                <c:pt idx="233">
                  <c:v>130.83562181247549</c:v>
                </c:pt>
                <c:pt idx="234">
                  <c:v>131.81639858768145</c:v>
                </c:pt>
                <c:pt idx="235">
                  <c:v>131.62024323264026</c:v>
                </c:pt>
                <c:pt idx="236">
                  <c:v>132.3656335817968</c:v>
                </c:pt>
                <c:pt idx="237">
                  <c:v>130.63946645743428</c:v>
                </c:pt>
                <c:pt idx="238">
                  <c:v>130.20792467634365</c:v>
                </c:pt>
                <c:pt idx="239">
                  <c:v>131.11023930953317</c:v>
                </c:pt>
                <c:pt idx="240">
                  <c:v>133.03256178893685</c:v>
                </c:pt>
                <c:pt idx="241">
                  <c:v>135.11180855237347</c:v>
                </c:pt>
                <c:pt idx="242">
                  <c:v>134.68026677128287</c:v>
                </c:pt>
                <c:pt idx="243">
                  <c:v>133.54256571204394</c:v>
                </c:pt>
                <c:pt idx="244">
                  <c:v>133.34641035700275</c:v>
                </c:pt>
                <c:pt idx="245">
                  <c:v>132.64025107885448</c:v>
                </c:pt>
                <c:pt idx="246">
                  <c:v>132.48332679482152</c:v>
                </c:pt>
                <c:pt idx="247">
                  <c:v>131.89486072969791</c:v>
                </c:pt>
                <c:pt idx="248">
                  <c:v>131.81639858768145</c:v>
                </c:pt>
                <c:pt idx="249">
                  <c:v>130.71792859945077</c:v>
                </c:pt>
                <c:pt idx="250">
                  <c:v>132.7579442918792</c:v>
                </c:pt>
                <c:pt idx="251">
                  <c:v>131.46331894860731</c:v>
                </c:pt>
                <c:pt idx="252">
                  <c:v>130.83562181247549</c:v>
                </c:pt>
                <c:pt idx="253">
                  <c:v>132.44409572381326</c:v>
                </c:pt>
                <c:pt idx="254">
                  <c:v>132.71871322087091</c:v>
                </c:pt>
                <c:pt idx="255">
                  <c:v>135.19027069438997</c:v>
                </c:pt>
                <c:pt idx="256">
                  <c:v>137.03413103177718</c:v>
                </c:pt>
                <c:pt idx="257">
                  <c:v>136.36720282463713</c:v>
                </c:pt>
                <c:pt idx="258">
                  <c:v>135.93566104354647</c:v>
                </c:pt>
                <c:pt idx="259">
                  <c:v>133.89564535111811</c:v>
                </c:pt>
                <c:pt idx="260">
                  <c:v>133.07179285994508</c:v>
                </c:pt>
                <c:pt idx="261">
                  <c:v>132.87563750490386</c:v>
                </c:pt>
                <c:pt idx="262">
                  <c:v>133.30717928599449</c:v>
                </c:pt>
                <c:pt idx="263">
                  <c:v>133.22871714397803</c:v>
                </c:pt>
                <c:pt idx="264">
                  <c:v>131.54178109062377</c:v>
                </c:pt>
                <c:pt idx="265">
                  <c:v>130.52177324440959</c:v>
                </c:pt>
                <c:pt idx="266">
                  <c:v>130.60023538642605</c:v>
                </c:pt>
                <c:pt idx="267">
                  <c:v>125.9709690074539</c:v>
                </c:pt>
                <c:pt idx="268">
                  <c:v>126.01020007846213</c:v>
                </c:pt>
                <c:pt idx="269">
                  <c:v>124.79403687720676</c:v>
                </c:pt>
                <c:pt idx="270">
                  <c:v>121.45939584150649</c:v>
                </c:pt>
                <c:pt idx="271">
                  <c:v>119.92938407218519</c:v>
                </c:pt>
                <c:pt idx="272">
                  <c:v>120.94939191839937</c:v>
                </c:pt>
                <c:pt idx="273">
                  <c:v>123.9309533150255</c:v>
                </c:pt>
                <c:pt idx="274">
                  <c:v>126.12789329148686</c:v>
                </c:pt>
                <c:pt idx="275">
                  <c:v>126.44174185955276</c:v>
                </c:pt>
                <c:pt idx="276">
                  <c:v>124.51941938014907</c:v>
                </c:pt>
                <c:pt idx="277">
                  <c:v>122.67555904276189</c:v>
                </c:pt>
                <c:pt idx="278">
                  <c:v>124.36249509611612</c:v>
                </c:pt>
                <c:pt idx="279">
                  <c:v>128.75637504903887</c:v>
                </c:pt>
                <c:pt idx="280">
                  <c:v>129.30561004315419</c:v>
                </c:pt>
                <c:pt idx="281">
                  <c:v>127.50098077677521</c:v>
                </c:pt>
                <c:pt idx="282">
                  <c:v>128.36406433895647</c:v>
                </c:pt>
                <c:pt idx="283">
                  <c:v>126.32404864652807</c:v>
                </c:pt>
                <c:pt idx="284">
                  <c:v>127.46174970576698</c:v>
                </c:pt>
                <c:pt idx="285">
                  <c:v>125.85327579442919</c:v>
                </c:pt>
                <c:pt idx="286">
                  <c:v>124.40172616712437</c:v>
                </c:pt>
                <c:pt idx="287">
                  <c:v>117.34013338564144</c:v>
                </c:pt>
                <c:pt idx="288">
                  <c:v>115.69242840329541</c:v>
                </c:pt>
                <c:pt idx="289">
                  <c:v>116.08473911337779</c:v>
                </c:pt>
                <c:pt idx="290">
                  <c:v>111.8085523734798</c:v>
                </c:pt>
                <c:pt idx="291">
                  <c:v>110.39623381718322</c:v>
                </c:pt>
                <c:pt idx="292">
                  <c:v>110.27854060415849</c:v>
                </c:pt>
                <c:pt idx="293">
                  <c:v>111.33777952138092</c:v>
                </c:pt>
                <c:pt idx="294">
                  <c:v>113.18163985876815</c:v>
                </c:pt>
                <c:pt idx="295">
                  <c:v>110.43546488819145</c:v>
                </c:pt>
                <c:pt idx="296">
                  <c:v>107.33621027854061</c:v>
                </c:pt>
                <c:pt idx="297">
                  <c:v>97.273440564927441</c:v>
                </c:pt>
                <c:pt idx="298">
                  <c:v>96.704590035307973</c:v>
                </c:pt>
                <c:pt idx="299">
                  <c:v>95.802275402118482</c:v>
                </c:pt>
                <c:pt idx="300">
                  <c:v>79.384072185170666</c:v>
                </c:pt>
                <c:pt idx="301">
                  <c:v>77.814829344841115</c:v>
                </c:pt>
                <c:pt idx="302">
                  <c:v>71.12593173793644</c:v>
                </c:pt>
                <c:pt idx="303">
                  <c:v>69.909768536681057</c:v>
                </c:pt>
                <c:pt idx="304">
                  <c:v>59.474303648489609</c:v>
                </c:pt>
                <c:pt idx="305">
                  <c:v>59.37622597096901</c:v>
                </c:pt>
                <c:pt idx="306">
                  <c:v>66.104354648881923</c:v>
                </c:pt>
                <c:pt idx="307">
                  <c:v>63.672028246371127</c:v>
                </c:pt>
                <c:pt idx="308">
                  <c:v>74.244801883091412</c:v>
                </c:pt>
                <c:pt idx="309">
                  <c:v>77.677520596312291</c:v>
                </c:pt>
                <c:pt idx="310">
                  <c:v>80.011769321302467</c:v>
                </c:pt>
                <c:pt idx="311">
                  <c:v>74.38211063162025</c:v>
                </c:pt>
                <c:pt idx="312">
                  <c:v>73.675951353471959</c:v>
                </c:pt>
                <c:pt idx="313">
                  <c:v>75.87289132993331</c:v>
                </c:pt>
                <c:pt idx="314">
                  <c:v>72.106708513142408</c:v>
                </c:pt>
                <c:pt idx="315">
                  <c:v>71.871322087092977</c:v>
                </c:pt>
                <c:pt idx="316">
                  <c:v>69.517457826598658</c:v>
                </c:pt>
                <c:pt idx="317">
                  <c:v>79.050608081600629</c:v>
                </c:pt>
                <c:pt idx="318">
                  <c:v>81.600627697136147</c:v>
                </c:pt>
                <c:pt idx="319">
                  <c:v>83.42487249901923</c:v>
                </c:pt>
                <c:pt idx="320">
                  <c:v>86.798744605727734</c:v>
                </c:pt>
                <c:pt idx="321">
                  <c:v>87.230286386818364</c:v>
                </c:pt>
                <c:pt idx="322">
                  <c:v>82.699097685366809</c:v>
                </c:pt>
                <c:pt idx="323">
                  <c:v>82.208709297763832</c:v>
                </c:pt>
                <c:pt idx="324">
                  <c:v>85.680659081992943</c:v>
                </c:pt>
                <c:pt idx="325">
                  <c:v>85.641428010984697</c:v>
                </c:pt>
                <c:pt idx="326">
                  <c:v>80.325617889368388</c:v>
                </c:pt>
                <c:pt idx="327">
                  <c:v>81.836014123185564</c:v>
                </c:pt>
                <c:pt idx="328">
                  <c:v>84.366418203216952</c:v>
                </c:pt>
                <c:pt idx="329">
                  <c:v>82.7775598273833</c:v>
                </c:pt>
                <c:pt idx="330">
                  <c:v>85.386426049431151</c:v>
                </c:pt>
                <c:pt idx="331">
                  <c:v>87.916830129462539</c:v>
                </c:pt>
                <c:pt idx="332">
                  <c:v>93.644566496665377</c:v>
                </c:pt>
                <c:pt idx="333">
                  <c:v>90.290309925460974</c:v>
                </c:pt>
                <c:pt idx="334">
                  <c:v>85.602196939976466</c:v>
                </c:pt>
                <c:pt idx="335">
                  <c:v>89.642997253825044</c:v>
                </c:pt>
                <c:pt idx="336">
                  <c:v>88.877991369164391</c:v>
                </c:pt>
                <c:pt idx="337">
                  <c:v>90.211847783444497</c:v>
                </c:pt>
                <c:pt idx="338">
                  <c:v>92.193016869360548</c:v>
                </c:pt>
                <c:pt idx="339">
                  <c:v>90.329540996469206</c:v>
                </c:pt>
                <c:pt idx="340">
                  <c:v>90.800313848568067</c:v>
                </c:pt>
                <c:pt idx="341">
                  <c:v>84.052569635151045</c:v>
                </c:pt>
                <c:pt idx="342">
                  <c:v>80.914083954491971</c:v>
                </c:pt>
                <c:pt idx="343">
                  <c:v>83.307179285994522</c:v>
                </c:pt>
                <c:pt idx="344">
                  <c:v>89.348764221263238</c:v>
                </c:pt>
                <c:pt idx="345">
                  <c:v>89.623381718320914</c:v>
                </c:pt>
                <c:pt idx="346">
                  <c:v>90.506080816006289</c:v>
                </c:pt>
                <c:pt idx="347">
                  <c:v>89.839152608866229</c:v>
                </c:pt>
                <c:pt idx="348">
                  <c:v>91.329933307179303</c:v>
                </c:pt>
                <c:pt idx="349">
                  <c:v>92.977638289525316</c:v>
                </c:pt>
                <c:pt idx="350">
                  <c:v>96.586896822283265</c:v>
                </c:pt>
                <c:pt idx="351">
                  <c:v>99.646920360925847</c:v>
                </c:pt>
                <c:pt idx="352">
                  <c:v>99.607689289917616</c:v>
                </c:pt>
                <c:pt idx="353">
                  <c:v>95.93958415064732</c:v>
                </c:pt>
                <c:pt idx="354">
                  <c:v>99.764613573950584</c:v>
                </c:pt>
                <c:pt idx="355">
                  <c:v>103.25617889368381</c:v>
                </c:pt>
                <c:pt idx="356">
                  <c:v>102.07924676343664</c:v>
                </c:pt>
                <c:pt idx="357">
                  <c:v>108.19929384072185</c:v>
                </c:pt>
                <c:pt idx="358">
                  <c:v>108.78775990584543</c:v>
                </c:pt>
                <c:pt idx="359">
                  <c:v>105.06080816006278</c:v>
                </c:pt>
                <c:pt idx="360">
                  <c:v>104.00156924284035</c:v>
                </c:pt>
                <c:pt idx="361">
                  <c:v>96.135739505688505</c:v>
                </c:pt>
                <c:pt idx="362">
                  <c:v>98.313063946645741</c:v>
                </c:pt>
                <c:pt idx="363">
                  <c:v>99.529227147901139</c:v>
                </c:pt>
                <c:pt idx="364">
                  <c:v>101.64770498234603</c:v>
                </c:pt>
                <c:pt idx="365">
                  <c:v>100.47077285209886</c:v>
                </c:pt>
                <c:pt idx="366">
                  <c:v>101.02000784621421</c:v>
                </c:pt>
                <c:pt idx="367">
                  <c:v>101.33385641428009</c:v>
                </c:pt>
                <c:pt idx="368">
                  <c:v>99.882306786975292</c:v>
                </c:pt>
                <c:pt idx="369">
                  <c:v>102.78540604158495</c:v>
                </c:pt>
                <c:pt idx="370">
                  <c:v>96.469203609258543</c:v>
                </c:pt>
                <c:pt idx="371">
                  <c:v>98.666143585719894</c:v>
                </c:pt>
                <c:pt idx="372">
                  <c:v>99.254609650843477</c:v>
                </c:pt>
                <c:pt idx="373">
                  <c:v>100.07846214201651</c:v>
                </c:pt>
                <c:pt idx="374">
                  <c:v>100.35307963907414</c:v>
                </c:pt>
                <c:pt idx="375">
                  <c:v>101.25539427226364</c:v>
                </c:pt>
                <c:pt idx="376">
                  <c:v>103.96233817183209</c:v>
                </c:pt>
                <c:pt idx="377">
                  <c:v>102.82463711259318</c:v>
                </c:pt>
                <c:pt idx="378">
                  <c:v>104.90388387602982</c:v>
                </c:pt>
                <c:pt idx="379">
                  <c:v>103.96233817183209</c:v>
                </c:pt>
                <c:pt idx="380">
                  <c:v>101.64770498234603</c:v>
                </c:pt>
                <c:pt idx="381">
                  <c:v>102.07924676343664</c:v>
                </c:pt>
                <c:pt idx="382">
                  <c:v>105.76696743821108</c:v>
                </c:pt>
                <c:pt idx="383">
                  <c:v>105.68850529619461</c:v>
                </c:pt>
                <c:pt idx="384">
                  <c:v>104.43311102393096</c:v>
                </c:pt>
                <c:pt idx="385">
                  <c:v>106.3946645743429</c:v>
                </c:pt>
                <c:pt idx="386">
                  <c:v>105.45311887014518</c:v>
                </c:pt>
                <c:pt idx="387">
                  <c:v>106.59081992938408</c:v>
                </c:pt>
                <c:pt idx="388">
                  <c:v>106.00235386426048</c:v>
                </c:pt>
                <c:pt idx="389">
                  <c:v>107.57159670459005</c:v>
                </c:pt>
                <c:pt idx="390">
                  <c:v>107.10082385249117</c:v>
                </c:pt>
                <c:pt idx="391">
                  <c:v>108.04236955668891</c:v>
                </c:pt>
                <c:pt idx="392">
                  <c:v>105.41388779913692</c:v>
                </c:pt>
                <c:pt idx="393">
                  <c:v>104.74695959199687</c:v>
                </c:pt>
                <c:pt idx="394">
                  <c:v>104.08003138485682</c:v>
                </c:pt>
                <c:pt idx="395">
                  <c:v>102.66771282856024</c:v>
                </c:pt>
                <c:pt idx="396">
                  <c:v>97.744213417026288</c:v>
                </c:pt>
                <c:pt idx="397">
                  <c:v>94.331110239309552</c:v>
                </c:pt>
                <c:pt idx="398">
                  <c:v>99.333071792859954</c:v>
                </c:pt>
                <c:pt idx="399">
                  <c:v>102.47155747351904</c:v>
                </c:pt>
                <c:pt idx="400">
                  <c:v>103.60925853275795</c:v>
                </c:pt>
                <c:pt idx="401">
                  <c:v>101.80462926637897</c:v>
                </c:pt>
                <c:pt idx="402">
                  <c:v>102.82463711259318</c:v>
                </c:pt>
                <c:pt idx="403">
                  <c:v>102.04001569242843</c:v>
                </c:pt>
                <c:pt idx="404">
                  <c:v>104.9823460180463</c:v>
                </c:pt>
                <c:pt idx="405">
                  <c:v>105.33542565712044</c:v>
                </c:pt>
                <c:pt idx="406">
                  <c:v>103.92310710082387</c:v>
                </c:pt>
                <c:pt idx="407">
                  <c:v>102.39309533150256</c:v>
                </c:pt>
                <c:pt idx="408">
                  <c:v>102.19693997646138</c:v>
                </c:pt>
                <c:pt idx="409">
                  <c:v>102.04001569242843</c:v>
                </c:pt>
                <c:pt idx="410">
                  <c:v>103.45233424872499</c:v>
                </c:pt>
                <c:pt idx="411">
                  <c:v>101.09846998823069</c:v>
                </c:pt>
                <c:pt idx="412">
                  <c:v>100.39231071008238</c:v>
                </c:pt>
                <c:pt idx="413">
                  <c:v>101.68693605335426</c:v>
                </c:pt>
                <c:pt idx="414">
                  <c:v>100.39231071008238</c:v>
                </c:pt>
                <c:pt idx="415">
                  <c:v>101.84386033738721</c:v>
                </c:pt>
                <c:pt idx="416">
                  <c:v>102.8638681836014</c:v>
                </c:pt>
                <c:pt idx="417">
                  <c:v>102.00078462142017</c:v>
                </c:pt>
                <c:pt idx="418">
                  <c:v>100.62769713613181</c:v>
                </c:pt>
                <c:pt idx="419">
                  <c:v>101.45154962730483</c:v>
                </c:pt>
                <c:pt idx="420">
                  <c:v>101.33385641428009</c:v>
                </c:pt>
                <c:pt idx="421">
                  <c:v>102.00078462142017</c:v>
                </c:pt>
                <c:pt idx="422">
                  <c:v>102.55001961553552</c:v>
                </c:pt>
                <c:pt idx="423">
                  <c:v>105.84542958022756</c:v>
                </c:pt>
                <c:pt idx="424">
                  <c:v>107.17928599450765</c:v>
                </c:pt>
                <c:pt idx="425">
                  <c:v>106.70851314240879</c:v>
                </c:pt>
                <c:pt idx="426">
                  <c:v>106.90466849744999</c:v>
                </c:pt>
                <c:pt idx="427">
                  <c:v>107.14005492349941</c:v>
                </c:pt>
                <c:pt idx="428">
                  <c:v>106.3946645743429</c:v>
                </c:pt>
                <c:pt idx="429">
                  <c:v>105.64927422518635</c:v>
                </c:pt>
                <c:pt idx="430">
                  <c:v>105.53158101216162</c:v>
                </c:pt>
                <c:pt idx="431">
                  <c:v>104.08003138485682</c:v>
                </c:pt>
                <c:pt idx="432">
                  <c:v>99.803844644958815</c:v>
                </c:pt>
                <c:pt idx="433">
                  <c:v>95.861122008630844</c:v>
                </c:pt>
                <c:pt idx="434">
                  <c:v>96.645743428795612</c:v>
                </c:pt>
                <c:pt idx="435">
                  <c:v>97.096900745390357</c:v>
                </c:pt>
                <c:pt idx="436">
                  <c:v>97.469595919968626</c:v>
                </c:pt>
                <c:pt idx="437">
                  <c:v>95.919968615143191</c:v>
                </c:pt>
                <c:pt idx="438">
                  <c:v>100.1961553550412</c:v>
                </c:pt>
                <c:pt idx="439">
                  <c:v>99.686151431934107</c:v>
                </c:pt>
                <c:pt idx="440">
                  <c:v>99.843075715967046</c:v>
                </c:pt>
                <c:pt idx="441">
                  <c:v>100.62769713613181</c:v>
                </c:pt>
                <c:pt idx="442">
                  <c:v>98.430757159670463</c:v>
                </c:pt>
                <c:pt idx="443">
                  <c:v>97.881522165555126</c:v>
                </c:pt>
                <c:pt idx="444">
                  <c:v>98.823067869752862</c:v>
                </c:pt>
                <c:pt idx="445">
                  <c:v>99.058454295802278</c:v>
                </c:pt>
                <c:pt idx="446">
                  <c:v>98.705374656728139</c:v>
                </c:pt>
                <c:pt idx="447">
                  <c:v>97.548058061985088</c:v>
                </c:pt>
                <c:pt idx="448">
                  <c:v>98.156139662612802</c:v>
                </c:pt>
                <c:pt idx="449">
                  <c:v>97.704982346018056</c:v>
                </c:pt>
                <c:pt idx="450">
                  <c:v>97.116516280894473</c:v>
                </c:pt>
                <c:pt idx="451">
                  <c:v>95.27265594350726</c:v>
                </c:pt>
                <c:pt idx="452">
                  <c:v>97.822675559042764</c:v>
                </c:pt>
                <c:pt idx="453">
                  <c:v>99.019223224794047</c:v>
                </c:pt>
                <c:pt idx="454">
                  <c:v>97.881522165555126</c:v>
                </c:pt>
                <c:pt idx="455">
                  <c:v>97.19497842291095</c:v>
                </c:pt>
                <c:pt idx="456">
                  <c:v>98.156139662612802</c:v>
                </c:pt>
                <c:pt idx="457">
                  <c:v>98.352295017653987</c:v>
                </c:pt>
                <c:pt idx="458">
                  <c:v>95.919968615143191</c:v>
                </c:pt>
                <c:pt idx="459">
                  <c:v>93.311102393095339</c:v>
                </c:pt>
                <c:pt idx="460">
                  <c:v>88.132601020007854</c:v>
                </c:pt>
                <c:pt idx="461">
                  <c:v>89.721459395841521</c:v>
                </c:pt>
                <c:pt idx="462">
                  <c:v>90.231463318948613</c:v>
                </c:pt>
                <c:pt idx="463">
                  <c:v>92.448018830914094</c:v>
                </c:pt>
                <c:pt idx="464">
                  <c:v>95.959199686151436</c:v>
                </c:pt>
                <c:pt idx="465">
                  <c:v>97.01843860337388</c:v>
                </c:pt>
                <c:pt idx="466">
                  <c:v>99.725382502942338</c:v>
                </c:pt>
                <c:pt idx="467">
                  <c:v>98.058061985092209</c:v>
                </c:pt>
                <c:pt idx="468">
                  <c:v>103.64848960376621</c:v>
                </c:pt>
                <c:pt idx="469">
                  <c:v>106.70851314240879</c:v>
                </c:pt>
                <c:pt idx="470">
                  <c:v>106.78697528442527</c:v>
                </c:pt>
                <c:pt idx="471">
                  <c:v>104.82542173401335</c:v>
                </c:pt>
                <c:pt idx="472">
                  <c:v>107.57159670459005</c:v>
                </c:pt>
                <c:pt idx="473">
                  <c:v>111.18085523734797</c:v>
                </c:pt>
                <c:pt idx="474">
                  <c:v>111.41624166339741</c:v>
                </c:pt>
                <c:pt idx="475">
                  <c:v>112.27932522557866</c:v>
                </c:pt>
                <c:pt idx="476">
                  <c:v>110.86700666928209</c:v>
                </c:pt>
                <c:pt idx="477">
                  <c:v>110.5923891722244</c:v>
                </c:pt>
                <c:pt idx="478">
                  <c:v>110.82777559827383</c:v>
                </c:pt>
                <c:pt idx="479">
                  <c:v>114.79011377010593</c:v>
                </c:pt>
                <c:pt idx="480">
                  <c:v>112.59317379364458</c:v>
                </c:pt>
                <c:pt idx="481">
                  <c:v>109.80776775205963</c:v>
                </c:pt>
                <c:pt idx="482">
                  <c:v>107.88544527265596</c:v>
                </c:pt>
                <c:pt idx="483">
                  <c:v>104.55080423695566</c:v>
                </c:pt>
                <c:pt idx="484">
                  <c:v>109.02314633189488</c:v>
                </c:pt>
                <c:pt idx="485">
                  <c:v>108.552373479796</c:v>
                </c:pt>
                <c:pt idx="486">
                  <c:v>108.552373479796</c:v>
                </c:pt>
                <c:pt idx="487">
                  <c:v>109.61161239701845</c:v>
                </c:pt>
                <c:pt idx="488">
                  <c:v>107.88544527265596</c:v>
                </c:pt>
                <c:pt idx="489">
                  <c:v>106.86543742644174</c:v>
                </c:pt>
                <c:pt idx="490">
                  <c:v>108.12083169870536</c:v>
                </c:pt>
                <c:pt idx="491">
                  <c:v>107.96390741467243</c:v>
                </c:pt>
                <c:pt idx="492">
                  <c:v>105.92389172224404</c:v>
                </c:pt>
                <c:pt idx="493">
                  <c:v>105.96312279325227</c:v>
                </c:pt>
                <c:pt idx="494">
                  <c:v>111.8085523734798</c:v>
                </c:pt>
                <c:pt idx="495">
                  <c:v>113.69164378187526</c:v>
                </c:pt>
                <c:pt idx="496">
                  <c:v>114.08395449195763</c:v>
                </c:pt>
                <c:pt idx="497">
                  <c:v>112.55394272263635</c:v>
                </c:pt>
                <c:pt idx="498">
                  <c:v>110.16084739113379</c:v>
                </c:pt>
                <c:pt idx="499">
                  <c:v>110.74931345625735</c:v>
                </c:pt>
                <c:pt idx="500">
                  <c:v>112.63240486465283</c:v>
                </c:pt>
                <c:pt idx="501">
                  <c:v>113.41702628481758</c:v>
                </c:pt>
                <c:pt idx="502">
                  <c:v>113.18163985876815</c:v>
                </c:pt>
                <c:pt idx="503">
                  <c:v>110.63162024323265</c:v>
                </c:pt>
                <c:pt idx="504">
                  <c:v>110.67085131424088</c:v>
                </c:pt>
                <c:pt idx="505">
                  <c:v>110.55315810121617</c:v>
                </c:pt>
                <c:pt idx="506">
                  <c:v>109.65084346802666</c:v>
                </c:pt>
                <c:pt idx="507">
                  <c:v>110.47469595919969</c:v>
                </c:pt>
                <c:pt idx="508">
                  <c:v>109.25853275794431</c:v>
                </c:pt>
                <c:pt idx="509">
                  <c:v>107.84621420164771</c:v>
                </c:pt>
                <c:pt idx="510">
                  <c:v>109.21930168693605</c:v>
                </c:pt>
                <c:pt idx="511">
                  <c:v>109.9646920360926</c:v>
                </c:pt>
                <c:pt idx="512">
                  <c:v>112.78932914868575</c:v>
                </c:pt>
                <c:pt idx="513">
                  <c:v>111.84778344448804</c:v>
                </c:pt>
                <c:pt idx="514">
                  <c:v>111.84778344448804</c:v>
                </c:pt>
                <c:pt idx="515">
                  <c:v>112.04393879952923</c:v>
                </c:pt>
                <c:pt idx="516">
                  <c:v>115.69242840329541</c:v>
                </c:pt>
                <c:pt idx="517">
                  <c:v>116.83012946253434</c:v>
                </c:pt>
                <c:pt idx="518">
                  <c:v>117.81090623774031</c:v>
                </c:pt>
                <c:pt idx="519">
                  <c:v>115.10396233817184</c:v>
                </c:pt>
                <c:pt idx="520">
                  <c:v>117.26167124362496</c:v>
                </c:pt>
                <c:pt idx="521">
                  <c:v>114.63318948607298</c:v>
                </c:pt>
                <c:pt idx="522">
                  <c:v>113.57395056885053</c:v>
                </c:pt>
                <c:pt idx="523">
                  <c:v>112.78932914868575</c:v>
                </c:pt>
                <c:pt idx="524">
                  <c:v>113.29933307179287</c:v>
                </c:pt>
                <c:pt idx="525">
                  <c:v>116.55551196547667</c:v>
                </c:pt>
                <c:pt idx="526">
                  <c:v>118.67398979992154</c:v>
                </c:pt>
                <c:pt idx="527">
                  <c:v>118.6347587289133</c:v>
                </c:pt>
                <c:pt idx="528">
                  <c:v>119.49784229109454</c:v>
                </c:pt>
                <c:pt idx="529">
                  <c:v>119.41938014907809</c:v>
                </c:pt>
                <c:pt idx="530">
                  <c:v>118.98783836798745</c:v>
                </c:pt>
                <c:pt idx="531">
                  <c:v>118.47783444488036</c:v>
                </c:pt>
                <c:pt idx="532">
                  <c:v>119.6547665751275</c:v>
                </c:pt>
                <c:pt idx="533">
                  <c:v>118.24244801883093</c:v>
                </c:pt>
                <c:pt idx="534">
                  <c:v>118.98783836798745</c:v>
                </c:pt>
                <c:pt idx="535">
                  <c:v>119.34091800706162</c:v>
                </c:pt>
                <c:pt idx="536">
                  <c:v>118.16398587681445</c:v>
                </c:pt>
                <c:pt idx="537">
                  <c:v>124.24480188309141</c:v>
                </c:pt>
                <c:pt idx="538">
                  <c:v>127.3832875637505</c:v>
                </c:pt>
                <c:pt idx="539">
                  <c:v>129.38407218517065</c:v>
                </c:pt>
                <c:pt idx="540">
                  <c:v>128.83483719105533</c:v>
                </c:pt>
                <c:pt idx="541">
                  <c:v>129.30561004315419</c:v>
                </c:pt>
                <c:pt idx="542">
                  <c:v>128.79560612004707</c:v>
                </c:pt>
                <c:pt idx="543">
                  <c:v>130.20792467634365</c:v>
                </c:pt>
                <c:pt idx="544">
                  <c:v>134.24872499019222</c:v>
                </c:pt>
                <c:pt idx="545">
                  <c:v>136.24950961161238</c:v>
                </c:pt>
                <c:pt idx="546">
                  <c:v>143.07571596704591</c:v>
                </c:pt>
                <c:pt idx="547">
                  <c:v>145.39034915653198</c:v>
                </c:pt>
                <c:pt idx="548">
                  <c:v>147.82267555904275</c:v>
                </c:pt>
                <c:pt idx="549">
                  <c:v>151.70655158885839</c:v>
                </c:pt>
                <c:pt idx="550">
                  <c:v>147.50882699097687</c:v>
                </c:pt>
                <c:pt idx="551">
                  <c:v>151.2357787367595</c:v>
                </c:pt>
                <c:pt idx="552">
                  <c:v>150.09807767752059</c:v>
                </c:pt>
                <c:pt idx="553">
                  <c:v>150.64731267163594</c:v>
                </c:pt>
                <c:pt idx="554">
                  <c:v>154.25657120439388</c:v>
                </c:pt>
                <c:pt idx="555">
                  <c:v>161.82816790898394</c:v>
                </c:pt>
                <c:pt idx="556">
                  <c:v>164.69203609258531</c:v>
                </c:pt>
                <c:pt idx="557">
                  <c:v>170.85131424087879</c:v>
                </c:pt>
                <c:pt idx="558">
                  <c:v>169.36053354256572</c:v>
                </c:pt>
                <c:pt idx="559">
                  <c:v>184.46449588073756</c:v>
                </c:pt>
                <c:pt idx="560">
                  <c:v>171.47901137701061</c:v>
                </c:pt>
                <c:pt idx="561">
                  <c:v>166.10435464888192</c:v>
                </c:pt>
                <c:pt idx="562">
                  <c:v>172.49901922322479</c:v>
                </c:pt>
                <c:pt idx="563">
                  <c:v>172.26363279717535</c:v>
                </c:pt>
                <c:pt idx="564">
                  <c:v>174.18595527657905</c:v>
                </c:pt>
                <c:pt idx="565">
                  <c:v>180.89446841898786</c:v>
                </c:pt>
                <c:pt idx="566">
                  <c:v>177.36367202824638</c:v>
                </c:pt>
                <c:pt idx="567">
                  <c:v>183.87602981561398</c:v>
                </c:pt>
                <c:pt idx="568">
                  <c:v>189.25068654374266</c:v>
                </c:pt>
                <c:pt idx="569">
                  <c:v>188.26990976853671</c:v>
                </c:pt>
                <c:pt idx="570">
                  <c:v>188.58375833660259</c:v>
                </c:pt>
                <c:pt idx="571">
                  <c:v>187.171439780306</c:v>
                </c:pt>
                <c:pt idx="572">
                  <c:v>186.30835621812477</c:v>
                </c:pt>
                <c:pt idx="573">
                  <c:v>186.7398979992154</c:v>
                </c:pt>
                <c:pt idx="574">
                  <c:v>186.11220086308356</c:v>
                </c:pt>
                <c:pt idx="575">
                  <c:v>187.40682620635545</c:v>
                </c:pt>
                <c:pt idx="576">
                  <c:v>193.33071792859946</c:v>
                </c:pt>
                <c:pt idx="577">
                  <c:v>188.26990976853671</c:v>
                </c:pt>
                <c:pt idx="578">
                  <c:v>181.44370341310318</c:v>
                </c:pt>
                <c:pt idx="579">
                  <c:v>180.42369556688899</c:v>
                </c:pt>
                <c:pt idx="580">
                  <c:v>182.34601804629267</c:v>
                </c:pt>
                <c:pt idx="581">
                  <c:v>181.63985876814436</c:v>
                </c:pt>
                <c:pt idx="582">
                  <c:v>180.58061985092195</c:v>
                </c:pt>
                <c:pt idx="583">
                  <c:v>178.73675951353474</c:v>
                </c:pt>
                <c:pt idx="584">
                  <c:v>175.51981169085917</c:v>
                </c:pt>
                <c:pt idx="585">
                  <c:v>170.81208316987056</c:v>
                </c:pt>
                <c:pt idx="586">
                  <c:v>171.79285994507651</c:v>
                </c:pt>
                <c:pt idx="587">
                  <c:v>174.85288348371913</c:v>
                </c:pt>
                <c:pt idx="588">
                  <c:v>166.77128285602197</c:v>
                </c:pt>
                <c:pt idx="589">
                  <c:v>172.42055708120833</c:v>
                </c:pt>
                <c:pt idx="590">
                  <c:v>170.85131424087879</c:v>
                </c:pt>
                <c:pt idx="591">
                  <c:v>171.63593566104356</c:v>
                </c:pt>
                <c:pt idx="592">
                  <c:v>172.06747744213416</c:v>
                </c:pt>
                <c:pt idx="593">
                  <c:v>165.67281286779129</c:v>
                </c:pt>
                <c:pt idx="594">
                  <c:v>164.61357395056885</c:v>
                </c:pt>
                <c:pt idx="595">
                  <c:v>164.22126324048648</c:v>
                </c:pt>
                <c:pt idx="596">
                  <c:v>167.86975284425264</c:v>
                </c:pt>
                <c:pt idx="597">
                  <c:v>168.18360141231855</c:v>
                </c:pt>
                <c:pt idx="598">
                  <c:v>168.10513927030209</c:v>
                </c:pt>
                <c:pt idx="599">
                  <c:v>163.55433503334643</c:v>
                </c:pt>
                <c:pt idx="600">
                  <c:v>166.30051000392311</c:v>
                </c:pt>
                <c:pt idx="601">
                  <c:v>168.65437426441744</c:v>
                </c:pt>
                <c:pt idx="602">
                  <c:v>170.65515888583761</c:v>
                </c:pt>
                <c:pt idx="603">
                  <c:v>172.10670851314239</c:v>
                </c:pt>
                <c:pt idx="604">
                  <c:v>177.40290309925462</c:v>
                </c:pt>
                <c:pt idx="605">
                  <c:v>179.20753236563357</c:v>
                </c:pt>
                <c:pt idx="606">
                  <c:v>181.44370341310318</c:v>
                </c:pt>
                <c:pt idx="607">
                  <c:v>190.4276186739898</c:v>
                </c:pt>
                <c:pt idx="608">
                  <c:v>192.93840721851709</c:v>
                </c:pt>
                <c:pt idx="609">
                  <c:v>194.42918791683016</c:v>
                </c:pt>
                <c:pt idx="610">
                  <c:v>195.64535111808553</c:v>
                </c:pt>
                <c:pt idx="611">
                  <c:v>198.50921930168695</c:v>
                </c:pt>
                <c:pt idx="612">
                  <c:v>190.97685366810515</c:v>
                </c:pt>
                <c:pt idx="613">
                  <c:v>190.62377402903101</c:v>
                </c:pt>
                <c:pt idx="614">
                  <c:v>190.03530796390743</c:v>
                </c:pt>
                <c:pt idx="615">
                  <c:v>193.05610043154181</c:v>
                </c:pt>
                <c:pt idx="616">
                  <c:v>190.66300510003924</c:v>
                </c:pt>
                <c:pt idx="617">
                  <c:v>187.36759513534719</c:v>
                </c:pt>
                <c:pt idx="618">
                  <c:v>185.48450372695174</c:v>
                </c:pt>
                <c:pt idx="619">
                  <c:v>186.347587289133</c:v>
                </c:pt>
                <c:pt idx="620">
                  <c:v>180.73754413495487</c:v>
                </c:pt>
                <c:pt idx="621">
                  <c:v>187.24990192232246</c:v>
                </c:pt>
                <c:pt idx="622">
                  <c:v>184.73911337779523</c:v>
                </c:pt>
                <c:pt idx="623">
                  <c:v>184.97449980384465</c:v>
                </c:pt>
                <c:pt idx="624">
                  <c:v>189.64299725382506</c:v>
                </c:pt>
                <c:pt idx="625">
                  <c:v>186.85759121224012</c:v>
                </c:pt>
                <c:pt idx="626">
                  <c:v>184.3860337387211</c:v>
                </c:pt>
                <c:pt idx="627">
                  <c:v>185.01373087485288</c:v>
                </c:pt>
                <c:pt idx="628">
                  <c:v>177.24597881522166</c:v>
                </c:pt>
                <c:pt idx="629">
                  <c:v>179.28599450765009</c:v>
                </c:pt>
                <c:pt idx="630">
                  <c:v>179.36445664966655</c:v>
                </c:pt>
                <c:pt idx="631">
                  <c:v>179.5213809336995</c:v>
                </c:pt>
                <c:pt idx="632">
                  <c:v>174.69595919968617</c:v>
                </c:pt>
                <c:pt idx="633">
                  <c:v>176.93213024715578</c:v>
                </c:pt>
                <c:pt idx="634">
                  <c:v>171.75362887406828</c:v>
                </c:pt>
                <c:pt idx="635">
                  <c:v>182.22832483326798</c:v>
                </c:pt>
                <c:pt idx="636">
                  <c:v>185.36681051392705</c:v>
                </c:pt>
                <c:pt idx="637">
                  <c:v>183.20910160847393</c:v>
                </c:pt>
                <c:pt idx="638">
                  <c:v>183.13063946645744</c:v>
                </c:pt>
                <c:pt idx="639">
                  <c:v>180.10984699882306</c:v>
                </c:pt>
                <c:pt idx="640">
                  <c:v>178.06983130639469</c:v>
                </c:pt>
                <c:pt idx="641">
                  <c:v>173.32287171439782</c:v>
                </c:pt>
                <c:pt idx="642">
                  <c:v>174.77442134170263</c:v>
                </c:pt>
                <c:pt idx="643">
                  <c:v>179.32522557865832</c:v>
                </c:pt>
                <c:pt idx="644">
                  <c:v>179.63907414672423</c:v>
                </c:pt>
                <c:pt idx="645">
                  <c:v>181.44370341310318</c:v>
                </c:pt>
                <c:pt idx="646">
                  <c:v>177.9913691643782</c:v>
                </c:pt>
                <c:pt idx="647">
                  <c:v>174.97057669674382</c:v>
                </c:pt>
                <c:pt idx="648">
                  <c:v>177.01059238917222</c:v>
                </c:pt>
                <c:pt idx="649">
                  <c:v>181.05139270302081</c:v>
                </c:pt>
                <c:pt idx="650">
                  <c:v>179.05060808160064</c:v>
                </c:pt>
                <c:pt idx="651">
                  <c:v>178.73675951353474</c:v>
                </c:pt>
                <c:pt idx="652">
                  <c:v>176.81443703413103</c:v>
                </c:pt>
                <c:pt idx="653">
                  <c:v>176.97136131816399</c:v>
                </c:pt>
                <c:pt idx="654">
                  <c:v>176.77520596312283</c:v>
                </c:pt>
                <c:pt idx="655">
                  <c:v>178.54060415849352</c:v>
                </c:pt>
                <c:pt idx="656">
                  <c:v>176.46135739505689</c:v>
                </c:pt>
                <c:pt idx="657">
                  <c:v>175.71596704590036</c:v>
                </c:pt>
                <c:pt idx="658">
                  <c:v>176.10827775598275</c:v>
                </c:pt>
                <c:pt idx="659">
                  <c:v>178.97214593958415</c:v>
                </c:pt>
                <c:pt idx="660">
                  <c:v>177.63828952530406</c:v>
                </c:pt>
                <c:pt idx="661">
                  <c:v>174.26441741859554</c:v>
                </c:pt>
                <c:pt idx="662">
                  <c:v>169.51745782659867</c:v>
                </c:pt>
                <c:pt idx="663">
                  <c:v>166.37897214593957</c:v>
                </c:pt>
                <c:pt idx="664">
                  <c:v>161.86739897999217</c:v>
                </c:pt>
                <c:pt idx="665">
                  <c:v>160.69046684974501</c:v>
                </c:pt>
                <c:pt idx="666">
                  <c:v>162.88740682620636</c:v>
                </c:pt>
                <c:pt idx="667">
                  <c:v>167.43821106316204</c:v>
                </c:pt>
                <c:pt idx="668">
                  <c:v>168.57591212240095</c:v>
                </c:pt>
                <c:pt idx="669">
                  <c:v>167.71282856021969</c:v>
                </c:pt>
                <c:pt idx="670">
                  <c:v>168.57591212240095</c:v>
                </c:pt>
                <c:pt idx="671">
                  <c:v>170.45900353079642</c:v>
                </c:pt>
                <c:pt idx="672">
                  <c:v>168.22283248332681</c:v>
                </c:pt>
                <c:pt idx="673">
                  <c:v>167.75205963122795</c:v>
                </c:pt>
                <c:pt idx="674">
                  <c:v>170.96900745390349</c:v>
                </c:pt>
                <c:pt idx="675">
                  <c:v>171.83209101608475</c:v>
                </c:pt>
                <c:pt idx="676">
                  <c:v>170.73362102785407</c:v>
                </c:pt>
                <c:pt idx="677">
                  <c:v>170.92977638289526</c:v>
                </c:pt>
                <c:pt idx="678">
                  <c:v>166.10435464888192</c:v>
                </c:pt>
                <c:pt idx="679">
                  <c:v>168.92899176147512</c:v>
                </c:pt>
                <c:pt idx="680">
                  <c:v>168.96822283248335</c:v>
                </c:pt>
                <c:pt idx="681">
                  <c:v>170.10592389172226</c:v>
                </c:pt>
                <c:pt idx="682">
                  <c:v>170.45900353079642</c:v>
                </c:pt>
                <c:pt idx="683">
                  <c:v>169.43899568458218</c:v>
                </c:pt>
                <c:pt idx="684">
                  <c:v>166.81051392703023</c:v>
                </c:pt>
                <c:pt idx="685">
                  <c:v>163.59356610435466</c:v>
                </c:pt>
                <c:pt idx="686">
                  <c:v>156.80659081992937</c:v>
                </c:pt>
                <c:pt idx="687">
                  <c:v>160.49431149470382</c:v>
                </c:pt>
                <c:pt idx="688">
                  <c:v>164.61357395056885</c:v>
                </c:pt>
                <c:pt idx="689">
                  <c:v>165.47665751275011</c:v>
                </c:pt>
                <c:pt idx="690">
                  <c:v>165.35896429972539</c:v>
                </c:pt>
                <c:pt idx="691">
                  <c:v>167.595135347195</c:v>
                </c:pt>
                <c:pt idx="692">
                  <c:v>165.28050215770892</c:v>
                </c:pt>
                <c:pt idx="693">
                  <c:v>168.92899176147512</c:v>
                </c:pt>
                <c:pt idx="694">
                  <c:v>168.57591212240095</c:v>
                </c:pt>
                <c:pt idx="695">
                  <c:v>168.0266771282856</c:v>
                </c:pt>
                <c:pt idx="696">
                  <c:v>164.88819144762655</c:v>
                </c:pt>
                <c:pt idx="697">
                  <c:v>166.30051000392311</c:v>
                </c:pt>
                <c:pt idx="698">
                  <c:v>160.3766182816791</c:v>
                </c:pt>
                <c:pt idx="699">
                  <c:v>166.14358571989015</c:v>
                </c:pt>
                <c:pt idx="700">
                  <c:v>164.92742251863476</c:v>
                </c:pt>
                <c:pt idx="701">
                  <c:v>165.67281286779129</c:v>
                </c:pt>
                <c:pt idx="702">
                  <c:v>166.26127893291488</c:v>
                </c:pt>
                <c:pt idx="703">
                  <c:v>171.55747351902707</c:v>
                </c:pt>
                <c:pt idx="704">
                  <c:v>172.8128677912907</c:v>
                </c:pt>
                <c:pt idx="705">
                  <c:v>177.01059238917222</c:v>
                </c:pt>
                <c:pt idx="706">
                  <c:v>171.04746959591998</c:v>
                </c:pt>
                <c:pt idx="707">
                  <c:v>169.47822675559047</c:v>
                </c:pt>
                <c:pt idx="708">
                  <c:v>167.83052177324441</c:v>
                </c:pt>
                <c:pt idx="709">
                  <c:v>170.96900745390349</c:v>
                </c:pt>
                <c:pt idx="710">
                  <c:v>173.40133385641428</c:v>
                </c:pt>
                <c:pt idx="711">
                  <c:v>181.60062769713613</c:v>
                </c:pt>
                <c:pt idx="712">
                  <c:v>183.99372302863867</c:v>
                </c:pt>
                <c:pt idx="713">
                  <c:v>183.24833267948216</c:v>
                </c:pt>
                <c:pt idx="714">
                  <c:v>178.26598666143585</c:v>
                </c:pt>
                <c:pt idx="715">
                  <c:v>176.18673989799922</c:v>
                </c:pt>
                <c:pt idx="716">
                  <c:v>177.08905453118871</c:v>
                </c:pt>
                <c:pt idx="717">
                  <c:v>176.3436641820322</c:v>
                </c:pt>
                <c:pt idx="718">
                  <c:v>171.63593566104356</c:v>
                </c:pt>
                <c:pt idx="719">
                  <c:v>171.32208709297765</c:v>
                </c:pt>
                <c:pt idx="720">
                  <c:v>174.14672420557082</c:v>
                </c:pt>
                <c:pt idx="721">
                  <c:v>171.24362495096116</c:v>
                </c:pt>
                <c:pt idx="722">
                  <c:v>168.34052569635151</c:v>
                </c:pt>
                <c:pt idx="723">
                  <c:v>168.418987838368</c:v>
                </c:pt>
                <c:pt idx="724">
                  <c:v>165.08434680266774</c:v>
                </c:pt>
                <c:pt idx="725">
                  <c:v>165.35896429972539</c:v>
                </c:pt>
                <c:pt idx="726">
                  <c:v>165.28050215770892</c:v>
                </c:pt>
                <c:pt idx="727">
                  <c:v>165.90819929384074</c:v>
                </c:pt>
                <c:pt idx="728">
                  <c:v>165.82973715182428</c:v>
                </c:pt>
                <c:pt idx="729">
                  <c:v>164.7704982346018</c:v>
                </c:pt>
                <c:pt idx="730">
                  <c:v>161.04354648881915</c:v>
                </c:pt>
                <c:pt idx="731">
                  <c:v>160.57277363672029</c:v>
                </c:pt>
                <c:pt idx="732">
                  <c:v>159.47430364848961</c:v>
                </c:pt>
                <c:pt idx="733">
                  <c:v>156.76735974892117</c:v>
                </c:pt>
                <c:pt idx="734">
                  <c:v>154.92349941153395</c:v>
                </c:pt>
                <c:pt idx="735">
                  <c:v>146.64574342879561</c:v>
                </c:pt>
                <c:pt idx="736">
                  <c:v>147.11651628089447</c:v>
                </c:pt>
                <c:pt idx="737">
                  <c:v>145.5080423695567</c:v>
                </c:pt>
                <c:pt idx="738">
                  <c:v>150.33346410357004</c:v>
                </c:pt>
                <c:pt idx="739">
                  <c:v>146.92036092585329</c:v>
                </c:pt>
                <c:pt idx="740">
                  <c:v>145.46881129854845</c:v>
                </c:pt>
                <c:pt idx="741">
                  <c:v>147.43036484896038</c:v>
                </c:pt>
                <c:pt idx="742">
                  <c:v>159.90584542958024</c:v>
                </c:pt>
                <c:pt idx="743">
                  <c:v>165.47665751275011</c:v>
                </c:pt>
                <c:pt idx="744">
                  <c:v>165.51588858375834</c:v>
                </c:pt>
                <c:pt idx="745">
                  <c:v>164.92742251863476</c:v>
                </c:pt>
                <c:pt idx="746">
                  <c:v>169.75284425264812</c:v>
                </c:pt>
                <c:pt idx="747">
                  <c:v>170.61592781482938</c:v>
                </c:pt>
                <c:pt idx="748">
                  <c:v>169.20360925853277</c:v>
                </c:pt>
                <c:pt idx="749">
                  <c:v>171.28285602196939</c:v>
                </c:pt>
                <c:pt idx="750">
                  <c:v>164.80972930561003</c:v>
                </c:pt>
                <c:pt idx="751">
                  <c:v>158.84660651235779</c:v>
                </c:pt>
                <c:pt idx="752">
                  <c:v>160.80816006276973</c:v>
                </c:pt>
                <c:pt idx="753">
                  <c:v>162.37740290309927</c:v>
                </c:pt>
                <c:pt idx="754">
                  <c:v>165.79050608081602</c:v>
                </c:pt>
                <c:pt idx="755">
                  <c:v>165.63358179678303</c:v>
                </c:pt>
                <c:pt idx="756">
                  <c:v>166.10435464888192</c:v>
                </c:pt>
                <c:pt idx="757">
                  <c:v>164.10357002746173</c:v>
                </c:pt>
                <c:pt idx="758">
                  <c:v>163.67202824637113</c:v>
                </c:pt>
                <c:pt idx="759">
                  <c:v>170.73362102785407</c:v>
                </c:pt>
                <c:pt idx="760">
                  <c:v>177.08905453118871</c:v>
                </c:pt>
                <c:pt idx="761">
                  <c:v>180.61985092193018</c:v>
                </c:pt>
                <c:pt idx="762">
                  <c:v>179.40368772067475</c:v>
                </c:pt>
                <c:pt idx="763">
                  <c:v>176.93213024715578</c:v>
                </c:pt>
                <c:pt idx="764">
                  <c:v>174.61749705766968</c:v>
                </c:pt>
                <c:pt idx="765">
                  <c:v>174.0290309925461</c:v>
                </c:pt>
                <c:pt idx="766">
                  <c:v>175.71596704590036</c:v>
                </c:pt>
                <c:pt idx="767">
                  <c:v>174.85288348371913</c:v>
                </c:pt>
                <c:pt idx="768">
                  <c:v>173.9113377795214</c:v>
                </c:pt>
                <c:pt idx="769">
                  <c:v>173.28364064338959</c:v>
                </c:pt>
                <c:pt idx="770">
                  <c:v>172.42055708120833</c:v>
                </c:pt>
                <c:pt idx="771">
                  <c:v>172.3813260102001</c:v>
                </c:pt>
                <c:pt idx="772">
                  <c:v>172.69517457826601</c:v>
                </c:pt>
                <c:pt idx="773">
                  <c:v>167.28128677912909</c:v>
                </c:pt>
                <c:pt idx="774">
                  <c:v>158.10121616320126</c:v>
                </c:pt>
                <c:pt idx="775">
                  <c:v>158.72891329933307</c:v>
                </c:pt>
                <c:pt idx="776">
                  <c:v>163.55433503334643</c:v>
                </c:pt>
                <c:pt idx="777">
                  <c:v>163.75049038838762</c:v>
                </c:pt>
                <c:pt idx="778">
                  <c:v>160.72969792075324</c:v>
                </c:pt>
                <c:pt idx="779">
                  <c:v>161.63201255394276</c:v>
                </c:pt>
                <c:pt idx="780">
                  <c:v>161.55355041192624</c:v>
                </c:pt>
                <c:pt idx="781">
                  <c:v>160.14123185562968</c:v>
                </c:pt>
                <c:pt idx="782">
                  <c:v>159.00353079639075</c:v>
                </c:pt>
                <c:pt idx="783">
                  <c:v>154.80580619850923</c:v>
                </c:pt>
                <c:pt idx="784">
                  <c:v>154.37426441741863</c:v>
                </c:pt>
                <c:pt idx="785">
                  <c:v>153.78579835229505</c:v>
                </c:pt>
                <c:pt idx="786">
                  <c:v>166.37897214593957</c:v>
                </c:pt>
                <c:pt idx="787">
                  <c:v>167.98744605727737</c:v>
                </c:pt>
                <c:pt idx="788">
                  <c:v>172.30286386818361</c:v>
                </c:pt>
                <c:pt idx="789">
                  <c:v>167.67359748921146</c:v>
                </c:pt>
                <c:pt idx="790">
                  <c:v>175.67673597489213</c:v>
                </c:pt>
                <c:pt idx="791">
                  <c:v>172.14593958415068</c:v>
                </c:pt>
                <c:pt idx="792">
                  <c:v>170.57669674382109</c:v>
                </c:pt>
                <c:pt idx="793">
                  <c:v>165.20204001569243</c:v>
                </c:pt>
                <c:pt idx="794">
                  <c:v>159.98430757159673</c:v>
                </c:pt>
                <c:pt idx="795">
                  <c:v>178.06983130639469</c:v>
                </c:pt>
                <c:pt idx="796">
                  <c:v>186.22989407610828</c:v>
                </c:pt>
                <c:pt idx="797">
                  <c:v>172.77363672028247</c:v>
                </c:pt>
                <c:pt idx="798">
                  <c:v>179.28599450765009</c:v>
                </c:pt>
                <c:pt idx="799">
                  <c:v>178.26598666143585</c:v>
                </c:pt>
                <c:pt idx="800">
                  <c:v>166.65358964299725</c:v>
                </c:pt>
                <c:pt idx="801">
                  <c:v>161.08277755982741</c:v>
                </c:pt>
                <c:pt idx="802">
                  <c:v>157.31659474303649</c:v>
                </c:pt>
                <c:pt idx="803">
                  <c:v>143.78187524519419</c:v>
                </c:pt>
                <c:pt idx="804">
                  <c:v>136.21027854060418</c:v>
                </c:pt>
                <c:pt idx="805">
                  <c:v>132.40486465280503</c:v>
                </c:pt>
                <c:pt idx="806">
                  <c:v>148.3719105531581</c:v>
                </c:pt>
                <c:pt idx="807">
                  <c:v>142.29109454688117</c:v>
                </c:pt>
                <c:pt idx="808">
                  <c:v>142.99725382502945</c:v>
                </c:pt>
                <c:pt idx="809">
                  <c:v>150.60808160062771</c:v>
                </c:pt>
                <c:pt idx="810">
                  <c:v>151.74578265986662</c:v>
                </c:pt>
                <c:pt idx="811">
                  <c:v>160.96508434680268</c:v>
                </c:pt>
                <c:pt idx="812">
                  <c:v>161.63201255394276</c:v>
                </c:pt>
                <c:pt idx="813">
                  <c:v>161.16123970184387</c:v>
                </c:pt>
                <c:pt idx="814">
                  <c:v>162.10278540604159</c:v>
                </c:pt>
                <c:pt idx="815">
                  <c:v>165.04511573165948</c:v>
                </c:pt>
                <c:pt idx="816">
                  <c:v>164.02510788544529</c:v>
                </c:pt>
                <c:pt idx="817">
                  <c:v>163.12279325225578</c:v>
                </c:pt>
                <c:pt idx="818">
                  <c:v>164.26049431149471</c:v>
                </c:pt>
                <c:pt idx="819">
                  <c:v>165.24127108670066</c:v>
                </c:pt>
                <c:pt idx="820">
                  <c:v>176.22597096900748</c:v>
                </c:pt>
                <c:pt idx="821">
                  <c:v>173.51902706943901</c:v>
                </c:pt>
                <c:pt idx="822">
                  <c:v>172.42055708120833</c:v>
                </c:pt>
                <c:pt idx="823">
                  <c:v>173.04825421734014</c:v>
                </c:pt>
                <c:pt idx="824">
                  <c:v>174.53903491565322</c:v>
                </c:pt>
                <c:pt idx="825">
                  <c:v>172.85209886229896</c:v>
                </c:pt>
                <c:pt idx="826">
                  <c:v>164.69203609258531</c:v>
                </c:pt>
                <c:pt idx="827">
                  <c:v>163.27971753628873</c:v>
                </c:pt>
                <c:pt idx="828">
                  <c:v>163.04433111023934</c:v>
                </c:pt>
                <c:pt idx="829">
                  <c:v>160.33738721067087</c:v>
                </c:pt>
                <c:pt idx="830">
                  <c:v>159.12122400941547</c:v>
                </c:pt>
                <c:pt idx="831">
                  <c:v>159.27814829344842</c:v>
                </c:pt>
                <c:pt idx="832">
                  <c:v>159.35661043546489</c:v>
                </c:pt>
                <c:pt idx="833">
                  <c:v>161.08277755982741</c:v>
                </c:pt>
                <c:pt idx="834">
                  <c:v>163.6327971753629</c:v>
                </c:pt>
                <c:pt idx="835">
                  <c:v>164.57434287956062</c:v>
                </c:pt>
                <c:pt idx="836">
                  <c:v>161.74970576696742</c:v>
                </c:pt>
                <c:pt idx="837">
                  <c:v>155.47273440564931</c:v>
                </c:pt>
                <c:pt idx="838">
                  <c:v>149.50961161239701</c:v>
                </c:pt>
                <c:pt idx="839">
                  <c:v>150.13730874852885</c:v>
                </c:pt>
                <c:pt idx="840">
                  <c:v>153.58964299725383</c:v>
                </c:pt>
                <c:pt idx="841">
                  <c:v>156.02196939976463</c:v>
                </c:pt>
                <c:pt idx="842">
                  <c:v>151.98116908591606</c:v>
                </c:pt>
                <c:pt idx="843">
                  <c:v>156.10043154178109</c:v>
                </c:pt>
                <c:pt idx="844">
                  <c:v>153.62887406826206</c:v>
                </c:pt>
                <c:pt idx="845">
                  <c:v>152.56963515103962</c:v>
                </c:pt>
                <c:pt idx="846">
                  <c:v>150.88269909768536</c:v>
                </c:pt>
                <c:pt idx="847">
                  <c:v>146.25343271871321</c:v>
                </c:pt>
                <c:pt idx="848">
                  <c:v>141.89878383679877</c:v>
                </c:pt>
                <c:pt idx="849">
                  <c:v>149.35268732836406</c:v>
                </c:pt>
                <c:pt idx="850">
                  <c:v>149.94115339348764</c:v>
                </c:pt>
                <c:pt idx="851">
                  <c:v>152.64809729305611</c:v>
                </c:pt>
                <c:pt idx="852">
                  <c:v>147.66575127500982</c:v>
                </c:pt>
                <c:pt idx="853">
                  <c:v>143.54648881914477</c:v>
                </c:pt>
                <c:pt idx="854">
                  <c:v>141.38877991369165</c:v>
                </c:pt>
                <c:pt idx="855">
                  <c:v>138.99568458218909</c:v>
                </c:pt>
                <c:pt idx="856">
                  <c:v>140.4080031384857</c:v>
                </c:pt>
                <c:pt idx="857">
                  <c:v>143.19340918007063</c:v>
                </c:pt>
                <c:pt idx="858">
                  <c:v>140.91800706159279</c:v>
                </c:pt>
                <c:pt idx="859">
                  <c:v>142.64417418595528</c:v>
                </c:pt>
                <c:pt idx="860">
                  <c:v>143.82110631620242</c:v>
                </c:pt>
                <c:pt idx="861">
                  <c:v>144.01726167124366</c:v>
                </c:pt>
                <c:pt idx="862">
                  <c:v>145.6257355825814</c:v>
                </c:pt>
                <c:pt idx="863">
                  <c:v>149.35268732836406</c:v>
                </c:pt>
                <c:pt idx="864">
                  <c:v>155.39427226363281</c:v>
                </c:pt>
                <c:pt idx="865">
                  <c:v>155.31581012161635</c:v>
                </c:pt>
                <c:pt idx="866">
                  <c:v>152.60886622204785</c:v>
                </c:pt>
                <c:pt idx="867">
                  <c:v>151.94193801490781</c:v>
                </c:pt>
                <c:pt idx="868">
                  <c:v>150.09807767752059</c:v>
                </c:pt>
                <c:pt idx="869">
                  <c:v>149.35268732836406</c:v>
                </c:pt>
                <c:pt idx="870">
                  <c:v>147.03805413887798</c:v>
                </c:pt>
                <c:pt idx="871">
                  <c:v>142.60494311494705</c:v>
                </c:pt>
                <c:pt idx="872">
                  <c:v>135.38642604943115</c:v>
                </c:pt>
                <c:pt idx="873">
                  <c:v>134.28795606120048</c:v>
                </c:pt>
                <c:pt idx="874">
                  <c:v>136.17104746959595</c:v>
                </c:pt>
                <c:pt idx="875">
                  <c:v>134.48411141624169</c:v>
                </c:pt>
                <c:pt idx="876">
                  <c:v>132.40486465280503</c:v>
                </c:pt>
                <c:pt idx="877">
                  <c:v>132.09101608473912</c:v>
                </c:pt>
                <c:pt idx="878">
                  <c:v>134.24872499019222</c:v>
                </c:pt>
                <c:pt idx="879">
                  <c:v>132.87563750490386</c:v>
                </c:pt>
                <c:pt idx="880">
                  <c:v>128.32483326794824</c:v>
                </c:pt>
                <c:pt idx="881">
                  <c:v>127.10867006669282</c:v>
                </c:pt>
                <c:pt idx="882">
                  <c:v>129.6586896822283</c:v>
                </c:pt>
                <c:pt idx="883">
                  <c:v>133.15025500196157</c:v>
                </c:pt>
                <c:pt idx="884">
                  <c:v>129.10945468811298</c:v>
                </c:pt>
                <c:pt idx="885">
                  <c:v>123.81326010200078</c:v>
                </c:pt>
                <c:pt idx="886">
                  <c:v>123.46018046292664</c:v>
                </c:pt>
                <c:pt idx="887">
                  <c:v>121.14554727344058</c:v>
                </c:pt>
                <c:pt idx="888">
                  <c:v>115.84935268732836</c:v>
                </c:pt>
                <c:pt idx="889">
                  <c:v>117.53628874068262</c:v>
                </c:pt>
                <c:pt idx="890">
                  <c:v>125.18634758728915</c:v>
                </c:pt>
                <c:pt idx="891">
                  <c:v>132.87563750490386</c:v>
                </c:pt>
                <c:pt idx="892">
                  <c:v>129.6586896822283</c:v>
                </c:pt>
                <c:pt idx="893">
                  <c:v>129.50176539819537</c:v>
                </c:pt>
                <c:pt idx="894">
                  <c:v>127.97175362887407</c:v>
                </c:pt>
                <c:pt idx="895">
                  <c:v>125.34327187132209</c:v>
                </c:pt>
                <c:pt idx="896">
                  <c:v>132.3656335817968</c:v>
                </c:pt>
                <c:pt idx="897">
                  <c:v>135.50411926245587</c:v>
                </c:pt>
                <c:pt idx="898">
                  <c:v>138.05413887799136</c:v>
                </c:pt>
                <c:pt idx="899">
                  <c:v>136.68105139270304</c:v>
                </c:pt>
                <c:pt idx="900">
                  <c:v>134.64103570027464</c:v>
                </c:pt>
                <c:pt idx="901">
                  <c:v>135.30796390741469</c:v>
                </c:pt>
                <c:pt idx="902">
                  <c:v>133.62102785406043</c:v>
                </c:pt>
                <c:pt idx="903">
                  <c:v>131.9733228717144</c:v>
                </c:pt>
                <c:pt idx="904">
                  <c:v>131.9733228717144</c:v>
                </c:pt>
                <c:pt idx="905">
                  <c:v>136.56335817967832</c:v>
                </c:pt>
                <c:pt idx="906">
                  <c:v>138.09336994899962</c:v>
                </c:pt>
                <c:pt idx="907">
                  <c:v>138.01490780698313</c:v>
                </c:pt>
                <c:pt idx="908">
                  <c:v>138.83876029815616</c:v>
                </c:pt>
                <c:pt idx="909">
                  <c:v>141.97724597881523</c:v>
                </c:pt>
                <c:pt idx="910">
                  <c:v>141.78109062377405</c:v>
                </c:pt>
                <c:pt idx="911">
                  <c:v>141.82032169478228</c:v>
                </c:pt>
                <c:pt idx="912">
                  <c:v>143.42879560612008</c:v>
                </c:pt>
                <c:pt idx="913">
                  <c:v>140.09415457041979</c:v>
                </c:pt>
                <c:pt idx="914">
                  <c:v>141.89878383679877</c:v>
                </c:pt>
                <c:pt idx="915">
                  <c:v>139.93723028638684</c:v>
                </c:pt>
                <c:pt idx="916">
                  <c:v>137.46567281286778</c:v>
                </c:pt>
                <c:pt idx="917">
                  <c:v>140.76108277755986</c:v>
                </c:pt>
                <c:pt idx="918">
                  <c:v>137.1518242448019</c:v>
                </c:pt>
                <c:pt idx="919">
                  <c:v>137.19105531581013</c:v>
                </c:pt>
                <c:pt idx="920">
                  <c:v>132.91486857591215</c:v>
                </c:pt>
                <c:pt idx="921">
                  <c:v>127.03020792467636</c:v>
                </c:pt>
                <c:pt idx="922">
                  <c:v>129.6194586112201</c:v>
                </c:pt>
                <c:pt idx="923">
                  <c:v>130.52177324440959</c:v>
                </c:pt>
                <c:pt idx="924">
                  <c:v>131.22793252255789</c:v>
                </c:pt>
                <c:pt idx="925">
                  <c:v>131.77716751667325</c:v>
                </c:pt>
                <c:pt idx="926">
                  <c:v>136.60258925068655</c:v>
                </c:pt>
                <c:pt idx="927">
                  <c:v>142.64417418595528</c:v>
                </c:pt>
                <c:pt idx="928">
                  <c:v>138.25029423303258</c:v>
                </c:pt>
                <c:pt idx="929">
                  <c:v>136.09258532757943</c:v>
                </c:pt>
                <c:pt idx="930">
                  <c:v>142.80109846998823</c:v>
                </c:pt>
                <c:pt idx="931">
                  <c:v>136.21027854060418</c:v>
                </c:pt>
                <c:pt idx="932">
                  <c:v>135.93566104354647</c:v>
                </c:pt>
                <c:pt idx="933">
                  <c:v>135.15103962338173</c:v>
                </c:pt>
                <c:pt idx="934">
                  <c:v>132.79717536288743</c:v>
                </c:pt>
                <c:pt idx="935">
                  <c:v>131.11023930953317</c:v>
                </c:pt>
                <c:pt idx="936">
                  <c:v>135.93566104354647</c:v>
                </c:pt>
                <c:pt idx="937">
                  <c:v>132.28717143978031</c:v>
                </c:pt>
                <c:pt idx="938">
                  <c:v>132.79717536288743</c:v>
                </c:pt>
                <c:pt idx="939">
                  <c:v>131.42408787759908</c:v>
                </c:pt>
                <c:pt idx="940">
                  <c:v>131.1494703805414</c:v>
                </c:pt>
                <c:pt idx="941">
                  <c:v>135.77873675951352</c:v>
                </c:pt>
                <c:pt idx="942">
                  <c:v>141.03570027461751</c:v>
                </c:pt>
                <c:pt idx="943">
                  <c:v>141.2318556296587</c:v>
                </c:pt>
                <c:pt idx="944">
                  <c:v>141.89878383679877</c:v>
                </c:pt>
                <c:pt idx="945">
                  <c:v>137.74029030992548</c:v>
                </c:pt>
                <c:pt idx="946">
                  <c:v>137.23028638681836</c:v>
                </c:pt>
                <c:pt idx="947">
                  <c:v>134.52334248724992</c:v>
                </c:pt>
                <c:pt idx="948">
                  <c:v>133.1894860729698</c:v>
                </c:pt>
                <c:pt idx="949">
                  <c:v>118.6347587289133</c:v>
                </c:pt>
                <c:pt idx="950">
                  <c:v>114.08395449195763</c:v>
                </c:pt>
                <c:pt idx="951">
                  <c:v>112.47548058061987</c:v>
                </c:pt>
                <c:pt idx="952">
                  <c:v>118.28167908983916</c:v>
                </c:pt>
                <c:pt idx="953">
                  <c:v>116.90859160455081</c:v>
                </c:pt>
                <c:pt idx="954">
                  <c:v>119.92938407218519</c:v>
                </c:pt>
                <c:pt idx="955">
                  <c:v>117.92859945076502</c:v>
                </c:pt>
                <c:pt idx="956">
                  <c:v>113.18163985876815</c:v>
                </c:pt>
                <c:pt idx="957">
                  <c:v>111.10239309533152</c:v>
                </c:pt>
                <c:pt idx="958">
                  <c:v>112.20086308356218</c:v>
                </c:pt>
                <c:pt idx="959">
                  <c:v>112.08316987053747</c:v>
                </c:pt>
                <c:pt idx="960">
                  <c:v>111.76932130247157</c:v>
                </c:pt>
                <c:pt idx="961">
                  <c:v>114.82934484111418</c:v>
                </c:pt>
                <c:pt idx="962">
                  <c:v>114.98626912514712</c:v>
                </c:pt>
                <c:pt idx="963">
                  <c:v>113.3385641428011</c:v>
                </c:pt>
                <c:pt idx="964">
                  <c:v>114.71165162808946</c:v>
                </c:pt>
                <c:pt idx="965">
                  <c:v>112.82856021969401</c:v>
                </c:pt>
                <c:pt idx="966">
                  <c:v>112.27932522557866</c:v>
                </c:pt>
                <c:pt idx="967">
                  <c:v>112.75009807767754</c:v>
                </c:pt>
                <c:pt idx="968">
                  <c:v>113.61318163985878</c:v>
                </c:pt>
                <c:pt idx="969">
                  <c:v>112.86779129070223</c:v>
                </c:pt>
                <c:pt idx="970">
                  <c:v>111.84778344448804</c:v>
                </c:pt>
                <c:pt idx="971">
                  <c:v>111.02393095331504</c:v>
                </c:pt>
                <c:pt idx="972">
                  <c:v>112.71086700666928</c:v>
                </c:pt>
                <c:pt idx="973">
                  <c:v>111.69085916045509</c:v>
                </c:pt>
                <c:pt idx="974">
                  <c:v>109.9646920360926</c:v>
                </c:pt>
                <c:pt idx="975">
                  <c:v>112.20086308356218</c:v>
                </c:pt>
                <c:pt idx="976">
                  <c:v>114.39780306002353</c:v>
                </c:pt>
                <c:pt idx="977">
                  <c:v>112.47548058061987</c:v>
                </c:pt>
                <c:pt idx="978">
                  <c:v>112.16163201255395</c:v>
                </c:pt>
                <c:pt idx="979">
                  <c:v>115.06473126716359</c:v>
                </c:pt>
                <c:pt idx="980">
                  <c:v>117.22244017261671</c:v>
                </c:pt>
                <c:pt idx="981">
                  <c:v>116.67320517850138</c:v>
                </c:pt>
                <c:pt idx="982">
                  <c:v>118.51706551588859</c:v>
                </c:pt>
                <c:pt idx="983">
                  <c:v>111.92624558650452</c:v>
                </c:pt>
                <c:pt idx="984">
                  <c:v>113.65241271086701</c:v>
                </c:pt>
                <c:pt idx="985">
                  <c:v>115.5747351902707</c:v>
                </c:pt>
                <c:pt idx="986">
                  <c:v>114.16241663397413</c:v>
                </c:pt>
                <c:pt idx="987">
                  <c:v>114.59395841506475</c:v>
                </c:pt>
                <c:pt idx="988">
                  <c:v>114.12318556296587</c:v>
                </c:pt>
                <c:pt idx="989">
                  <c:v>114.94703805413889</c:v>
                </c:pt>
                <c:pt idx="990">
                  <c:v>115.06473126716359</c:v>
                </c:pt>
                <c:pt idx="991">
                  <c:v>113.80933699489997</c:v>
                </c:pt>
                <c:pt idx="992">
                  <c:v>113.77010592389173</c:v>
                </c:pt>
                <c:pt idx="993">
                  <c:v>114.43703413103179</c:v>
                </c:pt>
                <c:pt idx="994">
                  <c:v>112.86779129070223</c:v>
                </c:pt>
                <c:pt idx="995">
                  <c:v>114.59395841506475</c:v>
                </c:pt>
                <c:pt idx="996">
                  <c:v>115.65319733228718</c:v>
                </c:pt>
                <c:pt idx="997">
                  <c:v>114.47626520204001</c:v>
                </c:pt>
                <c:pt idx="998">
                  <c:v>111.8085523734798</c:v>
                </c:pt>
                <c:pt idx="999">
                  <c:v>110.86700666928209</c:v>
                </c:pt>
                <c:pt idx="1000">
                  <c:v>111.10239309533152</c:v>
                </c:pt>
                <c:pt idx="1001">
                  <c:v>109.61161239701845</c:v>
                </c:pt>
                <c:pt idx="1002">
                  <c:v>108.78775990584543</c:v>
                </c:pt>
                <c:pt idx="1003">
                  <c:v>108.19929384072185</c:v>
                </c:pt>
                <c:pt idx="1004">
                  <c:v>103.5700274617497</c:v>
                </c:pt>
                <c:pt idx="1005">
                  <c:v>101.92232247940369</c:v>
                </c:pt>
                <c:pt idx="1006">
                  <c:v>101.56924284032955</c:v>
                </c:pt>
                <c:pt idx="1007">
                  <c:v>99.882306786975292</c:v>
                </c:pt>
                <c:pt idx="1008">
                  <c:v>101.2161632012554</c:v>
                </c:pt>
                <c:pt idx="1009">
                  <c:v>98.744605727736385</c:v>
                </c:pt>
                <c:pt idx="1010">
                  <c:v>98.979992153785801</c:v>
                </c:pt>
                <c:pt idx="1011">
                  <c:v>99.293840721851709</c:v>
                </c:pt>
                <c:pt idx="1012">
                  <c:v>98.469988230678709</c:v>
                </c:pt>
                <c:pt idx="1013">
                  <c:v>100.62769713613181</c:v>
                </c:pt>
                <c:pt idx="1014">
                  <c:v>100.51000392310712</c:v>
                </c:pt>
                <c:pt idx="1015">
                  <c:v>103.29540996469204</c:v>
                </c:pt>
                <c:pt idx="1016">
                  <c:v>103.96233817183209</c:v>
                </c:pt>
                <c:pt idx="1017">
                  <c:v>105.64927422518635</c:v>
                </c:pt>
                <c:pt idx="1018">
                  <c:v>106.94389956845822</c:v>
                </c:pt>
                <c:pt idx="1019">
                  <c:v>107.68928991761474</c:v>
                </c:pt>
                <c:pt idx="1020">
                  <c:v>109.72930561004316</c:v>
                </c:pt>
                <c:pt idx="1021">
                  <c:v>111.41624166339741</c:v>
                </c:pt>
                <c:pt idx="1022">
                  <c:v>111.25931737936445</c:v>
                </c:pt>
                <c:pt idx="1023">
                  <c:v>110.35700274617497</c:v>
                </c:pt>
                <c:pt idx="1024">
                  <c:v>108.00313848568067</c:v>
                </c:pt>
                <c:pt idx="1025">
                  <c:v>108.4346802667713</c:v>
                </c:pt>
                <c:pt idx="1026">
                  <c:v>109.14083954491957</c:v>
                </c:pt>
                <c:pt idx="1027">
                  <c:v>108.74852883483719</c:v>
                </c:pt>
                <c:pt idx="1028">
                  <c:v>106.43389564535113</c:v>
                </c:pt>
                <c:pt idx="1029">
                  <c:v>107.57159670459005</c:v>
                </c:pt>
                <c:pt idx="1030">
                  <c:v>107.61082777559827</c:v>
                </c:pt>
                <c:pt idx="1031">
                  <c:v>107.21851706551588</c:v>
                </c:pt>
                <c:pt idx="1032">
                  <c:v>105.64927422518635</c:v>
                </c:pt>
                <c:pt idx="1033">
                  <c:v>106.23774029030993</c:v>
                </c:pt>
                <c:pt idx="1034">
                  <c:v>107.17928599450765</c:v>
                </c:pt>
                <c:pt idx="1035">
                  <c:v>107.25774813652413</c:v>
                </c:pt>
                <c:pt idx="1036">
                  <c:v>107.41467242055708</c:v>
                </c:pt>
                <c:pt idx="1037">
                  <c:v>108.86622204786191</c:v>
                </c:pt>
                <c:pt idx="1038">
                  <c:v>113.10317771675167</c:v>
                </c:pt>
                <c:pt idx="1039">
                  <c:v>112.75009807767754</c:v>
                </c:pt>
                <c:pt idx="1040">
                  <c:v>111.18085523734797</c:v>
                </c:pt>
                <c:pt idx="1041">
                  <c:v>111.37701059238918</c:v>
                </c:pt>
                <c:pt idx="1042">
                  <c:v>109.72930561004316</c:v>
                </c:pt>
                <c:pt idx="1043">
                  <c:v>111.02393095331504</c:v>
                </c:pt>
                <c:pt idx="1044">
                  <c:v>108.12083169870536</c:v>
                </c:pt>
                <c:pt idx="1045">
                  <c:v>107.76775205963122</c:v>
                </c:pt>
                <c:pt idx="1046">
                  <c:v>108.39544919576305</c:v>
                </c:pt>
                <c:pt idx="1047">
                  <c:v>108.51314240878777</c:v>
                </c:pt>
                <c:pt idx="1048">
                  <c:v>109.84699882306788</c:v>
                </c:pt>
                <c:pt idx="1049">
                  <c:v>109.0623774029031</c:v>
                </c:pt>
                <c:pt idx="1050">
                  <c:v>108.98391526088665</c:v>
                </c:pt>
                <c:pt idx="1051">
                  <c:v>107.61082777559827</c:v>
                </c:pt>
                <c:pt idx="1052">
                  <c:v>107.21851706551588</c:v>
                </c:pt>
                <c:pt idx="1053">
                  <c:v>107.06159278148293</c:v>
                </c:pt>
                <c:pt idx="1054">
                  <c:v>104.19772459788152</c:v>
                </c:pt>
                <c:pt idx="1055">
                  <c:v>104.66849744998039</c:v>
                </c:pt>
                <c:pt idx="1056">
                  <c:v>105.45311887014518</c:v>
                </c:pt>
                <c:pt idx="1057">
                  <c:v>105.96312279325227</c:v>
                </c:pt>
                <c:pt idx="1058">
                  <c:v>106.43389564535113</c:v>
                </c:pt>
                <c:pt idx="1059">
                  <c:v>112.35778736759514</c:v>
                </c:pt>
                <c:pt idx="1060">
                  <c:v>114.98626912514712</c:v>
                </c:pt>
                <c:pt idx="1061">
                  <c:v>115.33934876422127</c:v>
                </c:pt>
                <c:pt idx="1062">
                  <c:v>117.22244017261671</c:v>
                </c:pt>
                <c:pt idx="1063">
                  <c:v>114.71165162808946</c:v>
                </c:pt>
                <c:pt idx="1064">
                  <c:v>113.06394664574344</c:v>
                </c:pt>
                <c:pt idx="1065">
                  <c:v>108.67006669282071</c:v>
                </c:pt>
                <c:pt idx="1066">
                  <c:v>107.14005492349941</c:v>
                </c:pt>
                <c:pt idx="1067">
                  <c:v>101.88309140839544</c:v>
                </c:pt>
                <c:pt idx="1068">
                  <c:v>102.39309533150256</c:v>
                </c:pt>
                <c:pt idx="1069">
                  <c:v>100.23538642604943</c:v>
                </c:pt>
                <c:pt idx="1070">
                  <c:v>99.646920360925847</c:v>
                </c:pt>
                <c:pt idx="1071">
                  <c:v>102.31463318948609</c:v>
                </c:pt>
                <c:pt idx="1072">
                  <c:v>103.33464103570027</c:v>
                </c:pt>
                <c:pt idx="1073">
                  <c:v>102.00078462142017</c:v>
                </c:pt>
                <c:pt idx="1074">
                  <c:v>99.686151431934107</c:v>
                </c:pt>
                <c:pt idx="1075">
                  <c:v>102.15770890545312</c:v>
                </c:pt>
                <c:pt idx="1076">
                  <c:v>101.05923891722246</c:v>
                </c:pt>
                <c:pt idx="1077">
                  <c:v>102.7461749705767</c:v>
                </c:pt>
                <c:pt idx="1078">
                  <c:v>104.19772459788152</c:v>
                </c:pt>
                <c:pt idx="1079">
                  <c:v>103.80541388779913</c:v>
                </c:pt>
                <c:pt idx="1080">
                  <c:v>103.53079639074147</c:v>
                </c:pt>
                <c:pt idx="1081">
                  <c:v>103.21694782267556</c:v>
                </c:pt>
                <c:pt idx="1082">
                  <c:v>102.23617104746961</c:v>
                </c:pt>
                <c:pt idx="1083">
                  <c:v>102.3538642604943</c:v>
                </c:pt>
                <c:pt idx="1084">
                  <c:v>103.80541388779913</c:v>
                </c:pt>
                <c:pt idx="1085">
                  <c:v>103.17771675166733</c:v>
                </c:pt>
                <c:pt idx="1086">
                  <c:v>102.98156139662613</c:v>
                </c:pt>
                <c:pt idx="1087">
                  <c:v>104.86465280502158</c:v>
                </c:pt>
                <c:pt idx="1088">
                  <c:v>103.06002353864261</c:v>
                </c:pt>
                <c:pt idx="1089">
                  <c:v>102.43232640251078</c:v>
                </c:pt>
                <c:pt idx="1090">
                  <c:v>102.70694389956847</c:v>
                </c:pt>
                <c:pt idx="1091">
                  <c:v>98.391526088662218</c:v>
                </c:pt>
                <c:pt idx="1092">
                  <c:v>99.568458218909385</c:v>
                </c:pt>
                <c:pt idx="1093">
                  <c:v>99.882306786975292</c:v>
                </c:pt>
                <c:pt idx="1094">
                  <c:v>98.234601804629278</c:v>
                </c:pt>
                <c:pt idx="1095">
                  <c:v>97.803060023538649</c:v>
                </c:pt>
                <c:pt idx="1096">
                  <c:v>97.86190663005101</c:v>
                </c:pt>
                <c:pt idx="1097">
                  <c:v>99.019223224794047</c:v>
                </c:pt>
                <c:pt idx="1098">
                  <c:v>97.351902706943918</c:v>
                </c:pt>
                <c:pt idx="1099">
                  <c:v>97.920753236563357</c:v>
                </c:pt>
                <c:pt idx="1100">
                  <c:v>98.156139662612802</c:v>
                </c:pt>
                <c:pt idx="1101">
                  <c:v>99.960768928991769</c:v>
                </c:pt>
                <c:pt idx="1102">
                  <c:v>101.2161632012554</c:v>
                </c:pt>
                <c:pt idx="1103">
                  <c:v>100.51000392310712</c:v>
                </c:pt>
                <c:pt idx="1104">
                  <c:v>100.66692820714007</c:v>
                </c:pt>
                <c:pt idx="1105">
                  <c:v>102.66771282856024</c:v>
                </c:pt>
                <c:pt idx="1106">
                  <c:v>102.8638681836014</c:v>
                </c:pt>
                <c:pt idx="1107">
                  <c:v>102.51078854452726</c:v>
                </c:pt>
                <c:pt idx="1108">
                  <c:v>100.823852491173</c:v>
                </c:pt>
                <c:pt idx="1109">
                  <c:v>100.51000392310712</c:v>
                </c:pt>
                <c:pt idx="1110">
                  <c:v>104.59003530796392</c:v>
                </c:pt>
                <c:pt idx="1111">
                  <c:v>105.37465672812868</c:v>
                </c:pt>
                <c:pt idx="1112">
                  <c:v>107.10082385249117</c:v>
                </c:pt>
                <c:pt idx="1113">
                  <c:v>108.90545311887017</c:v>
                </c:pt>
                <c:pt idx="1114">
                  <c:v>106.3946645743429</c:v>
                </c:pt>
                <c:pt idx="1115">
                  <c:v>105.76696743821108</c:v>
                </c:pt>
                <c:pt idx="1116">
                  <c:v>106.82620635543351</c:v>
                </c:pt>
                <c:pt idx="1117">
                  <c:v>106.47312671635936</c:v>
                </c:pt>
                <c:pt idx="1118">
                  <c:v>105.96312279325227</c:v>
                </c:pt>
                <c:pt idx="1119">
                  <c:v>101.80462926637897</c:v>
                </c:pt>
                <c:pt idx="1120">
                  <c:v>102.43232640251078</c:v>
                </c:pt>
                <c:pt idx="1121">
                  <c:v>106.23774029030993</c:v>
                </c:pt>
                <c:pt idx="1122">
                  <c:v>108.27775598273834</c:v>
                </c:pt>
                <c:pt idx="1123">
                  <c:v>108.27775598273834</c:v>
                </c:pt>
                <c:pt idx="1124">
                  <c:v>108.47391133777953</c:v>
                </c:pt>
                <c:pt idx="1125">
                  <c:v>109.37622597096902</c:v>
                </c:pt>
                <c:pt idx="1126">
                  <c:v>110.74931345625735</c:v>
                </c:pt>
                <c:pt idx="1127">
                  <c:v>111.45547273440566</c:v>
                </c:pt>
                <c:pt idx="1128">
                  <c:v>112.98548450372697</c:v>
                </c:pt>
                <c:pt idx="1129">
                  <c:v>113.65241271086701</c:v>
                </c:pt>
                <c:pt idx="1130">
                  <c:v>112.71086700666928</c:v>
                </c:pt>
                <c:pt idx="1131">
                  <c:v>112.51471165162809</c:v>
                </c:pt>
                <c:pt idx="1132">
                  <c:v>113.0247155747352</c:v>
                </c:pt>
                <c:pt idx="1133">
                  <c:v>110.78854452726559</c:v>
                </c:pt>
                <c:pt idx="1134">
                  <c:v>109.29776382895253</c:v>
                </c:pt>
                <c:pt idx="1135">
                  <c:v>107.25774813652413</c:v>
                </c:pt>
                <c:pt idx="1136">
                  <c:v>106.1985092193017</c:v>
                </c:pt>
                <c:pt idx="1137">
                  <c:v>106.47312671635936</c:v>
                </c:pt>
                <c:pt idx="1138">
                  <c:v>105.21773244409573</c:v>
                </c:pt>
                <c:pt idx="1139">
                  <c:v>107.49313456257357</c:v>
                </c:pt>
                <c:pt idx="1140">
                  <c:v>107.68928991761474</c:v>
                </c:pt>
                <c:pt idx="1141">
                  <c:v>108.19929384072185</c:v>
                </c:pt>
                <c:pt idx="1142">
                  <c:v>104.62926637897216</c:v>
                </c:pt>
                <c:pt idx="1143">
                  <c:v>104.11926245586504</c:v>
                </c:pt>
                <c:pt idx="1144">
                  <c:v>103.80541388779913</c:v>
                </c:pt>
                <c:pt idx="1145">
                  <c:v>101.88309140839544</c:v>
                </c:pt>
                <c:pt idx="1146">
                  <c:v>103.17771675166733</c:v>
                </c:pt>
                <c:pt idx="1147">
                  <c:v>102.82463711259318</c:v>
                </c:pt>
                <c:pt idx="1148">
                  <c:v>103.88387602981561</c:v>
                </c:pt>
                <c:pt idx="1149">
                  <c:v>105.17850137308749</c:v>
                </c:pt>
                <c:pt idx="1150">
                  <c:v>105.33542565712044</c:v>
                </c:pt>
                <c:pt idx="1151">
                  <c:v>105.45311887014518</c:v>
                </c:pt>
                <c:pt idx="1152">
                  <c:v>104.70772852098864</c:v>
                </c:pt>
                <c:pt idx="1153">
                  <c:v>105.37465672812868</c:v>
                </c:pt>
                <c:pt idx="1154">
                  <c:v>106.00235386426048</c:v>
                </c:pt>
                <c:pt idx="1155">
                  <c:v>106.00235386426048</c:v>
                </c:pt>
                <c:pt idx="1156">
                  <c:v>105.92389172224404</c:v>
                </c:pt>
                <c:pt idx="1157">
                  <c:v>106.82620635543351</c:v>
                </c:pt>
                <c:pt idx="1158">
                  <c:v>106.51235778736761</c:v>
                </c:pt>
                <c:pt idx="1159">
                  <c:v>105.21773244409573</c:v>
                </c:pt>
                <c:pt idx="1160">
                  <c:v>105.53158101216162</c:v>
                </c:pt>
                <c:pt idx="1161">
                  <c:v>105.41388779913692</c:v>
                </c:pt>
                <c:pt idx="1162">
                  <c:v>105.49234994115339</c:v>
                </c:pt>
                <c:pt idx="1163">
                  <c:v>104.70772852098864</c:v>
                </c:pt>
                <c:pt idx="1164">
                  <c:v>103.37387210670852</c:v>
                </c:pt>
                <c:pt idx="1165">
                  <c:v>102.58925068654375</c:v>
                </c:pt>
                <c:pt idx="1166">
                  <c:v>102.70694389956847</c:v>
                </c:pt>
                <c:pt idx="1167">
                  <c:v>102.27540211847783</c:v>
                </c:pt>
                <c:pt idx="1168">
                  <c:v>99.333071792859954</c:v>
                </c:pt>
                <c:pt idx="1169">
                  <c:v>99.333071792859954</c:v>
                </c:pt>
                <c:pt idx="1170">
                  <c:v>100.1961553550412</c:v>
                </c:pt>
                <c:pt idx="1171">
                  <c:v>99.411533934876431</c:v>
                </c:pt>
                <c:pt idx="1172">
                  <c:v>98.705374656728139</c:v>
                </c:pt>
                <c:pt idx="1173">
                  <c:v>97.920753236563357</c:v>
                </c:pt>
                <c:pt idx="1174">
                  <c:v>97.469595919968626</c:v>
                </c:pt>
                <c:pt idx="1175">
                  <c:v>96.076892899176144</c:v>
                </c:pt>
                <c:pt idx="1176">
                  <c:v>96.174970576696751</c:v>
                </c:pt>
                <c:pt idx="1177">
                  <c:v>96.35151039623382</c:v>
                </c:pt>
                <c:pt idx="1178">
                  <c:v>96.37112593173795</c:v>
                </c:pt>
                <c:pt idx="1179">
                  <c:v>95.488426834052575</c:v>
                </c:pt>
                <c:pt idx="1180">
                  <c:v>95.468811298548459</c:v>
                </c:pt>
                <c:pt idx="1181">
                  <c:v>95.880737544134959</c:v>
                </c:pt>
                <c:pt idx="1182">
                  <c:v>97.136131816398603</c:v>
                </c:pt>
                <c:pt idx="1183">
                  <c:v>97.351902706943918</c:v>
                </c:pt>
                <c:pt idx="1184">
                  <c:v>97.234209493919195</c:v>
                </c:pt>
                <c:pt idx="1185">
                  <c:v>95.135347194978422</c:v>
                </c:pt>
                <c:pt idx="1186">
                  <c:v>95.508042369556691</c:v>
                </c:pt>
                <c:pt idx="1187">
                  <c:v>96.135739505688505</c:v>
                </c:pt>
                <c:pt idx="1188">
                  <c:v>95.841506473126728</c:v>
                </c:pt>
                <c:pt idx="1189">
                  <c:v>94.841114162416645</c:v>
                </c:pt>
                <c:pt idx="1190">
                  <c:v>94.311494703805423</c:v>
                </c:pt>
                <c:pt idx="1191">
                  <c:v>95.056885052961945</c:v>
                </c:pt>
                <c:pt idx="1192">
                  <c:v>95.919968615143191</c:v>
                </c:pt>
                <c:pt idx="1193">
                  <c:v>95.821890937622598</c:v>
                </c:pt>
                <c:pt idx="1194">
                  <c:v>95.194193801490783</c:v>
                </c:pt>
                <c:pt idx="1195">
                  <c:v>96.135739505688505</c:v>
                </c:pt>
                <c:pt idx="1196">
                  <c:v>93.644566496665377</c:v>
                </c:pt>
                <c:pt idx="1197">
                  <c:v>94.448803452334246</c:v>
                </c:pt>
                <c:pt idx="1198">
                  <c:v>97.077285209886242</c:v>
                </c:pt>
                <c:pt idx="1199">
                  <c:v>96.037661828167913</c:v>
                </c:pt>
                <c:pt idx="1200">
                  <c:v>96.116123970184404</c:v>
                </c:pt>
                <c:pt idx="1201">
                  <c:v>95.331502550019621</c:v>
                </c:pt>
                <c:pt idx="1202">
                  <c:v>91.996861514319335</c:v>
                </c:pt>
                <c:pt idx="1203">
                  <c:v>91.604550804236965</c:v>
                </c:pt>
                <c:pt idx="1204">
                  <c:v>90.643389564535113</c:v>
                </c:pt>
                <c:pt idx="1205">
                  <c:v>91.506473126716358</c:v>
                </c:pt>
                <c:pt idx="1206">
                  <c:v>91.506473126716358</c:v>
                </c:pt>
                <c:pt idx="1207">
                  <c:v>90.56492742251865</c:v>
                </c:pt>
                <c:pt idx="1208">
                  <c:v>90.545311887014506</c:v>
                </c:pt>
                <c:pt idx="1209">
                  <c:v>90.172616712436252</c:v>
                </c:pt>
                <c:pt idx="1210">
                  <c:v>90.388387602981567</c:v>
                </c:pt>
                <c:pt idx="1211">
                  <c:v>89.741074931345636</c:v>
                </c:pt>
                <c:pt idx="1212">
                  <c:v>91.369164378187534</c:v>
                </c:pt>
                <c:pt idx="1213">
                  <c:v>92.506865437426441</c:v>
                </c:pt>
                <c:pt idx="1214">
                  <c:v>92.389172224401733</c:v>
                </c:pt>
                <c:pt idx="1215">
                  <c:v>91.271086700666942</c:v>
                </c:pt>
                <c:pt idx="1216">
                  <c:v>91.898783836798742</c:v>
                </c:pt>
                <c:pt idx="1217">
                  <c:v>91.506473126716358</c:v>
                </c:pt>
                <c:pt idx="1218">
                  <c:v>90.97685366810515</c:v>
                </c:pt>
                <c:pt idx="1219">
                  <c:v>89.858768144370345</c:v>
                </c:pt>
                <c:pt idx="1220">
                  <c:v>87.48528834837191</c:v>
                </c:pt>
                <c:pt idx="1221">
                  <c:v>85.876814437034142</c:v>
                </c:pt>
                <c:pt idx="1222">
                  <c:v>85.013730874852897</c:v>
                </c:pt>
                <c:pt idx="1223">
                  <c:v>84.719497842291091</c:v>
                </c:pt>
                <c:pt idx="1224">
                  <c:v>83.758336602589253</c:v>
                </c:pt>
                <c:pt idx="1225">
                  <c:v>82.895253040408008</c:v>
                </c:pt>
                <c:pt idx="1226">
                  <c:v>82.287171439780309</c:v>
                </c:pt>
                <c:pt idx="1227">
                  <c:v>82.679482149862693</c:v>
                </c:pt>
                <c:pt idx="1228">
                  <c:v>83.444488034523346</c:v>
                </c:pt>
                <c:pt idx="1229">
                  <c:v>85.602196939976466</c:v>
                </c:pt>
                <c:pt idx="1230">
                  <c:v>87.799136916437831</c:v>
                </c:pt>
                <c:pt idx="1231">
                  <c:v>87.701059238917239</c:v>
                </c:pt>
                <c:pt idx="1232">
                  <c:v>86.622204786190665</c:v>
                </c:pt>
                <c:pt idx="1233">
                  <c:v>86.994899960768933</c:v>
                </c:pt>
                <c:pt idx="1234">
                  <c:v>87.171439780306002</c:v>
                </c:pt>
                <c:pt idx="1235">
                  <c:v>85.876814437034142</c:v>
                </c:pt>
                <c:pt idx="1236">
                  <c:v>86.563358179678318</c:v>
                </c:pt>
                <c:pt idx="1237">
                  <c:v>89.603766182816784</c:v>
                </c:pt>
                <c:pt idx="1238">
                  <c:v>91.604550804236965</c:v>
                </c:pt>
                <c:pt idx="1239">
                  <c:v>90.113770105923891</c:v>
                </c:pt>
                <c:pt idx="1240">
                  <c:v>90.525696351510405</c:v>
                </c:pt>
                <c:pt idx="1241">
                  <c:v>91.604550804236965</c:v>
                </c:pt>
                <c:pt idx="1242">
                  <c:v>90.035307963907414</c:v>
                </c:pt>
                <c:pt idx="1243">
                  <c:v>89.368379756767368</c:v>
                </c:pt>
                <c:pt idx="1244">
                  <c:v>88.505296194586109</c:v>
                </c:pt>
                <c:pt idx="1245">
                  <c:v>88.191447626520215</c:v>
                </c:pt>
                <c:pt idx="1246">
                  <c:v>87.622597096900762</c:v>
                </c:pt>
                <c:pt idx="1247">
                  <c:v>87.053746567281294</c:v>
                </c:pt>
                <c:pt idx="1248">
                  <c:v>88.681836014123192</c:v>
                </c:pt>
                <c:pt idx="1249">
                  <c:v>87.995292271479016</c:v>
                </c:pt>
                <c:pt idx="1250">
                  <c:v>88.583758336602585</c:v>
                </c:pt>
                <c:pt idx="1251">
                  <c:v>88.936837975676752</c:v>
                </c:pt>
                <c:pt idx="1252">
                  <c:v>89.996076892899197</c:v>
                </c:pt>
                <c:pt idx="1253">
                  <c:v>92.781482934484117</c:v>
                </c:pt>
                <c:pt idx="1254">
                  <c:v>91.977245978815219</c:v>
                </c:pt>
                <c:pt idx="1255">
                  <c:v>92.487249901922326</c:v>
                </c:pt>
                <c:pt idx="1256">
                  <c:v>92.604943114947048</c:v>
                </c:pt>
                <c:pt idx="1257">
                  <c:v>91.859552765790511</c:v>
                </c:pt>
                <c:pt idx="1258">
                  <c:v>91.192624558650465</c:v>
                </c:pt>
                <c:pt idx="1259">
                  <c:v>94.919576304433122</c:v>
                </c:pt>
                <c:pt idx="1260">
                  <c:v>94.684189878383691</c:v>
                </c:pt>
                <c:pt idx="1261">
                  <c:v>94.62534327187133</c:v>
                </c:pt>
                <c:pt idx="1262">
                  <c:v>93.409180070615932</c:v>
                </c:pt>
                <c:pt idx="1263">
                  <c:v>92.801098469988247</c:v>
                </c:pt>
                <c:pt idx="1264">
                  <c:v>91.565319733228719</c:v>
                </c:pt>
                <c:pt idx="1265">
                  <c:v>91.722244017261673</c:v>
                </c:pt>
                <c:pt idx="1266">
                  <c:v>91.839937230286395</c:v>
                </c:pt>
                <c:pt idx="1267">
                  <c:v>91.035700274617497</c:v>
                </c:pt>
                <c:pt idx="1268">
                  <c:v>90.859160455080428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996F-4E65-8F9A-AADF34362784}"/>
            </c:ext>
          </c:extLst>
        </c:ser>
        <c:ser>
          <c:idx val="3"/>
          <c:order val="3"/>
          <c:tx>
            <c:strRef>
              <c:f>'Confronto con indicizzazione'!$E$1</c:f>
              <c:strCache>
                <c:ptCount val="1"/>
                <c:pt idx="0">
                  <c:v>HRMS.PA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cat>
            <c:numRef>
              <c:f>'Confronto con indicizzazione'!$A$2:$A$1270</c:f>
              <c:numCache>
                <c:formatCode>dd\-mmm\-yyyy</c:formatCode>
                <c:ptCount val="1269"/>
                <c:pt idx="0">
                  <c:v>43467</c:v>
                </c:pt>
                <c:pt idx="1">
                  <c:v>43468</c:v>
                </c:pt>
                <c:pt idx="2">
                  <c:v>43469</c:v>
                </c:pt>
                <c:pt idx="3">
                  <c:v>43472</c:v>
                </c:pt>
                <c:pt idx="4">
                  <c:v>43473</c:v>
                </c:pt>
                <c:pt idx="5">
                  <c:v>43474</c:v>
                </c:pt>
                <c:pt idx="6">
                  <c:v>43475</c:v>
                </c:pt>
                <c:pt idx="7">
                  <c:v>43476</c:v>
                </c:pt>
                <c:pt idx="8">
                  <c:v>43479</c:v>
                </c:pt>
                <c:pt idx="9">
                  <c:v>43480</c:v>
                </c:pt>
                <c:pt idx="10">
                  <c:v>43481</c:v>
                </c:pt>
                <c:pt idx="11">
                  <c:v>43482</c:v>
                </c:pt>
                <c:pt idx="12">
                  <c:v>43483</c:v>
                </c:pt>
                <c:pt idx="13">
                  <c:v>43486</c:v>
                </c:pt>
                <c:pt idx="14">
                  <c:v>43487</c:v>
                </c:pt>
                <c:pt idx="15">
                  <c:v>43488</c:v>
                </c:pt>
                <c:pt idx="16">
                  <c:v>43489</c:v>
                </c:pt>
                <c:pt idx="17">
                  <c:v>43490</c:v>
                </c:pt>
                <c:pt idx="18">
                  <c:v>43493</c:v>
                </c:pt>
                <c:pt idx="19">
                  <c:v>43494</c:v>
                </c:pt>
                <c:pt idx="20">
                  <c:v>43495</c:v>
                </c:pt>
                <c:pt idx="21">
                  <c:v>43496</c:v>
                </c:pt>
                <c:pt idx="22">
                  <c:v>43497</c:v>
                </c:pt>
                <c:pt idx="23">
                  <c:v>43500</c:v>
                </c:pt>
                <c:pt idx="24">
                  <c:v>43501</c:v>
                </c:pt>
                <c:pt idx="25">
                  <c:v>43502</c:v>
                </c:pt>
                <c:pt idx="26">
                  <c:v>43503</c:v>
                </c:pt>
                <c:pt idx="27">
                  <c:v>43504</c:v>
                </c:pt>
                <c:pt idx="28">
                  <c:v>43507</c:v>
                </c:pt>
                <c:pt idx="29">
                  <c:v>43508</c:v>
                </c:pt>
                <c:pt idx="30">
                  <c:v>43509</c:v>
                </c:pt>
                <c:pt idx="31">
                  <c:v>43510</c:v>
                </c:pt>
                <c:pt idx="32">
                  <c:v>43511</c:v>
                </c:pt>
                <c:pt idx="33">
                  <c:v>43514</c:v>
                </c:pt>
                <c:pt idx="34">
                  <c:v>43515</c:v>
                </c:pt>
                <c:pt idx="35">
                  <c:v>43516</c:v>
                </c:pt>
                <c:pt idx="36">
                  <c:v>43517</c:v>
                </c:pt>
                <c:pt idx="37">
                  <c:v>43518</c:v>
                </c:pt>
                <c:pt idx="38">
                  <c:v>43521</c:v>
                </c:pt>
                <c:pt idx="39">
                  <c:v>43522</c:v>
                </c:pt>
                <c:pt idx="40">
                  <c:v>43523</c:v>
                </c:pt>
                <c:pt idx="41">
                  <c:v>43524</c:v>
                </c:pt>
                <c:pt idx="42">
                  <c:v>43525</c:v>
                </c:pt>
                <c:pt idx="43">
                  <c:v>43528</c:v>
                </c:pt>
                <c:pt idx="44">
                  <c:v>43529</c:v>
                </c:pt>
                <c:pt idx="45">
                  <c:v>43530</c:v>
                </c:pt>
                <c:pt idx="46">
                  <c:v>43531</c:v>
                </c:pt>
                <c:pt idx="47">
                  <c:v>43532</c:v>
                </c:pt>
                <c:pt idx="48">
                  <c:v>43535</c:v>
                </c:pt>
                <c:pt idx="49">
                  <c:v>43536</c:v>
                </c:pt>
                <c:pt idx="50">
                  <c:v>43537</c:v>
                </c:pt>
                <c:pt idx="51">
                  <c:v>43538</c:v>
                </c:pt>
                <c:pt idx="52">
                  <c:v>43539</c:v>
                </c:pt>
                <c:pt idx="53">
                  <c:v>43542</c:v>
                </c:pt>
                <c:pt idx="54">
                  <c:v>43543</c:v>
                </c:pt>
                <c:pt idx="55">
                  <c:v>43544</c:v>
                </c:pt>
                <c:pt idx="56">
                  <c:v>43545</c:v>
                </c:pt>
                <c:pt idx="57">
                  <c:v>43546</c:v>
                </c:pt>
                <c:pt idx="58">
                  <c:v>43549</c:v>
                </c:pt>
                <c:pt idx="59">
                  <c:v>43550</c:v>
                </c:pt>
                <c:pt idx="60">
                  <c:v>43551</c:v>
                </c:pt>
                <c:pt idx="61">
                  <c:v>43552</c:v>
                </c:pt>
                <c:pt idx="62">
                  <c:v>43553</c:v>
                </c:pt>
                <c:pt idx="63">
                  <c:v>43556</c:v>
                </c:pt>
                <c:pt idx="64">
                  <c:v>43557</c:v>
                </c:pt>
                <c:pt idx="65">
                  <c:v>43558</c:v>
                </c:pt>
                <c:pt idx="66">
                  <c:v>43559</c:v>
                </c:pt>
                <c:pt idx="67">
                  <c:v>43560</c:v>
                </c:pt>
                <c:pt idx="68">
                  <c:v>43563</c:v>
                </c:pt>
                <c:pt idx="69">
                  <c:v>43564</c:v>
                </c:pt>
                <c:pt idx="70">
                  <c:v>43565</c:v>
                </c:pt>
                <c:pt idx="71">
                  <c:v>43566</c:v>
                </c:pt>
                <c:pt idx="72">
                  <c:v>43567</c:v>
                </c:pt>
                <c:pt idx="73">
                  <c:v>43570</c:v>
                </c:pt>
                <c:pt idx="74">
                  <c:v>43571</c:v>
                </c:pt>
                <c:pt idx="75">
                  <c:v>43572</c:v>
                </c:pt>
                <c:pt idx="76">
                  <c:v>43573</c:v>
                </c:pt>
                <c:pt idx="77">
                  <c:v>43578</c:v>
                </c:pt>
                <c:pt idx="78">
                  <c:v>43579</c:v>
                </c:pt>
                <c:pt idx="79">
                  <c:v>43580</c:v>
                </c:pt>
                <c:pt idx="80">
                  <c:v>43581</c:v>
                </c:pt>
                <c:pt idx="81">
                  <c:v>43584</c:v>
                </c:pt>
                <c:pt idx="82">
                  <c:v>43585</c:v>
                </c:pt>
                <c:pt idx="83">
                  <c:v>43587</c:v>
                </c:pt>
                <c:pt idx="84">
                  <c:v>43588</c:v>
                </c:pt>
                <c:pt idx="85">
                  <c:v>43591</c:v>
                </c:pt>
                <c:pt idx="86">
                  <c:v>43592</c:v>
                </c:pt>
                <c:pt idx="87">
                  <c:v>43593</c:v>
                </c:pt>
                <c:pt idx="88">
                  <c:v>43594</c:v>
                </c:pt>
                <c:pt idx="89">
                  <c:v>43595</c:v>
                </c:pt>
                <c:pt idx="90">
                  <c:v>43598</c:v>
                </c:pt>
                <c:pt idx="91">
                  <c:v>43599</c:v>
                </c:pt>
                <c:pt idx="92">
                  <c:v>43600</c:v>
                </c:pt>
                <c:pt idx="93">
                  <c:v>43601</c:v>
                </c:pt>
                <c:pt idx="94">
                  <c:v>43602</c:v>
                </c:pt>
                <c:pt idx="95">
                  <c:v>43605</c:v>
                </c:pt>
                <c:pt idx="96">
                  <c:v>43606</c:v>
                </c:pt>
                <c:pt idx="97">
                  <c:v>43607</c:v>
                </c:pt>
                <c:pt idx="98">
                  <c:v>43608</c:v>
                </c:pt>
                <c:pt idx="99">
                  <c:v>43609</c:v>
                </c:pt>
                <c:pt idx="100">
                  <c:v>43612</c:v>
                </c:pt>
                <c:pt idx="101">
                  <c:v>43613</c:v>
                </c:pt>
                <c:pt idx="102">
                  <c:v>43614</c:v>
                </c:pt>
                <c:pt idx="103">
                  <c:v>43615</c:v>
                </c:pt>
                <c:pt idx="104">
                  <c:v>43616</c:v>
                </c:pt>
                <c:pt idx="105">
                  <c:v>43619</c:v>
                </c:pt>
                <c:pt idx="106">
                  <c:v>43620</c:v>
                </c:pt>
                <c:pt idx="107">
                  <c:v>43621</c:v>
                </c:pt>
                <c:pt idx="108">
                  <c:v>43622</c:v>
                </c:pt>
                <c:pt idx="109">
                  <c:v>43623</c:v>
                </c:pt>
                <c:pt idx="110">
                  <c:v>43627</c:v>
                </c:pt>
                <c:pt idx="111">
                  <c:v>43628</c:v>
                </c:pt>
                <c:pt idx="112">
                  <c:v>43629</c:v>
                </c:pt>
                <c:pt idx="113">
                  <c:v>43630</c:v>
                </c:pt>
                <c:pt idx="114">
                  <c:v>43633</c:v>
                </c:pt>
                <c:pt idx="115">
                  <c:v>43634</c:v>
                </c:pt>
                <c:pt idx="116">
                  <c:v>43635</c:v>
                </c:pt>
                <c:pt idx="117">
                  <c:v>43636</c:v>
                </c:pt>
                <c:pt idx="118">
                  <c:v>43637</c:v>
                </c:pt>
                <c:pt idx="119">
                  <c:v>43640</c:v>
                </c:pt>
                <c:pt idx="120">
                  <c:v>43641</c:v>
                </c:pt>
                <c:pt idx="121">
                  <c:v>43642</c:v>
                </c:pt>
                <c:pt idx="122">
                  <c:v>43643</c:v>
                </c:pt>
                <c:pt idx="123">
                  <c:v>43644</c:v>
                </c:pt>
                <c:pt idx="124">
                  <c:v>43647</c:v>
                </c:pt>
                <c:pt idx="125">
                  <c:v>43648</c:v>
                </c:pt>
                <c:pt idx="126">
                  <c:v>43649</c:v>
                </c:pt>
                <c:pt idx="127">
                  <c:v>43650</c:v>
                </c:pt>
                <c:pt idx="128">
                  <c:v>43651</c:v>
                </c:pt>
                <c:pt idx="129">
                  <c:v>43654</c:v>
                </c:pt>
                <c:pt idx="130">
                  <c:v>43655</c:v>
                </c:pt>
                <c:pt idx="131">
                  <c:v>43656</c:v>
                </c:pt>
                <c:pt idx="132">
                  <c:v>43657</c:v>
                </c:pt>
                <c:pt idx="133">
                  <c:v>43658</c:v>
                </c:pt>
                <c:pt idx="134">
                  <c:v>43661</c:v>
                </c:pt>
                <c:pt idx="135">
                  <c:v>43662</c:v>
                </c:pt>
                <c:pt idx="136">
                  <c:v>43663</c:v>
                </c:pt>
                <c:pt idx="137">
                  <c:v>43664</c:v>
                </c:pt>
                <c:pt idx="138">
                  <c:v>43665</c:v>
                </c:pt>
                <c:pt idx="139">
                  <c:v>43668</c:v>
                </c:pt>
                <c:pt idx="140">
                  <c:v>43669</c:v>
                </c:pt>
                <c:pt idx="141">
                  <c:v>43670</c:v>
                </c:pt>
                <c:pt idx="142">
                  <c:v>43671</c:v>
                </c:pt>
                <c:pt idx="143">
                  <c:v>43672</c:v>
                </c:pt>
                <c:pt idx="144">
                  <c:v>43675</c:v>
                </c:pt>
                <c:pt idx="145">
                  <c:v>43676</c:v>
                </c:pt>
                <c:pt idx="146">
                  <c:v>43677</c:v>
                </c:pt>
                <c:pt idx="147">
                  <c:v>43678</c:v>
                </c:pt>
                <c:pt idx="148">
                  <c:v>43679</c:v>
                </c:pt>
                <c:pt idx="149">
                  <c:v>43682</c:v>
                </c:pt>
                <c:pt idx="150">
                  <c:v>43683</c:v>
                </c:pt>
                <c:pt idx="151">
                  <c:v>43684</c:v>
                </c:pt>
                <c:pt idx="152">
                  <c:v>43685</c:v>
                </c:pt>
                <c:pt idx="153">
                  <c:v>43686</c:v>
                </c:pt>
                <c:pt idx="154">
                  <c:v>43689</c:v>
                </c:pt>
                <c:pt idx="155">
                  <c:v>43690</c:v>
                </c:pt>
                <c:pt idx="156">
                  <c:v>43691</c:v>
                </c:pt>
                <c:pt idx="157">
                  <c:v>43693</c:v>
                </c:pt>
                <c:pt idx="158">
                  <c:v>43696</c:v>
                </c:pt>
                <c:pt idx="159">
                  <c:v>43697</c:v>
                </c:pt>
                <c:pt idx="160">
                  <c:v>43698</c:v>
                </c:pt>
                <c:pt idx="161">
                  <c:v>43699</c:v>
                </c:pt>
                <c:pt idx="162">
                  <c:v>43700</c:v>
                </c:pt>
                <c:pt idx="163">
                  <c:v>43703</c:v>
                </c:pt>
                <c:pt idx="164">
                  <c:v>43704</c:v>
                </c:pt>
                <c:pt idx="165">
                  <c:v>43705</c:v>
                </c:pt>
                <c:pt idx="166">
                  <c:v>43706</c:v>
                </c:pt>
                <c:pt idx="167">
                  <c:v>43707</c:v>
                </c:pt>
                <c:pt idx="168">
                  <c:v>43710</c:v>
                </c:pt>
                <c:pt idx="169">
                  <c:v>43711</c:v>
                </c:pt>
                <c:pt idx="170">
                  <c:v>43712</c:v>
                </c:pt>
                <c:pt idx="171">
                  <c:v>43713</c:v>
                </c:pt>
                <c:pt idx="172">
                  <c:v>43714</c:v>
                </c:pt>
                <c:pt idx="173">
                  <c:v>43717</c:v>
                </c:pt>
                <c:pt idx="174">
                  <c:v>43718</c:v>
                </c:pt>
                <c:pt idx="175">
                  <c:v>43719</c:v>
                </c:pt>
                <c:pt idx="176">
                  <c:v>43720</c:v>
                </c:pt>
                <c:pt idx="177">
                  <c:v>43721</c:v>
                </c:pt>
                <c:pt idx="178">
                  <c:v>43724</c:v>
                </c:pt>
                <c:pt idx="179">
                  <c:v>43725</c:v>
                </c:pt>
                <c:pt idx="180">
                  <c:v>43726</c:v>
                </c:pt>
                <c:pt idx="181">
                  <c:v>43727</c:v>
                </c:pt>
                <c:pt idx="182">
                  <c:v>43728</c:v>
                </c:pt>
                <c:pt idx="183">
                  <c:v>43731</c:v>
                </c:pt>
                <c:pt idx="184">
                  <c:v>43732</c:v>
                </c:pt>
                <c:pt idx="185">
                  <c:v>43733</c:v>
                </c:pt>
                <c:pt idx="186">
                  <c:v>43734</c:v>
                </c:pt>
                <c:pt idx="187">
                  <c:v>43735</c:v>
                </c:pt>
                <c:pt idx="188">
                  <c:v>43738</c:v>
                </c:pt>
                <c:pt idx="189">
                  <c:v>43739</c:v>
                </c:pt>
                <c:pt idx="190">
                  <c:v>43740</c:v>
                </c:pt>
                <c:pt idx="191">
                  <c:v>43742</c:v>
                </c:pt>
                <c:pt idx="192">
                  <c:v>43745</c:v>
                </c:pt>
                <c:pt idx="193">
                  <c:v>43746</c:v>
                </c:pt>
                <c:pt idx="194">
                  <c:v>43747</c:v>
                </c:pt>
                <c:pt idx="195">
                  <c:v>43748</c:v>
                </c:pt>
                <c:pt idx="196">
                  <c:v>43749</c:v>
                </c:pt>
                <c:pt idx="197">
                  <c:v>43752</c:v>
                </c:pt>
                <c:pt idx="198">
                  <c:v>43753</c:v>
                </c:pt>
                <c:pt idx="199">
                  <c:v>43754</c:v>
                </c:pt>
                <c:pt idx="200">
                  <c:v>43755</c:v>
                </c:pt>
                <c:pt idx="201">
                  <c:v>43756</c:v>
                </c:pt>
                <c:pt idx="202">
                  <c:v>43759</c:v>
                </c:pt>
                <c:pt idx="203">
                  <c:v>43760</c:v>
                </c:pt>
                <c:pt idx="204">
                  <c:v>43761</c:v>
                </c:pt>
                <c:pt idx="205">
                  <c:v>43762</c:v>
                </c:pt>
                <c:pt idx="206">
                  <c:v>43763</c:v>
                </c:pt>
                <c:pt idx="207">
                  <c:v>43766</c:v>
                </c:pt>
                <c:pt idx="208">
                  <c:v>43767</c:v>
                </c:pt>
                <c:pt idx="209">
                  <c:v>43768</c:v>
                </c:pt>
                <c:pt idx="210">
                  <c:v>43769</c:v>
                </c:pt>
                <c:pt idx="211">
                  <c:v>43770</c:v>
                </c:pt>
                <c:pt idx="212">
                  <c:v>43773</c:v>
                </c:pt>
                <c:pt idx="213">
                  <c:v>43774</c:v>
                </c:pt>
                <c:pt idx="214">
                  <c:v>43775</c:v>
                </c:pt>
                <c:pt idx="215">
                  <c:v>43776</c:v>
                </c:pt>
                <c:pt idx="216">
                  <c:v>43777</c:v>
                </c:pt>
                <c:pt idx="217">
                  <c:v>43780</c:v>
                </c:pt>
                <c:pt idx="218">
                  <c:v>43781</c:v>
                </c:pt>
                <c:pt idx="219">
                  <c:v>43782</c:v>
                </c:pt>
                <c:pt idx="220">
                  <c:v>43783</c:v>
                </c:pt>
                <c:pt idx="221">
                  <c:v>43784</c:v>
                </c:pt>
                <c:pt idx="222">
                  <c:v>43787</c:v>
                </c:pt>
                <c:pt idx="223">
                  <c:v>43788</c:v>
                </c:pt>
                <c:pt idx="224">
                  <c:v>43789</c:v>
                </c:pt>
                <c:pt idx="225">
                  <c:v>43790</c:v>
                </c:pt>
                <c:pt idx="226">
                  <c:v>43791</c:v>
                </c:pt>
                <c:pt idx="227">
                  <c:v>43794</c:v>
                </c:pt>
                <c:pt idx="228">
                  <c:v>43795</c:v>
                </c:pt>
                <c:pt idx="229">
                  <c:v>43796</c:v>
                </c:pt>
                <c:pt idx="230">
                  <c:v>43797</c:v>
                </c:pt>
                <c:pt idx="231">
                  <c:v>43798</c:v>
                </c:pt>
                <c:pt idx="232">
                  <c:v>43801</c:v>
                </c:pt>
                <c:pt idx="233">
                  <c:v>43802</c:v>
                </c:pt>
                <c:pt idx="234">
                  <c:v>43803</c:v>
                </c:pt>
                <c:pt idx="235">
                  <c:v>43804</c:v>
                </c:pt>
                <c:pt idx="236">
                  <c:v>43805</c:v>
                </c:pt>
                <c:pt idx="237">
                  <c:v>43808</c:v>
                </c:pt>
                <c:pt idx="238">
                  <c:v>43809</c:v>
                </c:pt>
                <c:pt idx="239">
                  <c:v>43810</c:v>
                </c:pt>
                <c:pt idx="240">
                  <c:v>43811</c:v>
                </c:pt>
                <c:pt idx="241">
                  <c:v>43812</c:v>
                </c:pt>
                <c:pt idx="242">
                  <c:v>43815</c:v>
                </c:pt>
                <c:pt idx="243">
                  <c:v>43816</c:v>
                </c:pt>
                <c:pt idx="244">
                  <c:v>43817</c:v>
                </c:pt>
                <c:pt idx="245">
                  <c:v>43818</c:v>
                </c:pt>
                <c:pt idx="246">
                  <c:v>43819</c:v>
                </c:pt>
                <c:pt idx="247">
                  <c:v>43822</c:v>
                </c:pt>
                <c:pt idx="248">
                  <c:v>43826</c:v>
                </c:pt>
                <c:pt idx="249">
                  <c:v>43829</c:v>
                </c:pt>
                <c:pt idx="250">
                  <c:v>43832</c:v>
                </c:pt>
                <c:pt idx="251">
                  <c:v>43833</c:v>
                </c:pt>
                <c:pt idx="252">
                  <c:v>43836</c:v>
                </c:pt>
                <c:pt idx="253">
                  <c:v>43837</c:v>
                </c:pt>
                <c:pt idx="254">
                  <c:v>43838</c:v>
                </c:pt>
                <c:pt idx="255">
                  <c:v>43839</c:v>
                </c:pt>
                <c:pt idx="256">
                  <c:v>43840</c:v>
                </c:pt>
                <c:pt idx="257">
                  <c:v>43843</c:v>
                </c:pt>
                <c:pt idx="258">
                  <c:v>43844</c:v>
                </c:pt>
                <c:pt idx="259">
                  <c:v>43845</c:v>
                </c:pt>
                <c:pt idx="260">
                  <c:v>43846</c:v>
                </c:pt>
                <c:pt idx="261">
                  <c:v>43847</c:v>
                </c:pt>
                <c:pt idx="262">
                  <c:v>43850</c:v>
                </c:pt>
                <c:pt idx="263">
                  <c:v>43851</c:v>
                </c:pt>
                <c:pt idx="264">
                  <c:v>43852</c:v>
                </c:pt>
                <c:pt idx="265">
                  <c:v>43853</c:v>
                </c:pt>
                <c:pt idx="266">
                  <c:v>43854</c:v>
                </c:pt>
                <c:pt idx="267">
                  <c:v>43857</c:v>
                </c:pt>
                <c:pt idx="268">
                  <c:v>43858</c:v>
                </c:pt>
                <c:pt idx="269">
                  <c:v>43859</c:v>
                </c:pt>
                <c:pt idx="270">
                  <c:v>43860</c:v>
                </c:pt>
                <c:pt idx="271">
                  <c:v>43861</c:v>
                </c:pt>
                <c:pt idx="272">
                  <c:v>43864</c:v>
                </c:pt>
                <c:pt idx="273">
                  <c:v>43865</c:v>
                </c:pt>
                <c:pt idx="274">
                  <c:v>43866</c:v>
                </c:pt>
                <c:pt idx="275">
                  <c:v>43867</c:v>
                </c:pt>
                <c:pt idx="276">
                  <c:v>43868</c:v>
                </c:pt>
                <c:pt idx="277">
                  <c:v>43871</c:v>
                </c:pt>
                <c:pt idx="278">
                  <c:v>43872</c:v>
                </c:pt>
                <c:pt idx="279">
                  <c:v>43873</c:v>
                </c:pt>
                <c:pt idx="280">
                  <c:v>43874</c:v>
                </c:pt>
                <c:pt idx="281">
                  <c:v>43875</c:v>
                </c:pt>
                <c:pt idx="282">
                  <c:v>43878</c:v>
                </c:pt>
                <c:pt idx="283">
                  <c:v>43879</c:v>
                </c:pt>
                <c:pt idx="284">
                  <c:v>43880</c:v>
                </c:pt>
                <c:pt idx="285">
                  <c:v>43881</c:v>
                </c:pt>
                <c:pt idx="286">
                  <c:v>43882</c:v>
                </c:pt>
                <c:pt idx="287">
                  <c:v>43885</c:v>
                </c:pt>
                <c:pt idx="288">
                  <c:v>43886</c:v>
                </c:pt>
                <c:pt idx="289">
                  <c:v>43887</c:v>
                </c:pt>
                <c:pt idx="290">
                  <c:v>43888</c:v>
                </c:pt>
                <c:pt idx="291">
                  <c:v>43889</c:v>
                </c:pt>
                <c:pt idx="292">
                  <c:v>43892</c:v>
                </c:pt>
                <c:pt idx="293">
                  <c:v>43893</c:v>
                </c:pt>
                <c:pt idx="294">
                  <c:v>43894</c:v>
                </c:pt>
                <c:pt idx="295">
                  <c:v>43895</c:v>
                </c:pt>
                <c:pt idx="296">
                  <c:v>43896</c:v>
                </c:pt>
                <c:pt idx="297">
                  <c:v>43899</c:v>
                </c:pt>
                <c:pt idx="298">
                  <c:v>43900</c:v>
                </c:pt>
                <c:pt idx="299">
                  <c:v>43901</c:v>
                </c:pt>
                <c:pt idx="300">
                  <c:v>43902</c:v>
                </c:pt>
                <c:pt idx="301">
                  <c:v>43903</c:v>
                </c:pt>
                <c:pt idx="302">
                  <c:v>43906</c:v>
                </c:pt>
                <c:pt idx="303">
                  <c:v>43907</c:v>
                </c:pt>
                <c:pt idx="304">
                  <c:v>43908</c:v>
                </c:pt>
                <c:pt idx="305">
                  <c:v>43909</c:v>
                </c:pt>
                <c:pt idx="306">
                  <c:v>43910</c:v>
                </c:pt>
                <c:pt idx="307">
                  <c:v>43913</c:v>
                </c:pt>
                <c:pt idx="308">
                  <c:v>43914</c:v>
                </c:pt>
                <c:pt idx="309">
                  <c:v>43915</c:v>
                </c:pt>
                <c:pt idx="310">
                  <c:v>43916</c:v>
                </c:pt>
                <c:pt idx="311">
                  <c:v>43917</c:v>
                </c:pt>
                <c:pt idx="312">
                  <c:v>43920</c:v>
                </c:pt>
                <c:pt idx="313">
                  <c:v>43921</c:v>
                </c:pt>
                <c:pt idx="314">
                  <c:v>43922</c:v>
                </c:pt>
                <c:pt idx="315">
                  <c:v>43923</c:v>
                </c:pt>
                <c:pt idx="316">
                  <c:v>43924</c:v>
                </c:pt>
                <c:pt idx="317">
                  <c:v>43927</c:v>
                </c:pt>
                <c:pt idx="318">
                  <c:v>43928</c:v>
                </c:pt>
                <c:pt idx="319">
                  <c:v>43929</c:v>
                </c:pt>
                <c:pt idx="320">
                  <c:v>43930</c:v>
                </c:pt>
                <c:pt idx="321">
                  <c:v>43935</c:v>
                </c:pt>
                <c:pt idx="322">
                  <c:v>43936</c:v>
                </c:pt>
                <c:pt idx="323">
                  <c:v>43937</c:v>
                </c:pt>
                <c:pt idx="324">
                  <c:v>43938</c:v>
                </c:pt>
                <c:pt idx="325">
                  <c:v>43941</c:v>
                </c:pt>
                <c:pt idx="326">
                  <c:v>43942</c:v>
                </c:pt>
                <c:pt idx="327">
                  <c:v>43943</c:v>
                </c:pt>
                <c:pt idx="328">
                  <c:v>43944</c:v>
                </c:pt>
                <c:pt idx="329">
                  <c:v>43945</c:v>
                </c:pt>
                <c:pt idx="330">
                  <c:v>43948</c:v>
                </c:pt>
                <c:pt idx="331">
                  <c:v>43949</c:v>
                </c:pt>
                <c:pt idx="332">
                  <c:v>43950</c:v>
                </c:pt>
                <c:pt idx="333">
                  <c:v>43951</c:v>
                </c:pt>
                <c:pt idx="334">
                  <c:v>43955</c:v>
                </c:pt>
                <c:pt idx="335">
                  <c:v>43956</c:v>
                </c:pt>
                <c:pt idx="336">
                  <c:v>43957</c:v>
                </c:pt>
                <c:pt idx="337">
                  <c:v>43958</c:v>
                </c:pt>
                <c:pt idx="338">
                  <c:v>43959</c:v>
                </c:pt>
                <c:pt idx="339">
                  <c:v>43962</c:v>
                </c:pt>
                <c:pt idx="340">
                  <c:v>43963</c:v>
                </c:pt>
                <c:pt idx="341">
                  <c:v>43964</c:v>
                </c:pt>
                <c:pt idx="342">
                  <c:v>43965</c:v>
                </c:pt>
                <c:pt idx="343">
                  <c:v>43966</c:v>
                </c:pt>
                <c:pt idx="344">
                  <c:v>43969</c:v>
                </c:pt>
                <c:pt idx="345">
                  <c:v>43970</c:v>
                </c:pt>
                <c:pt idx="346">
                  <c:v>43971</c:v>
                </c:pt>
                <c:pt idx="347">
                  <c:v>43972</c:v>
                </c:pt>
                <c:pt idx="348">
                  <c:v>43973</c:v>
                </c:pt>
                <c:pt idx="349">
                  <c:v>43976</c:v>
                </c:pt>
                <c:pt idx="350">
                  <c:v>43977</c:v>
                </c:pt>
                <c:pt idx="351">
                  <c:v>43978</c:v>
                </c:pt>
                <c:pt idx="352">
                  <c:v>43979</c:v>
                </c:pt>
                <c:pt idx="353">
                  <c:v>43980</c:v>
                </c:pt>
                <c:pt idx="354">
                  <c:v>43984</c:v>
                </c:pt>
                <c:pt idx="355">
                  <c:v>43985</c:v>
                </c:pt>
                <c:pt idx="356">
                  <c:v>43986</c:v>
                </c:pt>
                <c:pt idx="357">
                  <c:v>43987</c:v>
                </c:pt>
                <c:pt idx="358">
                  <c:v>43990</c:v>
                </c:pt>
                <c:pt idx="359">
                  <c:v>43991</c:v>
                </c:pt>
                <c:pt idx="360">
                  <c:v>43992</c:v>
                </c:pt>
                <c:pt idx="361">
                  <c:v>43993</c:v>
                </c:pt>
                <c:pt idx="362">
                  <c:v>43994</c:v>
                </c:pt>
                <c:pt idx="363">
                  <c:v>43997</c:v>
                </c:pt>
                <c:pt idx="364">
                  <c:v>43998</c:v>
                </c:pt>
                <c:pt idx="365">
                  <c:v>43999</c:v>
                </c:pt>
                <c:pt idx="366">
                  <c:v>44000</c:v>
                </c:pt>
                <c:pt idx="367">
                  <c:v>44001</c:v>
                </c:pt>
                <c:pt idx="368">
                  <c:v>44004</c:v>
                </c:pt>
                <c:pt idx="369">
                  <c:v>44005</c:v>
                </c:pt>
                <c:pt idx="370">
                  <c:v>44006</c:v>
                </c:pt>
                <c:pt idx="371">
                  <c:v>44007</c:v>
                </c:pt>
                <c:pt idx="372">
                  <c:v>44008</c:v>
                </c:pt>
                <c:pt idx="373">
                  <c:v>44011</c:v>
                </c:pt>
                <c:pt idx="374">
                  <c:v>44012</c:v>
                </c:pt>
                <c:pt idx="375">
                  <c:v>44013</c:v>
                </c:pt>
                <c:pt idx="376">
                  <c:v>44014</c:v>
                </c:pt>
                <c:pt idx="377">
                  <c:v>44015</c:v>
                </c:pt>
                <c:pt idx="378">
                  <c:v>44018</c:v>
                </c:pt>
                <c:pt idx="379">
                  <c:v>44019</c:v>
                </c:pt>
                <c:pt idx="380">
                  <c:v>44020</c:v>
                </c:pt>
                <c:pt idx="381">
                  <c:v>44021</c:v>
                </c:pt>
                <c:pt idx="382">
                  <c:v>44022</c:v>
                </c:pt>
                <c:pt idx="383">
                  <c:v>44025</c:v>
                </c:pt>
                <c:pt idx="384">
                  <c:v>44026</c:v>
                </c:pt>
                <c:pt idx="385">
                  <c:v>44027</c:v>
                </c:pt>
                <c:pt idx="386">
                  <c:v>44028</c:v>
                </c:pt>
                <c:pt idx="387">
                  <c:v>44029</c:v>
                </c:pt>
                <c:pt idx="388">
                  <c:v>44032</c:v>
                </c:pt>
                <c:pt idx="389">
                  <c:v>44033</c:v>
                </c:pt>
                <c:pt idx="390">
                  <c:v>44034</c:v>
                </c:pt>
                <c:pt idx="391">
                  <c:v>44035</c:v>
                </c:pt>
                <c:pt idx="392">
                  <c:v>44036</c:v>
                </c:pt>
                <c:pt idx="393">
                  <c:v>44039</c:v>
                </c:pt>
                <c:pt idx="394">
                  <c:v>44040</c:v>
                </c:pt>
                <c:pt idx="395">
                  <c:v>44041</c:v>
                </c:pt>
                <c:pt idx="396">
                  <c:v>44042</c:v>
                </c:pt>
                <c:pt idx="397">
                  <c:v>44043</c:v>
                </c:pt>
                <c:pt idx="398">
                  <c:v>44046</c:v>
                </c:pt>
                <c:pt idx="399">
                  <c:v>44047</c:v>
                </c:pt>
                <c:pt idx="400">
                  <c:v>44048</c:v>
                </c:pt>
                <c:pt idx="401">
                  <c:v>44049</c:v>
                </c:pt>
                <c:pt idx="402">
                  <c:v>44050</c:v>
                </c:pt>
                <c:pt idx="403">
                  <c:v>44053</c:v>
                </c:pt>
                <c:pt idx="404">
                  <c:v>44054</c:v>
                </c:pt>
                <c:pt idx="405">
                  <c:v>44055</c:v>
                </c:pt>
                <c:pt idx="406">
                  <c:v>44056</c:v>
                </c:pt>
                <c:pt idx="407">
                  <c:v>44057</c:v>
                </c:pt>
                <c:pt idx="408">
                  <c:v>44060</c:v>
                </c:pt>
                <c:pt idx="409">
                  <c:v>44061</c:v>
                </c:pt>
                <c:pt idx="410">
                  <c:v>44062</c:v>
                </c:pt>
                <c:pt idx="411">
                  <c:v>44063</c:v>
                </c:pt>
                <c:pt idx="412">
                  <c:v>44064</c:v>
                </c:pt>
                <c:pt idx="413">
                  <c:v>44067</c:v>
                </c:pt>
                <c:pt idx="414">
                  <c:v>44068</c:v>
                </c:pt>
                <c:pt idx="415">
                  <c:v>44069</c:v>
                </c:pt>
                <c:pt idx="416">
                  <c:v>44070</c:v>
                </c:pt>
                <c:pt idx="417">
                  <c:v>44071</c:v>
                </c:pt>
                <c:pt idx="418">
                  <c:v>44074</c:v>
                </c:pt>
                <c:pt idx="419">
                  <c:v>44075</c:v>
                </c:pt>
                <c:pt idx="420">
                  <c:v>44076</c:v>
                </c:pt>
                <c:pt idx="421">
                  <c:v>44077</c:v>
                </c:pt>
                <c:pt idx="422">
                  <c:v>44078</c:v>
                </c:pt>
                <c:pt idx="423">
                  <c:v>44081</c:v>
                </c:pt>
                <c:pt idx="424">
                  <c:v>44082</c:v>
                </c:pt>
                <c:pt idx="425">
                  <c:v>44083</c:v>
                </c:pt>
                <c:pt idx="426">
                  <c:v>44084</c:v>
                </c:pt>
                <c:pt idx="427">
                  <c:v>44085</c:v>
                </c:pt>
                <c:pt idx="428">
                  <c:v>44088</c:v>
                </c:pt>
                <c:pt idx="429">
                  <c:v>44089</c:v>
                </c:pt>
                <c:pt idx="430">
                  <c:v>44090</c:v>
                </c:pt>
                <c:pt idx="431">
                  <c:v>44091</c:v>
                </c:pt>
                <c:pt idx="432">
                  <c:v>44092</c:v>
                </c:pt>
                <c:pt idx="433">
                  <c:v>44095</c:v>
                </c:pt>
                <c:pt idx="434">
                  <c:v>44096</c:v>
                </c:pt>
                <c:pt idx="435">
                  <c:v>44097</c:v>
                </c:pt>
                <c:pt idx="436">
                  <c:v>44098</c:v>
                </c:pt>
                <c:pt idx="437">
                  <c:v>44099</c:v>
                </c:pt>
                <c:pt idx="438">
                  <c:v>44102</c:v>
                </c:pt>
                <c:pt idx="439">
                  <c:v>44103</c:v>
                </c:pt>
                <c:pt idx="440">
                  <c:v>44104</c:v>
                </c:pt>
                <c:pt idx="441">
                  <c:v>44105</c:v>
                </c:pt>
                <c:pt idx="442">
                  <c:v>44106</c:v>
                </c:pt>
                <c:pt idx="443">
                  <c:v>44109</c:v>
                </c:pt>
                <c:pt idx="444">
                  <c:v>44110</c:v>
                </c:pt>
                <c:pt idx="445">
                  <c:v>44111</c:v>
                </c:pt>
                <c:pt idx="446">
                  <c:v>44112</c:v>
                </c:pt>
                <c:pt idx="447">
                  <c:v>44113</c:v>
                </c:pt>
                <c:pt idx="448">
                  <c:v>44116</c:v>
                </c:pt>
                <c:pt idx="449">
                  <c:v>44117</c:v>
                </c:pt>
                <c:pt idx="450">
                  <c:v>44118</c:v>
                </c:pt>
                <c:pt idx="451">
                  <c:v>44119</c:v>
                </c:pt>
                <c:pt idx="452">
                  <c:v>44120</c:v>
                </c:pt>
                <c:pt idx="453">
                  <c:v>44123</c:v>
                </c:pt>
                <c:pt idx="454">
                  <c:v>44124</c:v>
                </c:pt>
                <c:pt idx="455">
                  <c:v>44125</c:v>
                </c:pt>
                <c:pt idx="456">
                  <c:v>44126</c:v>
                </c:pt>
                <c:pt idx="457">
                  <c:v>44127</c:v>
                </c:pt>
                <c:pt idx="458">
                  <c:v>44130</c:v>
                </c:pt>
                <c:pt idx="459">
                  <c:v>44131</c:v>
                </c:pt>
                <c:pt idx="460">
                  <c:v>44132</c:v>
                </c:pt>
                <c:pt idx="461">
                  <c:v>44133</c:v>
                </c:pt>
                <c:pt idx="462">
                  <c:v>44134</c:v>
                </c:pt>
                <c:pt idx="463">
                  <c:v>44137</c:v>
                </c:pt>
                <c:pt idx="464">
                  <c:v>44138</c:v>
                </c:pt>
                <c:pt idx="465">
                  <c:v>44139</c:v>
                </c:pt>
                <c:pt idx="466">
                  <c:v>44140</c:v>
                </c:pt>
                <c:pt idx="467">
                  <c:v>44141</c:v>
                </c:pt>
                <c:pt idx="468">
                  <c:v>44144</c:v>
                </c:pt>
                <c:pt idx="469">
                  <c:v>44145</c:v>
                </c:pt>
                <c:pt idx="470">
                  <c:v>44146</c:v>
                </c:pt>
                <c:pt idx="471">
                  <c:v>44147</c:v>
                </c:pt>
                <c:pt idx="472">
                  <c:v>44148</c:v>
                </c:pt>
                <c:pt idx="473">
                  <c:v>44151</c:v>
                </c:pt>
                <c:pt idx="474">
                  <c:v>44152</c:v>
                </c:pt>
                <c:pt idx="475">
                  <c:v>44153</c:v>
                </c:pt>
                <c:pt idx="476">
                  <c:v>44154</c:v>
                </c:pt>
                <c:pt idx="477">
                  <c:v>44155</c:v>
                </c:pt>
                <c:pt idx="478">
                  <c:v>44158</c:v>
                </c:pt>
                <c:pt idx="479">
                  <c:v>44159</c:v>
                </c:pt>
                <c:pt idx="480">
                  <c:v>44160</c:v>
                </c:pt>
                <c:pt idx="481">
                  <c:v>44161</c:v>
                </c:pt>
                <c:pt idx="482">
                  <c:v>44162</c:v>
                </c:pt>
                <c:pt idx="483">
                  <c:v>44165</c:v>
                </c:pt>
                <c:pt idx="484">
                  <c:v>44166</c:v>
                </c:pt>
                <c:pt idx="485">
                  <c:v>44167</c:v>
                </c:pt>
                <c:pt idx="486">
                  <c:v>44168</c:v>
                </c:pt>
                <c:pt idx="487">
                  <c:v>44169</c:v>
                </c:pt>
                <c:pt idx="488">
                  <c:v>44172</c:v>
                </c:pt>
                <c:pt idx="489">
                  <c:v>44173</c:v>
                </c:pt>
                <c:pt idx="490">
                  <c:v>44174</c:v>
                </c:pt>
                <c:pt idx="491">
                  <c:v>44175</c:v>
                </c:pt>
                <c:pt idx="492">
                  <c:v>44176</c:v>
                </c:pt>
                <c:pt idx="493">
                  <c:v>44179</c:v>
                </c:pt>
                <c:pt idx="494">
                  <c:v>44180</c:v>
                </c:pt>
                <c:pt idx="495">
                  <c:v>44181</c:v>
                </c:pt>
                <c:pt idx="496">
                  <c:v>44182</c:v>
                </c:pt>
                <c:pt idx="497">
                  <c:v>44183</c:v>
                </c:pt>
                <c:pt idx="498">
                  <c:v>44186</c:v>
                </c:pt>
                <c:pt idx="499">
                  <c:v>44187</c:v>
                </c:pt>
                <c:pt idx="500">
                  <c:v>44188</c:v>
                </c:pt>
                <c:pt idx="501">
                  <c:v>44193</c:v>
                </c:pt>
                <c:pt idx="502">
                  <c:v>44194</c:v>
                </c:pt>
                <c:pt idx="503">
                  <c:v>44195</c:v>
                </c:pt>
                <c:pt idx="504">
                  <c:v>44200</c:v>
                </c:pt>
                <c:pt idx="505">
                  <c:v>44201</c:v>
                </c:pt>
                <c:pt idx="506">
                  <c:v>44202</c:v>
                </c:pt>
                <c:pt idx="507">
                  <c:v>44203</c:v>
                </c:pt>
                <c:pt idx="508">
                  <c:v>44204</c:v>
                </c:pt>
                <c:pt idx="509">
                  <c:v>44207</c:v>
                </c:pt>
                <c:pt idx="510">
                  <c:v>44208</c:v>
                </c:pt>
                <c:pt idx="511">
                  <c:v>44209</c:v>
                </c:pt>
                <c:pt idx="512">
                  <c:v>44210</c:v>
                </c:pt>
                <c:pt idx="513">
                  <c:v>44211</c:v>
                </c:pt>
                <c:pt idx="514">
                  <c:v>44214</c:v>
                </c:pt>
                <c:pt idx="515">
                  <c:v>44215</c:v>
                </c:pt>
                <c:pt idx="516">
                  <c:v>44216</c:v>
                </c:pt>
                <c:pt idx="517">
                  <c:v>44217</c:v>
                </c:pt>
                <c:pt idx="518">
                  <c:v>44218</c:v>
                </c:pt>
                <c:pt idx="519">
                  <c:v>44221</c:v>
                </c:pt>
                <c:pt idx="520">
                  <c:v>44222</c:v>
                </c:pt>
                <c:pt idx="521">
                  <c:v>44223</c:v>
                </c:pt>
                <c:pt idx="522">
                  <c:v>44224</c:v>
                </c:pt>
                <c:pt idx="523">
                  <c:v>44225</c:v>
                </c:pt>
                <c:pt idx="524">
                  <c:v>44228</c:v>
                </c:pt>
                <c:pt idx="525">
                  <c:v>44229</c:v>
                </c:pt>
                <c:pt idx="526">
                  <c:v>44230</c:v>
                </c:pt>
                <c:pt idx="527">
                  <c:v>44231</c:v>
                </c:pt>
                <c:pt idx="528">
                  <c:v>44232</c:v>
                </c:pt>
                <c:pt idx="529">
                  <c:v>44235</c:v>
                </c:pt>
                <c:pt idx="530">
                  <c:v>44236</c:v>
                </c:pt>
                <c:pt idx="531">
                  <c:v>44237</c:v>
                </c:pt>
                <c:pt idx="532">
                  <c:v>44238</c:v>
                </c:pt>
                <c:pt idx="533">
                  <c:v>44239</c:v>
                </c:pt>
                <c:pt idx="534">
                  <c:v>44242</c:v>
                </c:pt>
                <c:pt idx="535">
                  <c:v>44243</c:v>
                </c:pt>
                <c:pt idx="536">
                  <c:v>44244</c:v>
                </c:pt>
                <c:pt idx="537">
                  <c:v>44245</c:v>
                </c:pt>
                <c:pt idx="538">
                  <c:v>44246</c:v>
                </c:pt>
                <c:pt idx="539">
                  <c:v>44249</c:v>
                </c:pt>
                <c:pt idx="540">
                  <c:v>44250</c:v>
                </c:pt>
                <c:pt idx="541">
                  <c:v>44251</c:v>
                </c:pt>
                <c:pt idx="542">
                  <c:v>44252</c:v>
                </c:pt>
                <c:pt idx="543">
                  <c:v>44253</c:v>
                </c:pt>
                <c:pt idx="544">
                  <c:v>44256</c:v>
                </c:pt>
                <c:pt idx="545">
                  <c:v>44257</c:v>
                </c:pt>
                <c:pt idx="546">
                  <c:v>44258</c:v>
                </c:pt>
                <c:pt idx="547">
                  <c:v>44259</c:v>
                </c:pt>
                <c:pt idx="548">
                  <c:v>44260</c:v>
                </c:pt>
                <c:pt idx="549">
                  <c:v>44263</c:v>
                </c:pt>
                <c:pt idx="550">
                  <c:v>44264</c:v>
                </c:pt>
                <c:pt idx="551">
                  <c:v>44265</c:v>
                </c:pt>
                <c:pt idx="552">
                  <c:v>44266</c:v>
                </c:pt>
                <c:pt idx="553">
                  <c:v>44267</c:v>
                </c:pt>
                <c:pt idx="554">
                  <c:v>44270</c:v>
                </c:pt>
                <c:pt idx="555">
                  <c:v>44271</c:v>
                </c:pt>
                <c:pt idx="556">
                  <c:v>44272</c:v>
                </c:pt>
                <c:pt idx="557">
                  <c:v>44273</c:v>
                </c:pt>
                <c:pt idx="558">
                  <c:v>44274</c:v>
                </c:pt>
                <c:pt idx="559">
                  <c:v>44277</c:v>
                </c:pt>
                <c:pt idx="560">
                  <c:v>44278</c:v>
                </c:pt>
                <c:pt idx="561">
                  <c:v>44279</c:v>
                </c:pt>
                <c:pt idx="562">
                  <c:v>44280</c:v>
                </c:pt>
                <c:pt idx="563">
                  <c:v>44281</c:v>
                </c:pt>
                <c:pt idx="564">
                  <c:v>44284</c:v>
                </c:pt>
                <c:pt idx="565">
                  <c:v>44285</c:v>
                </c:pt>
                <c:pt idx="566">
                  <c:v>44286</c:v>
                </c:pt>
                <c:pt idx="567">
                  <c:v>44287</c:v>
                </c:pt>
                <c:pt idx="568">
                  <c:v>44292</c:v>
                </c:pt>
                <c:pt idx="569">
                  <c:v>44293</c:v>
                </c:pt>
                <c:pt idx="570">
                  <c:v>44294</c:v>
                </c:pt>
                <c:pt idx="571">
                  <c:v>44295</c:v>
                </c:pt>
                <c:pt idx="572">
                  <c:v>44298</c:v>
                </c:pt>
                <c:pt idx="573">
                  <c:v>44299</c:v>
                </c:pt>
                <c:pt idx="574">
                  <c:v>44300</c:v>
                </c:pt>
                <c:pt idx="575">
                  <c:v>44301</c:v>
                </c:pt>
                <c:pt idx="576">
                  <c:v>44302</c:v>
                </c:pt>
                <c:pt idx="577">
                  <c:v>44305</c:v>
                </c:pt>
                <c:pt idx="578">
                  <c:v>44306</c:v>
                </c:pt>
                <c:pt idx="579">
                  <c:v>44307</c:v>
                </c:pt>
                <c:pt idx="580">
                  <c:v>44308</c:v>
                </c:pt>
                <c:pt idx="581">
                  <c:v>44309</c:v>
                </c:pt>
                <c:pt idx="582">
                  <c:v>44312</c:v>
                </c:pt>
                <c:pt idx="583">
                  <c:v>44313</c:v>
                </c:pt>
                <c:pt idx="584">
                  <c:v>44314</c:v>
                </c:pt>
                <c:pt idx="585">
                  <c:v>44315</c:v>
                </c:pt>
                <c:pt idx="586">
                  <c:v>44316</c:v>
                </c:pt>
                <c:pt idx="587">
                  <c:v>44319</c:v>
                </c:pt>
                <c:pt idx="588">
                  <c:v>44320</c:v>
                </c:pt>
                <c:pt idx="589">
                  <c:v>44321</c:v>
                </c:pt>
                <c:pt idx="590">
                  <c:v>44322</c:v>
                </c:pt>
                <c:pt idx="591">
                  <c:v>44323</c:v>
                </c:pt>
                <c:pt idx="592">
                  <c:v>44326</c:v>
                </c:pt>
                <c:pt idx="593">
                  <c:v>44327</c:v>
                </c:pt>
                <c:pt idx="594">
                  <c:v>44328</c:v>
                </c:pt>
                <c:pt idx="595">
                  <c:v>44329</c:v>
                </c:pt>
                <c:pt idx="596">
                  <c:v>44330</c:v>
                </c:pt>
                <c:pt idx="597">
                  <c:v>44333</c:v>
                </c:pt>
                <c:pt idx="598">
                  <c:v>44334</c:v>
                </c:pt>
                <c:pt idx="599">
                  <c:v>44335</c:v>
                </c:pt>
                <c:pt idx="600">
                  <c:v>44336</c:v>
                </c:pt>
                <c:pt idx="601">
                  <c:v>44337</c:v>
                </c:pt>
                <c:pt idx="602">
                  <c:v>44341</c:v>
                </c:pt>
                <c:pt idx="603">
                  <c:v>44342</c:v>
                </c:pt>
                <c:pt idx="604">
                  <c:v>44343</c:v>
                </c:pt>
                <c:pt idx="605">
                  <c:v>44344</c:v>
                </c:pt>
                <c:pt idx="606">
                  <c:v>44347</c:v>
                </c:pt>
                <c:pt idx="607">
                  <c:v>44348</c:v>
                </c:pt>
                <c:pt idx="608">
                  <c:v>44349</c:v>
                </c:pt>
                <c:pt idx="609">
                  <c:v>44350</c:v>
                </c:pt>
                <c:pt idx="610">
                  <c:v>44351</c:v>
                </c:pt>
                <c:pt idx="611">
                  <c:v>44354</c:v>
                </c:pt>
                <c:pt idx="612">
                  <c:v>44355</c:v>
                </c:pt>
                <c:pt idx="613">
                  <c:v>44356</c:v>
                </c:pt>
                <c:pt idx="614">
                  <c:v>44357</c:v>
                </c:pt>
                <c:pt idx="615">
                  <c:v>44358</c:v>
                </c:pt>
                <c:pt idx="616">
                  <c:v>44361</c:v>
                </c:pt>
                <c:pt idx="617">
                  <c:v>44362</c:v>
                </c:pt>
                <c:pt idx="618">
                  <c:v>44363</c:v>
                </c:pt>
                <c:pt idx="619">
                  <c:v>44364</c:v>
                </c:pt>
                <c:pt idx="620">
                  <c:v>44365</c:v>
                </c:pt>
                <c:pt idx="621">
                  <c:v>44368</c:v>
                </c:pt>
                <c:pt idx="622">
                  <c:v>44369</c:v>
                </c:pt>
                <c:pt idx="623">
                  <c:v>44370</c:v>
                </c:pt>
                <c:pt idx="624">
                  <c:v>44371</c:v>
                </c:pt>
                <c:pt idx="625">
                  <c:v>44372</c:v>
                </c:pt>
                <c:pt idx="626">
                  <c:v>44375</c:v>
                </c:pt>
                <c:pt idx="627">
                  <c:v>44376</c:v>
                </c:pt>
                <c:pt idx="628">
                  <c:v>44377</c:v>
                </c:pt>
                <c:pt idx="629">
                  <c:v>44378</c:v>
                </c:pt>
                <c:pt idx="630">
                  <c:v>44379</c:v>
                </c:pt>
                <c:pt idx="631">
                  <c:v>44382</c:v>
                </c:pt>
                <c:pt idx="632">
                  <c:v>44383</c:v>
                </c:pt>
                <c:pt idx="633">
                  <c:v>44384</c:v>
                </c:pt>
                <c:pt idx="634">
                  <c:v>44385</c:v>
                </c:pt>
                <c:pt idx="635">
                  <c:v>44386</c:v>
                </c:pt>
                <c:pt idx="636">
                  <c:v>44389</c:v>
                </c:pt>
                <c:pt idx="637">
                  <c:v>44390</c:v>
                </c:pt>
                <c:pt idx="638">
                  <c:v>44391</c:v>
                </c:pt>
                <c:pt idx="639">
                  <c:v>44392</c:v>
                </c:pt>
                <c:pt idx="640">
                  <c:v>44393</c:v>
                </c:pt>
                <c:pt idx="641">
                  <c:v>44396</c:v>
                </c:pt>
                <c:pt idx="642">
                  <c:v>44397</c:v>
                </c:pt>
                <c:pt idx="643">
                  <c:v>44398</c:v>
                </c:pt>
                <c:pt idx="644">
                  <c:v>44399</c:v>
                </c:pt>
                <c:pt idx="645">
                  <c:v>44400</c:v>
                </c:pt>
                <c:pt idx="646">
                  <c:v>44403</c:v>
                </c:pt>
                <c:pt idx="647">
                  <c:v>44404</c:v>
                </c:pt>
                <c:pt idx="648">
                  <c:v>44405</c:v>
                </c:pt>
                <c:pt idx="649">
                  <c:v>44406</c:v>
                </c:pt>
                <c:pt idx="650">
                  <c:v>44407</c:v>
                </c:pt>
                <c:pt idx="651">
                  <c:v>44410</c:v>
                </c:pt>
                <c:pt idx="652">
                  <c:v>44411</c:v>
                </c:pt>
                <c:pt idx="653">
                  <c:v>44412</c:v>
                </c:pt>
                <c:pt idx="654">
                  <c:v>44413</c:v>
                </c:pt>
                <c:pt idx="655">
                  <c:v>44414</c:v>
                </c:pt>
                <c:pt idx="656">
                  <c:v>44417</c:v>
                </c:pt>
                <c:pt idx="657">
                  <c:v>44418</c:v>
                </c:pt>
                <c:pt idx="658">
                  <c:v>44419</c:v>
                </c:pt>
                <c:pt idx="659">
                  <c:v>44420</c:v>
                </c:pt>
                <c:pt idx="660">
                  <c:v>44421</c:v>
                </c:pt>
                <c:pt idx="661">
                  <c:v>44424</c:v>
                </c:pt>
                <c:pt idx="662">
                  <c:v>44425</c:v>
                </c:pt>
                <c:pt idx="663">
                  <c:v>44426</c:v>
                </c:pt>
                <c:pt idx="664">
                  <c:v>44427</c:v>
                </c:pt>
                <c:pt idx="665">
                  <c:v>44428</c:v>
                </c:pt>
                <c:pt idx="666">
                  <c:v>44431</c:v>
                </c:pt>
                <c:pt idx="667">
                  <c:v>44432</c:v>
                </c:pt>
                <c:pt idx="668">
                  <c:v>44433</c:v>
                </c:pt>
                <c:pt idx="669">
                  <c:v>44434</c:v>
                </c:pt>
                <c:pt idx="670">
                  <c:v>44435</c:v>
                </c:pt>
                <c:pt idx="671">
                  <c:v>44438</c:v>
                </c:pt>
                <c:pt idx="672">
                  <c:v>44439</c:v>
                </c:pt>
                <c:pt idx="673">
                  <c:v>44440</c:v>
                </c:pt>
                <c:pt idx="674">
                  <c:v>44441</c:v>
                </c:pt>
                <c:pt idx="675">
                  <c:v>44442</c:v>
                </c:pt>
                <c:pt idx="676">
                  <c:v>44445</c:v>
                </c:pt>
                <c:pt idx="677">
                  <c:v>44446</c:v>
                </c:pt>
                <c:pt idx="678">
                  <c:v>44447</c:v>
                </c:pt>
                <c:pt idx="679">
                  <c:v>44448</c:v>
                </c:pt>
                <c:pt idx="680">
                  <c:v>44449</c:v>
                </c:pt>
                <c:pt idx="681">
                  <c:v>44452</c:v>
                </c:pt>
                <c:pt idx="682">
                  <c:v>44453</c:v>
                </c:pt>
                <c:pt idx="683">
                  <c:v>44454</c:v>
                </c:pt>
                <c:pt idx="684">
                  <c:v>44455</c:v>
                </c:pt>
                <c:pt idx="685">
                  <c:v>44456</c:v>
                </c:pt>
                <c:pt idx="686">
                  <c:v>44459</c:v>
                </c:pt>
                <c:pt idx="687">
                  <c:v>44460</c:v>
                </c:pt>
                <c:pt idx="688">
                  <c:v>44461</c:v>
                </c:pt>
                <c:pt idx="689">
                  <c:v>44462</c:v>
                </c:pt>
                <c:pt idx="690">
                  <c:v>44463</c:v>
                </c:pt>
                <c:pt idx="691">
                  <c:v>44466</c:v>
                </c:pt>
                <c:pt idx="692">
                  <c:v>44467</c:v>
                </c:pt>
                <c:pt idx="693">
                  <c:v>44468</c:v>
                </c:pt>
                <c:pt idx="694">
                  <c:v>44469</c:v>
                </c:pt>
                <c:pt idx="695">
                  <c:v>44470</c:v>
                </c:pt>
                <c:pt idx="696">
                  <c:v>44473</c:v>
                </c:pt>
                <c:pt idx="697">
                  <c:v>44474</c:v>
                </c:pt>
                <c:pt idx="698">
                  <c:v>44475</c:v>
                </c:pt>
                <c:pt idx="699">
                  <c:v>44476</c:v>
                </c:pt>
                <c:pt idx="700">
                  <c:v>44477</c:v>
                </c:pt>
                <c:pt idx="701">
                  <c:v>44480</c:v>
                </c:pt>
                <c:pt idx="702">
                  <c:v>44481</c:v>
                </c:pt>
                <c:pt idx="703">
                  <c:v>44482</c:v>
                </c:pt>
                <c:pt idx="704">
                  <c:v>44483</c:v>
                </c:pt>
                <c:pt idx="705">
                  <c:v>44484</c:v>
                </c:pt>
                <c:pt idx="706">
                  <c:v>44487</c:v>
                </c:pt>
                <c:pt idx="707">
                  <c:v>44488</c:v>
                </c:pt>
                <c:pt idx="708">
                  <c:v>44489</c:v>
                </c:pt>
                <c:pt idx="709">
                  <c:v>44490</c:v>
                </c:pt>
                <c:pt idx="710">
                  <c:v>44491</c:v>
                </c:pt>
                <c:pt idx="711">
                  <c:v>44494</c:v>
                </c:pt>
                <c:pt idx="712">
                  <c:v>44495</c:v>
                </c:pt>
                <c:pt idx="713">
                  <c:v>44496</c:v>
                </c:pt>
                <c:pt idx="714">
                  <c:v>44497</c:v>
                </c:pt>
                <c:pt idx="715">
                  <c:v>44498</c:v>
                </c:pt>
                <c:pt idx="716">
                  <c:v>44501</c:v>
                </c:pt>
                <c:pt idx="717">
                  <c:v>44502</c:v>
                </c:pt>
                <c:pt idx="718">
                  <c:v>44503</c:v>
                </c:pt>
                <c:pt idx="719">
                  <c:v>44504</c:v>
                </c:pt>
                <c:pt idx="720">
                  <c:v>44505</c:v>
                </c:pt>
                <c:pt idx="721">
                  <c:v>44508</c:v>
                </c:pt>
                <c:pt idx="722">
                  <c:v>44509</c:v>
                </c:pt>
                <c:pt idx="723">
                  <c:v>44510</c:v>
                </c:pt>
                <c:pt idx="724">
                  <c:v>44511</c:v>
                </c:pt>
                <c:pt idx="725">
                  <c:v>44512</c:v>
                </c:pt>
                <c:pt idx="726">
                  <c:v>44515</c:v>
                </c:pt>
                <c:pt idx="727">
                  <c:v>44516</c:v>
                </c:pt>
                <c:pt idx="728">
                  <c:v>44517</c:v>
                </c:pt>
                <c:pt idx="729">
                  <c:v>44518</c:v>
                </c:pt>
                <c:pt idx="730">
                  <c:v>44519</c:v>
                </c:pt>
                <c:pt idx="731">
                  <c:v>44522</c:v>
                </c:pt>
                <c:pt idx="732">
                  <c:v>44523</c:v>
                </c:pt>
                <c:pt idx="733">
                  <c:v>44524</c:v>
                </c:pt>
                <c:pt idx="734">
                  <c:v>44525</c:v>
                </c:pt>
                <c:pt idx="735">
                  <c:v>44526</c:v>
                </c:pt>
                <c:pt idx="736">
                  <c:v>44529</c:v>
                </c:pt>
                <c:pt idx="737">
                  <c:v>44530</c:v>
                </c:pt>
                <c:pt idx="738">
                  <c:v>44531</c:v>
                </c:pt>
                <c:pt idx="739">
                  <c:v>44532</c:v>
                </c:pt>
                <c:pt idx="740">
                  <c:v>44533</c:v>
                </c:pt>
                <c:pt idx="741">
                  <c:v>44536</c:v>
                </c:pt>
                <c:pt idx="742">
                  <c:v>44537</c:v>
                </c:pt>
                <c:pt idx="743">
                  <c:v>44538</c:v>
                </c:pt>
                <c:pt idx="744">
                  <c:v>44539</c:v>
                </c:pt>
                <c:pt idx="745">
                  <c:v>44540</c:v>
                </c:pt>
                <c:pt idx="746">
                  <c:v>44543</c:v>
                </c:pt>
                <c:pt idx="747">
                  <c:v>44544</c:v>
                </c:pt>
                <c:pt idx="748">
                  <c:v>44545</c:v>
                </c:pt>
                <c:pt idx="749">
                  <c:v>44546</c:v>
                </c:pt>
                <c:pt idx="750">
                  <c:v>44547</c:v>
                </c:pt>
                <c:pt idx="751">
                  <c:v>44550</c:v>
                </c:pt>
                <c:pt idx="752">
                  <c:v>44551</c:v>
                </c:pt>
                <c:pt idx="753">
                  <c:v>44552</c:v>
                </c:pt>
                <c:pt idx="754">
                  <c:v>44553</c:v>
                </c:pt>
                <c:pt idx="755">
                  <c:v>44557</c:v>
                </c:pt>
                <c:pt idx="756">
                  <c:v>44558</c:v>
                </c:pt>
                <c:pt idx="757">
                  <c:v>44559</c:v>
                </c:pt>
                <c:pt idx="758">
                  <c:v>44560</c:v>
                </c:pt>
                <c:pt idx="759">
                  <c:v>44564</c:v>
                </c:pt>
                <c:pt idx="760">
                  <c:v>44565</c:v>
                </c:pt>
                <c:pt idx="761">
                  <c:v>44566</c:v>
                </c:pt>
                <c:pt idx="762">
                  <c:v>44567</c:v>
                </c:pt>
                <c:pt idx="763">
                  <c:v>44568</c:v>
                </c:pt>
                <c:pt idx="764">
                  <c:v>44571</c:v>
                </c:pt>
                <c:pt idx="765">
                  <c:v>44572</c:v>
                </c:pt>
                <c:pt idx="766">
                  <c:v>44573</c:v>
                </c:pt>
                <c:pt idx="767">
                  <c:v>44574</c:v>
                </c:pt>
                <c:pt idx="768">
                  <c:v>44575</c:v>
                </c:pt>
                <c:pt idx="769">
                  <c:v>44578</c:v>
                </c:pt>
                <c:pt idx="770">
                  <c:v>44579</c:v>
                </c:pt>
                <c:pt idx="771">
                  <c:v>44580</c:v>
                </c:pt>
                <c:pt idx="772">
                  <c:v>44581</c:v>
                </c:pt>
                <c:pt idx="773">
                  <c:v>44582</c:v>
                </c:pt>
                <c:pt idx="774">
                  <c:v>44585</c:v>
                </c:pt>
                <c:pt idx="775">
                  <c:v>44586</c:v>
                </c:pt>
                <c:pt idx="776">
                  <c:v>44587</c:v>
                </c:pt>
                <c:pt idx="777">
                  <c:v>44588</c:v>
                </c:pt>
                <c:pt idx="778">
                  <c:v>44589</c:v>
                </c:pt>
                <c:pt idx="779">
                  <c:v>44592</c:v>
                </c:pt>
                <c:pt idx="780">
                  <c:v>44593</c:v>
                </c:pt>
                <c:pt idx="781">
                  <c:v>44594</c:v>
                </c:pt>
                <c:pt idx="782">
                  <c:v>44595</c:v>
                </c:pt>
                <c:pt idx="783">
                  <c:v>44596</c:v>
                </c:pt>
                <c:pt idx="784">
                  <c:v>44599</c:v>
                </c:pt>
                <c:pt idx="785">
                  <c:v>44600</c:v>
                </c:pt>
                <c:pt idx="786">
                  <c:v>44601</c:v>
                </c:pt>
                <c:pt idx="787">
                  <c:v>44602</c:v>
                </c:pt>
                <c:pt idx="788">
                  <c:v>44603</c:v>
                </c:pt>
                <c:pt idx="789">
                  <c:v>44606</c:v>
                </c:pt>
                <c:pt idx="790">
                  <c:v>44607</c:v>
                </c:pt>
                <c:pt idx="791">
                  <c:v>44608</c:v>
                </c:pt>
                <c:pt idx="792">
                  <c:v>44609</c:v>
                </c:pt>
                <c:pt idx="793">
                  <c:v>44610</c:v>
                </c:pt>
                <c:pt idx="794">
                  <c:v>44613</c:v>
                </c:pt>
                <c:pt idx="795">
                  <c:v>44614</c:v>
                </c:pt>
                <c:pt idx="796">
                  <c:v>44615</c:v>
                </c:pt>
                <c:pt idx="797">
                  <c:v>44616</c:v>
                </c:pt>
                <c:pt idx="798">
                  <c:v>44617</c:v>
                </c:pt>
                <c:pt idx="799">
                  <c:v>44620</c:v>
                </c:pt>
                <c:pt idx="800">
                  <c:v>44621</c:v>
                </c:pt>
                <c:pt idx="801">
                  <c:v>44622</c:v>
                </c:pt>
                <c:pt idx="802">
                  <c:v>44623</c:v>
                </c:pt>
                <c:pt idx="803">
                  <c:v>44624</c:v>
                </c:pt>
                <c:pt idx="804">
                  <c:v>44627</c:v>
                </c:pt>
                <c:pt idx="805">
                  <c:v>44628</c:v>
                </c:pt>
                <c:pt idx="806">
                  <c:v>44629</c:v>
                </c:pt>
                <c:pt idx="807">
                  <c:v>44630</c:v>
                </c:pt>
                <c:pt idx="808">
                  <c:v>44631</c:v>
                </c:pt>
                <c:pt idx="809">
                  <c:v>44634</c:v>
                </c:pt>
                <c:pt idx="810">
                  <c:v>44635</c:v>
                </c:pt>
                <c:pt idx="811">
                  <c:v>44636</c:v>
                </c:pt>
                <c:pt idx="812">
                  <c:v>44637</c:v>
                </c:pt>
                <c:pt idx="813">
                  <c:v>44638</c:v>
                </c:pt>
                <c:pt idx="814">
                  <c:v>44641</c:v>
                </c:pt>
                <c:pt idx="815">
                  <c:v>44642</c:v>
                </c:pt>
                <c:pt idx="816">
                  <c:v>44643</c:v>
                </c:pt>
                <c:pt idx="817">
                  <c:v>44644</c:v>
                </c:pt>
                <c:pt idx="818">
                  <c:v>44645</c:v>
                </c:pt>
                <c:pt idx="819">
                  <c:v>44648</c:v>
                </c:pt>
                <c:pt idx="820">
                  <c:v>44649</c:v>
                </c:pt>
                <c:pt idx="821">
                  <c:v>44650</c:v>
                </c:pt>
                <c:pt idx="822">
                  <c:v>44651</c:v>
                </c:pt>
                <c:pt idx="823">
                  <c:v>44652</c:v>
                </c:pt>
                <c:pt idx="824">
                  <c:v>44655</c:v>
                </c:pt>
                <c:pt idx="825">
                  <c:v>44656</c:v>
                </c:pt>
                <c:pt idx="826">
                  <c:v>44657</c:v>
                </c:pt>
                <c:pt idx="827">
                  <c:v>44658</c:v>
                </c:pt>
                <c:pt idx="828">
                  <c:v>44659</c:v>
                </c:pt>
                <c:pt idx="829">
                  <c:v>44662</c:v>
                </c:pt>
                <c:pt idx="830">
                  <c:v>44663</c:v>
                </c:pt>
                <c:pt idx="831">
                  <c:v>44664</c:v>
                </c:pt>
                <c:pt idx="832">
                  <c:v>44665</c:v>
                </c:pt>
                <c:pt idx="833">
                  <c:v>44670</c:v>
                </c:pt>
                <c:pt idx="834">
                  <c:v>44671</c:v>
                </c:pt>
                <c:pt idx="835">
                  <c:v>44672</c:v>
                </c:pt>
                <c:pt idx="836">
                  <c:v>44673</c:v>
                </c:pt>
                <c:pt idx="837">
                  <c:v>44676</c:v>
                </c:pt>
                <c:pt idx="838">
                  <c:v>44677</c:v>
                </c:pt>
                <c:pt idx="839">
                  <c:v>44678</c:v>
                </c:pt>
                <c:pt idx="840">
                  <c:v>44679</c:v>
                </c:pt>
                <c:pt idx="841">
                  <c:v>44680</c:v>
                </c:pt>
                <c:pt idx="842">
                  <c:v>44683</c:v>
                </c:pt>
                <c:pt idx="843">
                  <c:v>44684</c:v>
                </c:pt>
                <c:pt idx="844">
                  <c:v>44685</c:v>
                </c:pt>
                <c:pt idx="845">
                  <c:v>44686</c:v>
                </c:pt>
                <c:pt idx="846">
                  <c:v>44687</c:v>
                </c:pt>
                <c:pt idx="847">
                  <c:v>44690</c:v>
                </c:pt>
                <c:pt idx="848">
                  <c:v>44691</c:v>
                </c:pt>
                <c:pt idx="849">
                  <c:v>44692</c:v>
                </c:pt>
                <c:pt idx="850">
                  <c:v>44693</c:v>
                </c:pt>
                <c:pt idx="851">
                  <c:v>44694</c:v>
                </c:pt>
                <c:pt idx="852">
                  <c:v>44697</c:v>
                </c:pt>
                <c:pt idx="853">
                  <c:v>44698</c:v>
                </c:pt>
                <c:pt idx="854">
                  <c:v>44699</c:v>
                </c:pt>
                <c:pt idx="855">
                  <c:v>44700</c:v>
                </c:pt>
                <c:pt idx="856">
                  <c:v>44701</c:v>
                </c:pt>
                <c:pt idx="857">
                  <c:v>44704</c:v>
                </c:pt>
                <c:pt idx="858">
                  <c:v>44705</c:v>
                </c:pt>
                <c:pt idx="859">
                  <c:v>44706</c:v>
                </c:pt>
                <c:pt idx="860">
                  <c:v>44707</c:v>
                </c:pt>
                <c:pt idx="861">
                  <c:v>44708</c:v>
                </c:pt>
                <c:pt idx="862">
                  <c:v>44711</c:v>
                </c:pt>
                <c:pt idx="863">
                  <c:v>44712</c:v>
                </c:pt>
                <c:pt idx="864">
                  <c:v>44713</c:v>
                </c:pt>
                <c:pt idx="865">
                  <c:v>44714</c:v>
                </c:pt>
                <c:pt idx="866">
                  <c:v>44715</c:v>
                </c:pt>
                <c:pt idx="867">
                  <c:v>44718</c:v>
                </c:pt>
                <c:pt idx="868">
                  <c:v>44719</c:v>
                </c:pt>
                <c:pt idx="869">
                  <c:v>44720</c:v>
                </c:pt>
                <c:pt idx="870">
                  <c:v>44721</c:v>
                </c:pt>
                <c:pt idx="871">
                  <c:v>44722</c:v>
                </c:pt>
                <c:pt idx="872">
                  <c:v>44725</c:v>
                </c:pt>
                <c:pt idx="873">
                  <c:v>44726</c:v>
                </c:pt>
                <c:pt idx="874">
                  <c:v>44727</c:v>
                </c:pt>
                <c:pt idx="875">
                  <c:v>44728</c:v>
                </c:pt>
                <c:pt idx="876">
                  <c:v>44729</c:v>
                </c:pt>
                <c:pt idx="877">
                  <c:v>44732</c:v>
                </c:pt>
                <c:pt idx="878">
                  <c:v>44733</c:v>
                </c:pt>
                <c:pt idx="879">
                  <c:v>44734</c:v>
                </c:pt>
                <c:pt idx="880">
                  <c:v>44735</c:v>
                </c:pt>
                <c:pt idx="881">
                  <c:v>44736</c:v>
                </c:pt>
                <c:pt idx="882">
                  <c:v>44739</c:v>
                </c:pt>
                <c:pt idx="883">
                  <c:v>44740</c:v>
                </c:pt>
                <c:pt idx="884">
                  <c:v>44741</c:v>
                </c:pt>
                <c:pt idx="885">
                  <c:v>44742</c:v>
                </c:pt>
                <c:pt idx="886">
                  <c:v>44743</c:v>
                </c:pt>
                <c:pt idx="887">
                  <c:v>44746</c:v>
                </c:pt>
                <c:pt idx="888">
                  <c:v>44747</c:v>
                </c:pt>
                <c:pt idx="889">
                  <c:v>44748</c:v>
                </c:pt>
                <c:pt idx="890">
                  <c:v>44749</c:v>
                </c:pt>
                <c:pt idx="891">
                  <c:v>44750</c:v>
                </c:pt>
                <c:pt idx="892">
                  <c:v>44753</c:v>
                </c:pt>
                <c:pt idx="893">
                  <c:v>44754</c:v>
                </c:pt>
                <c:pt idx="894">
                  <c:v>44755</c:v>
                </c:pt>
                <c:pt idx="895">
                  <c:v>44756</c:v>
                </c:pt>
                <c:pt idx="896">
                  <c:v>44757</c:v>
                </c:pt>
                <c:pt idx="897">
                  <c:v>44760</c:v>
                </c:pt>
                <c:pt idx="898">
                  <c:v>44761</c:v>
                </c:pt>
                <c:pt idx="899">
                  <c:v>44762</c:v>
                </c:pt>
                <c:pt idx="900">
                  <c:v>44763</c:v>
                </c:pt>
                <c:pt idx="901">
                  <c:v>44764</c:v>
                </c:pt>
                <c:pt idx="902">
                  <c:v>44767</c:v>
                </c:pt>
                <c:pt idx="903">
                  <c:v>44768</c:v>
                </c:pt>
                <c:pt idx="904">
                  <c:v>44769</c:v>
                </c:pt>
                <c:pt idx="905">
                  <c:v>44770</c:v>
                </c:pt>
                <c:pt idx="906">
                  <c:v>44771</c:v>
                </c:pt>
                <c:pt idx="907">
                  <c:v>44774</c:v>
                </c:pt>
                <c:pt idx="908">
                  <c:v>44775</c:v>
                </c:pt>
                <c:pt idx="909">
                  <c:v>44776</c:v>
                </c:pt>
                <c:pt idx="910">
                  <c:v>44777</c:v>
                </c:pt>
                <c:pt idx="911">
                  <c:v>44778</c:v>
                </c:pt>
                <c:pt idx="912">
                  <c:v>44781</c:v>
                </c:pt>
                <c:pt idx="913">
                  <c:v>44782</c:v>
                </c:pt>
                <c:pt idx="914">
                  <c:v>44783</c:v>
                </c:pt>
                <c:pt idx="915">
                  <c:v>44784</c:v>
                </c:pt>
                <c:pt idx="916">
                  <c:v>44785</c:v>
                </c:pt>
                <c:pt idx="917">
                  <c:v>44789</c:v>
                </c:pt>
                <c:pt idx="918">
                  <c:v>44790</c:v>
                </c:pt>
                <c:pt idx="919">
                  <c:v>44791</c:v>
                </c:pt>
                <c:pt idx="920">
                  <c:v>44792</c:v>
                </c:pt>
                <c:pt idx="921">
                  <c:v>44795</c:v>
                </c:pt>
                <c:pt idx="922">
                  <c:v>44796</c:v>
                </c:pt>
                <c:pt idx="923">
                  <c:v>44797</c:v>
                </c:pt>
                <c:pt idx="924">
                  <c:v>44798</c:v>
                </c:pt>
                <c:pt idx="925">
                  <c:v>44799</c:v>
                </c:pt>
                <c:pt idx="926">
                  <c:v>44802</c:v>
                </c:pt>
                <c:pt idx="927">
                  <c:v>44803</c:v>
                </c:pt>
                <c:pt idx="928">
                  <c:v>44804</c:v>
                </c:pt>
                <c:pt idx="929">
                  <c:v>44805</c:v>
                </c:pt>
                <c:pt idx="930">
                  <c:v>44806</c:v>
                </c:pt>
                <c:pt idx="931">
                  <c:v>44809</c:v>
                </c:pt>
                <c:pt idx="932">
                  <c:v>44810</c:v>
                </c:pt>
                <c:pt idx="933">
                  <c:v>44811</c:v>
                </c:pt>
                <c:pt idx="934">
                  <c:v>44812</c:v>
                </c:pt>
                <c:pt idx="935">
                  <c:v>44813</c:v>
                </c:pt>
                <c:pt idx="936">
                  <c:v>44816</c:v>
                </c:pt>
                <c:pt idx="937">
                  <c:v>44817</c:v>
                </c:pt>
                <c:pt idx="938">
                  <c:v>44818</c:v>
                </c:pt>
                <c:pt idx="939">
                  <c:v>44819</c:v>
                </c:pt>
                <c:pt idx="940">
                  <c:v>44820</c:v>
                </c:pt>
                <c:pt idx="941">
                  <c:v>44823</c:v>
                </c:pt>
                <c:pt idx="942">
                  <c:v>44824</c:v>
                </c:pt>
                <c:pt idx="943">
                  <c:v>44825</c:v>
                </c:pt>
                <c:pt idx="944">
                  <c:v>44826</c:v>
                </c:pt>
                <c:pt idx="945">
                  <c:v>44827</c:v>
                </c:pt>
                <c:pt idx="946">
                  <c:v>44830</c:v>
                </c:pt>
                <c:pt idx="947">
                  <c:v>44831</c:v>
                </c:pt>
                <c:pt idx="948">
                  <c:v>44832</c:v>
                </c:pt>
                <c:pt idx="949">
                  <c:v>44833</c:v>
                </c:pt>
                <c:pt idx="950">
                  <c:v>44834</c:v>
                </c:pt>
                <c:pt idx="951">
                  <c:v>44837</c:v>
                </c:pt>
                <c:pt idx="952">
                  <c:v>44838</c:v>
                </c:pt>
                <c:pt idx="953">
                  <c:v>44839</c:v>
                </c:pt>
                <c:pt idx="954">
                  <c:v>44840</c:v>
                </c:pt>
                <c:pt idx="955">
                  <c:v>44841</c:v>
                </c:pt>
                <c:pt idx="956">
                  <c:v>44844</c:v>
                </c:pt>
                <c:pt idx="957">
                  <c:v>44845</c:v>
                </c:pt>
                <c:pt idx="958">
                  <c:v>44846</c:v>
                </c:pt>
                <c:pt idx="959">
                  <c:v>44847</c:v>
                </c:pt>
                <c:pt idx="960">
                  <c:v>44848</c:v>
                </c:pt>
                <c:pt idx="961">
                  <c:v>44851</c:v>
                </c:pt>
                <c:pt idx="962">
                  <c:v>44852</c:v>
                </c:pt>
                <c:pt idx="963">
                  <c:v>44853</c:v>
                </c:pt>
                <c:pt idx="964">
                  <c:v>44854</c:v>
                </c:pt>
                <c:pt idx="965">
                  <c:v>44855</c:v>
                </c:pt>
                <c:pt idx="966">
                  <c:v>44858</c:v>
                </c:pt>
                <c:pt idx="967">
                  <c:v>44859</c:v>
                </c:pt>
                <c:pt idx="968">
                  <c:v>44860</c:v>
                </c:pt>
                <c:pt idx="969">
                  <c:v>44861</c:v>
                </c:pt>
                <c:pt idx="970">
                  <c:v>44862</c:v>
                </c:pt>
                <c:pt idx="971">
                  <c:v>44865</c:v>
                </c:pt>
                <c:pt idx="972">
                  <c:v>44866</c:v>
                </c:pt>
                <c:pt idx="973">
                  <c:v>44867</c:v>
                </c:pt>
                <c:pt idx="974">
                  <c:v>44868</c:v>
                </c:pt>
                <c:pt idx="975">
                  <c:v>44869</c:v>
                </c:pt>
                <c:pt idx="976">
                  <c:v>44872</c:v>
                </c:pt>
                <c:pt idx="977">
                  <c:v>44873</c:v>
                </c:pt>
                <c:pt idx="978">
                  <c:v>44874</c:v>
                </c:pt>
                <c:pt idx="979">
                  <c:v>44875</c:v>
                </c:pt>
                <c:pt idx="980">
                  <c:v>44876</c:v>
                </c:pt>
                <c:pt idx="981">
                  <c:v>44879</c:v>
                </c:pt>
                <c:pt idx="982">
                  <c:v>44880</c:v>
                </c:pt>
                <c:pt idx="983">
                  <c:v>44881</c:v>
                </c:pt>
                <c:pt idx="984">
                  <c:v>44882</c:v>
                </c:pt>
                <c:pt idx="985">
                  <c:v>44883</c:v>
                </c:pt>
                <c:pt idx="986">
                  <c:v>44886</c:v>
                </c:pt>
                <c:pt idx="987">
                  <c:v>44887</c:v>
                </c:pt>
                <c:pt idx="988">
                  <c:v>44888</c:v>
                </c:pt>
                <c:pt idx="989">
                  <c:v>44889</c:v>
                </c:pt>
                <c:pt idx="990">
                  <c:v>44890</c:v>
                </c:pt>
                <c:pt idx="991">
                  <c:v>44893</c:v>
                </c:pt>
                <c:pt idx="992">
                  <c:v>44894</c:v>
                </c:pt>
                <c:pt idx="993">
                  <c:v>44895</c:v>
                </c:pt>
                <c:pt idx="994">
                  <c:v>44896</c:v>
                </c:pt>
                <c:pt idx="995">
                  <c:v>44897</c:v>
                </c:pt>
                <c:pt idx="996">
                  <c:v>44900</c:v>
                </c:pt>
                <c:pt idx="997">
                  <c:v>44901</c:v>
                </c:pt>
                <c:pt idx="998">
                  <c:v>44902</c:v>
                </c:pt>
                <c:pt idx="999">
                  <c:v>44903</c:v>
                </c:pt>
                <c:pt idx="1000">
                  <c:v>44904</c:v>
                </c:pt>
                <c:pt idx="1001">
                  <c:v>44907</c:v>
                </c:pt>
                <c:pt idx="1002">
                  <c:v>44908</c:v>
                </c:pt>
                <c:pt idx="1003">
                  <c:v>44909</c:v>
                </c:pt>
                <c:pt idx="1004">
                  <c:v>44910</c:v>
                </c:pt>
                <c:pt idx="1005">
                  <c:v>44911</c:v>
                </c:pt>
                <c:pt idx="1006">
                  <c:v>44914</c:v>
                </c:pt>
                <c:pt idx="1007">
                  <c:v>44915</c:v>
                </c:pt>
                <c:pt idx="1008">
                  <c:v>44916</c:v>
                </c:pt>
                <c:pt idx="1009">
                  <c:v>44917</c:v>
                </c:pt>
                <c:pt idx="1010">
                  <c:v>44918</c:v>
                </c:pt>
                <c:pt idx="1011">
                  <c:v>44922</c:v>
                </c:pt>
                <c:pt idx="1012">
                  <c:v>44923</c:v>
                </c:pt>
                <c:pt idx="1013">
                  <c:v>44924</c:v>
                </c:pt>
                <c:pt idx="1014">
                  <c:v>44925</c:v>
                </c:pt>
                <c:pt idx="1015">
                  <c:v>44928</c:v>
                </c:pt>
                <c:pt idx="1016">
                  <c:v>44929</c:v>
                </c:pt>
                <c:pt idx="1017">
                  <c:v>44930</c:v>
                </c:pt>
                <c:pt idx="1018">
                  <c:v>44931</c:v>
                </c:pt>
                <c:pt idx="1019">
                  <c:v>44932</c:v>
                </c:pt>
                <c:pt idx="1020">
                  <c:v>44935</c:v>
                </c:pt>
                <c:pt idx="1021">
                  <c:v>44936</c:v>
                </c:pt>
                <c:pt idx="1022">
                  <c:v>44937</c:v>
                </c:pt>
                <c:pt idx="1023">
                  <c:v>44938</c:v>
                </c:pt>
                <c:pt idx="1024">
                  <c:v>44939</c:v>
                </c:pt>
                <c:pt idx="1025">
                  <c:v>44942</c:v>
                </c:pt>
                <c:pt idx="1026">
                  <c:v>44943</c:v>
                </c:pt>
                <c:pt idx="1027">
                  <c:v>44944</c:v>
                </c:pt>
                <c:pt idx="1028">
                  <c:v>44945</c:v>
                </c:pt>
                <c:pt idx="1029">
                  <c:v>44946</c:v>
                </c:pt>
                <c:pt idx="1030">
                  <c:v>44949</c:v>
                </c:pt>
                <c:pt idx="1031">
                  <c:v>44950</c:v>
                </c:pt>
                <c:pt idx="1032">
                  <c:v>44951</c:v>
                </c:pt>
                <c:pt idx="1033">
                  <c:v>44952</c:v>
                </c:pt>
                <c:pt idx="1034">
                  <c:v>44953</c:v>
                </c:pt>
                <c:pt idx="1035">
                  <c:v>44956</c:v>
                </c:pt>
                <c:pt idx="1036">
                  <c:v>44957</c:v>
                </c:pt>
                <c:pt idx="1037">
                  <c:v>44958</c:v>
                </c:pt>
                <c:pt idx="1038">
                  <c:v>44959</c:v>
                </c:pt>
                <c:pt idx="1039">
                  <c:v>44960</c:v>
                </c:pt>
                <c:pt idx="1040">
                  <c:v>44963</c:v>
                </c:pt>
                <c:pt idx="1041">
                  <c:v>44964</c:v>
                </c:pt>
                <c:pt idx="1042">
                  <c:v>44965</c:v>
                </c:pt>
                <c:pt idx="1043">
                  <c:v>44966</c:v>
                </c:pt>
                <c:pt idx="1044">
                  <c:v>44967</c:v>
                </c:pt>
                <c:pt idx="1045">
                  <c:v>44970</c:v>
                </c:pt>
                <c:pt idx="1046">
                  <c:v>44971</c:v>
                </c:pt>
                <c:pt idx="1047">
                  <c:v>44972</c:v>
                </c:pt>
                <c:pt idx="1048">
                  <c:v>44973</c:v>
                </c:pt>
                <c:pt idx="1049">
                  <c:v>44974</c:v>
                </c:pt>
                <c:pt idx="1050">
                  <c:v>44977</c:v>
                </c:pt>
                <c:pt idx="1051">
                  <c:v>44978</c:v>
                </c:pt>
                <c:pt idx="1052">
                  <c:v>44979</c:v>
                </c:pt>
                <c:pt idx="1053">
                  <c:v>44980</c:v>
                </c:pt>
                <c:pt idx="1054">
                  <c:v>44981</c:v>
                </c:pt>
                <c:pt idx="1055">
                  <c:v>44984</c:v>
                </c:pt>
                <c:pt idx="1056">
                  <c:v>44985</c:v>
                </c:pt>
                <c:pt idx="1057">
                  <c:v>44986</c:v>
                </c:pt>
                <c:pt idx="1058">
                  <c:v>44987</c:v>
                </c:pt>
                <c:pt idx="1059">
                  <c:v>44988</c:v>
                </c:pt>
                <c:pt idx="1060">
                  <c:v>44991</c:v>
                </c:pt>
                <c:pt idx="1061">
                  <c:v>44992</c:v>
                </c:pt>
                <c:pt idx="1062">
                  <c:v>44993</c:v>
                </c:pt>
                <c:pt idx="1063">
                  <c:v>44994</c:v>
                </c:pt>
                <c:pt idx="1064">
                  <c:v>44995</c:v>
                </c:pt>
                <c:pt idx="1065">
                  <c:v>44998</c:v>
                </c:pt>
                <c:pt idx="1066">
                  <c:v>44999</c:v>
                </c:pt>
                <c:pt idx="1067">
                  <c:v>45000</c:v>
                </c:pt>
                <c:pt idx="1068">
                  <c:v>45001</c:v>
                </c:pt>
                <c:pt idx="1069">
                  <c:v>45002</c:v>
                </c:pt>
                <c:pt idx="1070">
                  <c:v>45005</c:v>
                </c:pt>
                <c:pt idx="1071">
                  <c:v>45006</c:v>
                </c:pt>
                <c:pt idx="1072">
                  <c:v>45007</c:v>
                </c:pt>
                <c:pt idx="1073">
                  <c:v>45008</c:v>
                </c:pt>
                <c:pt idx="1074">
                  <c:v>45009</c:v>
                </c:pt>
                <c:pt idx="1075">
                  <c:v>45012</c:v>
                </c:pt>
                <c:pt idx="1076">
                  <c:v>45013</c:v>
                </c:pt>
                <c:pt idx="1077">
                  <c:v>45014</c:v>
                </c:pt>
                <c:pt idx="1078">
                  <c:v>45015</c:v>
                </c:pt>
                <c:pt idx="1079">
                  <c:v>45016</c:v>
                </c:pt>
                <c:pt idx="1080">
                  <c:v>45019</c:v>
                </c:pt>
                <c:pt idx="1081">
                  <c:v>45020</c:v>
                </c:pt>
                <c:pt idx="1082">
                  <c:v>45021</c:v>
                </c:pt>
                <c:pt idx="1083">
                  <c:v>45022</c:v>
                </c:pt>
                <c:pt idx="1084">
                  <c:v>45027</c:v>
                </c:pt>
                <c:pt idx="1085">
                  <c:v>45028</c:v>
                </c:pt>
                <c:pt idx="1086">
                  <c:v>45029</c:v>
                </c:pt>
                <c:pt idx="1087">
                  <c:v>45030</c:v>
                </c:pt>
                <c:pt idx="1088">
                  <c:v>45033</c:v>
                </c:pt>
                <c:pt idx="1089">
                  <c:v>45034</c:v>
                </c:pt>
                <c:pt idx="1090">
                  <c:v>45035</c:v>
                </c:pt>
                <c:pt idx="1091">
                  <c:v>45036</c:v>
                </c:pt>
                <c:pt idx="1092">
                  <c:v>45037</c:v>
                </c:pt>
                <c:pt idx="1093">
                  <c:v>45040</c:v>
                </c:pt>
                <c:pt idx="1094">
                  <c:v>45041</c:v>
                </c:pt>
                <c:pt idx="1095">
                  <c:v>45042</c:v>
                </c:pt>
                <c:pt idx="1096">
                  <c:v>45043</c:v>
                </c:pt>
                <c:pt idx="1097">
                  <c:v>45044</c:v>
                </c:pt>
                <c:pt idx="1098">
                  <c:v>45048</c:v>
                </c:pt>
                <c:pt idx="1099">
                  <c:v>45049</c:v>
                </c:pt>
                <c:pt idx="1100">
                  <c:v>45050</c:v>
                </c:pt>
                <c:pt idx="1101">
                  <c:v>45051</c:v>
                </c:pt>
                <c:pt idx="1102">
                  <c:v>45054</c:v>
                </c:pt>
                <c:pt idx="1103">
                  <c:v>45055</c:v>
                </c:pt>
                <c:pt idx="1104">
                  <c:v>45056</c:v>
                </c:pt>
                <c:pt idx="1105">
                  <c:v>45057</c:v>
                </c:pt>
                <c:pt idx="1106">
                  <c:v>45058</c:v>
                </c:pt>
                <c:pt idx="1107">
                  <c:v>45061</c:v>
                </c:pt>
                <c:pt idx="1108">
                  <c:v>45062</c:v>
                </c:pt>
                <c:pt idx="1109">
                  <c:v>45063</c:v>
                </c:pt>
                <c:pt idx="1110">
                  <c:v>45064</c:v>
                </c:pt>
                <c:pt idx="1111">
                  <c:v>45065</c:v>
                </c:pt>
                <c:pt idx="1112">
                  <c:v>45068</c:v>
                </c:pt>
                <c:pt idx="1113">
                  <c:v>45069</c:v>
                </c:pt>
                <c:pt idx="1114">
                  <c:v>45070</c:v>
                </c:pt>
                <c:pt idx="1115">
                  <c:v>45071</c:v>
                </c:pt>
                <c:pt idx="1116">
                  <c:v>45072</c:v>
                </c:pt>
                <c:pt idx="1117">
                  <c:v>45075</c:v>
                </c:pt>
                <c:pt idx="1118">
                  <c:v>45076</c:v>
                </c:pt>
                <c:pt idx="1119">
                  <c:v>45077</c:v>
                </c:pt>
                <c:pt idx="1120">
                  <c:v>45078</c:v>
                </c:pt>
                <c:pt idx="1121">
                  <c:v>45079</c:v>
                </c:pt>
                <c:pt idx="1122">
                  <c:v>45082</c:v>
                </c:pt>
                <c:pt idx="1123">
                  <c:v>45083</c:v>
                </c:pt>
                <c:pt idx="1124">
                  <c:v>45084</c:v>
                </c:pt>
                <c:pt idx="1125">
                  <c:v>45085</c:v>
                </c:pt>
                <c:pt idx="1126">
                  <c:v>45086</c:v>
                </c:pt>
                <c:pt idx="1127">
                  <c:v>45089</c:v>
                </c:pt>
                <c:pt idx="1128">
                  <c:v>45090</c:v>
                </c:pt>
                <c:pt idx="1129">
                  <c:v>45091</c:v>
                </c:pt>
                <c:pt idx="1130">
                  <c:v>45092</c:v>
                </c:pt>
                <c:pt idx="1131">
                  <c:v>45093</c:v>
                </c:pt>
                <c:pt idx="1132">
                  <c:v>45096</c:v>
                </c:pt>
                <c:pt idx="1133">
                  <c:v>45097</c:v>
                </c:pt>
                <c:pt idx="1134">
                  <c:v>45098</c:v>
                </c:pt>
                <c:pt idx="1135">
                  <c:v>45099</c:v>
                </c:pt>
                <c:pt idx="1136">
                  <c:v>45100</c:v>
                </c:pt>
                <c:pt idx="1137">
                  <c:v>45103</c:v>
                </c:pt>
                <c:pt idx="1138">
                  <c:v>45104</c:v>
                </c:pt>
                <c:pt idx="1139">
                  <c:v>45105</c:v>
                </c:pt>
                <c:pt idx="1140">
                  <c:v>45106</c:v>
                </c:pt>
                <c:pt idx="1141">
                  <c:v>45107</c:v>
                </c:pt>
                <c:pt idx="1142">
                  <c:v>45110</c:v>
                </c:pt>
                <c:pt idx="1143">
                  <c:v>45111</c:v>
                </c:pt>
                <c:pt idx="1144">
                  <c:v>45112</c:v>
                </c:pt>
                <c:pt idx="1145">
                  <c:v>45113</c:v>
                </c:pt>
                <c:pt idx="1146">
                  <c:v>45114</c:v>
                </c:pt>
                <c:pt idx="1147">
                  <c:v>45117</c:v>
                </c:pt>
                <c:pt idx="1148">
                  <c:v>45118</c:v>
                </c:pt>
                <c:pt idx="1149">
                  <c:v>45119</c:v>
                </c:pt>
                <c:pt idx="1150">
                  <c:v>45120</c:v>
                </c:pt>
                <c:pt idx="1151">
                  <c:v>45121</c:v>
                </c:pt>
                <c:pt idx="1152">
                  <c:v>45124</c:v>
                </c:pt>
                <c:pt idx="1153">
                  <c:v>45125</c:v>
                </c:pt>
                <c:pt idx="1154">
                  <c:v>45126</c:v>
                </c:pt>
                <c:pt idx="1155">
                  <c:v>45127</c:v>
                </c:pt>
                <c:pt idx="1156">
                  <c:v>45128</c:v>
                </c:pt>
                <c:pt idx="1157">
                  <c:v>45131</c:v>
                </c:pt>
                <c:pt idx="1158">
                  <c:v>45132</c:v>
                </c:pt>
                <c:pt idx="1159">
                  <c:v>45133</c:v>
                </c:pt>
                <c:pt idx="1160">
                  <c:v>45134</c:v>
                </c:pt>
                <c:pt idx="1161">
                  <c:v>45135</c:v>
                </c:pt>
                <c:pt idx="1162">
                  <c:v>45138</c:v>
                </c:pt>
                <c:pt idx="1163">
                  <c:v>45139</c:v>
                </c:pt>
                <c:pt idx="1164">
                  <c:v>45140</c:v>
                </c:pt>
                <c:pt idx="1165">
                  <c:v>45141</c:v>
                </c:pt>
                <c:pt idx="1166">
                  <c:v>45142</c:v>
                </c:pt>
                <c:pt idx="1167">
                  <c:v>45145</c:v>
                </c:pt>
                <c:pt idx="1168">
                  <c:v>45146</c:v>
                </c:pt>
                <c:pt idx="1169">
                  <c:v>45147</c:v>
                </c:pt>
                <c:pt idx="1170">
                  <c:v>45148</c:v>
                </c:pt>
                <c:pt idx="1171">
                  <c:v>45149</c:v>
                </c:pt>
                <c:pt idx="1172">
                  <c:v>45152</c:v>
                </c:pt>
                <c:pt idx="1173">
                  <c:v>45154</c:v>
                </c:pt>
                <c:pt idx="1174">
                  <c:v>45155</c:v>
                </c:pt>
                <c:pt idx="1175">
                  <c:v>45156</c:v>
                </c:pt>
                <c:pt idx="1176">
                  <c:v>45159</c:v>
                </c:pt>
                <c:pt idx="1177">
                  <c:v>45160</c:v>
                </c:pt>
                <c:pt idx="1178">
                  <c:v>45161</c:v>
                </c:pt>
                <c:pt idx="1179">
                  <c:v>45162</c:v>
                </c:pt>
                <c:pt idx="1180">
                  <c:v>45163</c:v>
                </c:pt>
                <c:pt idx="1181">
                  <c:v>45166</c:v>
                </c:pt>
                <c:pt idx="1182">
                  <c:v>45167</c:v>
                </c:pt>
                <c:pt idx="1183">
                  <c:v>45168</c:v>
                </c:pt>
                <c:pt idx="1184">
                  <c:v>45169</c:v>
                </c:pt>
                <c:pt idx="1185">
                  <c:v>45170</c:v>
                </c:pt>
                <c:pt idx="1186">
                  <c:v>45173</c:v>
                </c:pt>
                <c:pt idx="1187">
                  <c:v>45174</c:v>
                </c:pt>
                <c:pt idx="1188">
                  <c:v>45175</c:v>
                </c:pt>
                <c:pt idx="1189">
                  <c:v>45176</c:v>
                </c:pt>
                <c:pt idx="1190">
                  <c:v>45177</c:v>
                </c:pt>
                <c:pt idx="1191">
                  <c:v>45180</c:v>
                </c:pt>
                <c:pt idx="1192">
                  <c:v>45181</c:v>
                </c:pt>
                <c:pt idx="1193">
                  <c:v>45182</c:v>
                </c:pt>
                <c:pt idx="1194">
                  <c:v>45183</c:v>
                </c:pt>
                <c:pt idx="1195">
                  <c:v>45184</c:v>
                </c:pt>
                <c:pt idx="1196">
                  <c:v>45187</c:v>
                </c:pt>
                <c:pt idx="1197">
                  <c:v>45188</c:v>
                </c:pt>
                <c:pt idx="1198">
                  <c:v>45189</c:v>
                </c:pt>
                <c:pt idx="1199">
                  <c:v>45190</c:v>
                </c:pt>
                <c:pt idx="1200">
                  <c:v>45191</c:v>
                </c:pt>
                <c:pt idx="1201">
                  <c:v>45194</c:v>
                </c:pt>
                <c:pt idx="1202">
                  <c:v>45195</c:v>
                </c:pt>
                <c:pt idx="1203">
                  <c:v>45196</c:v>
                </c:pt>
                <c:pt idx="1204">
                  <c:v>45197</c:v>
                </c:pt>
                <c:pt idx="1205">
                  <c:v>45198</c:v>
                </c:pt>
                <c:pt idx="1206">
                  <c:v>45201</c:v>
                </c:pt>
                <c:pt idx="1207">
                  <c:v>45202</c:v>
                </c:pt>
                <c:pt idx="1208">
                  <c:v>45203</c:v>
                </c:pt>
                <c:pt idx="1209">
                  <c:v>45204</c:v>
                </c:pt>
                <c:pt idx="1210">
                  <c:v>45205</c:v>
                </c:pt>
                <c:pt idx="1211">
                  <c:v>45208</c:v>
                </c:pt>
                <c:pt idx="1212">
                  <c:v>45209</c:v>
                </c:pt>
                <c:pt idx="1213">
                  <c:v>45210</c:v>
                </c:pt>
                <c:pt idx="1214">
                  <c:v>45211</c:v>
                </c:pt>
                <c:pt idx="1215">
                  <c:v>45212</c:v>
                </c:pt>
                <c:pt idx="1216">
                  <c:v>45215</c:v>
                </c:pt>
                <c:pt idx="1217">
                  <c:v>45216</c:v>
                </c:pt>
                <c:pt idx="1218">
                  <c:v>45217</c:v>
                </c:pt>
                <c:pt idx="1219">
                  <c:v>45218</c:v>
                </c:pt>
                <c:pt idx="1220">
                  <c:v>45219</c:v>
                </c:pt>
                <c:pt idx="1221">
                  <c:v>45222</c:v>
                </c:pt>
                <c:pt idx="1222">
                  <c:v>45223</c:v>
                </c:pt>
                <c:pt idx="1223">
                  <c:v>45224</c:v>
                </c:pt>
                <c:pt idx="1224">
                  <c:v>45225</c:v>
                </c:pt>
                <c:pt idx="1225">
                  <c:v>45226</c:v>
                </c:pt>
                <c:pt idx="1226">
                  <c:v>45229</c:v>
                </c:pt>
                <c:pt idx="1227">
                  <c:v>45230</c:v>
                </c:pt>
                <c:pt idx="1228">
                  <c:v>45231</c:v>
                </c:pt>
                <c:pt idx="1229">
                  <c:v>45232</c:v>
                </c:pt>
                <c:pt idx="1230">
                  <c:v>45233</c:v>
                </c:pt>
                <c:pt idx="1231">
                  <c:v>45236</c:v>
                </c:pt>
                <c:pt idx="1232">
                  <c:v>45237</c:v>
                </c:pt>
                <c:pt idx="1233">
                  <c:v>45238</c:v>
                </c:pt>
                <c:pt idx="1234">
                  <c:v>45239</c:v>
                </c:pt>
                <c:pt idx="1235">
                  <c:v>45240</c:v>
                </c:pt>
                <c:pt idx="1236">
                  <c:v>45243</c:v>
                </c:pt>
                <c:pt idx="1237">
                  <c:v>45244</c:v>
                </c:pt>
                <c:pt idx="1238">
                  <c:v>45245</c:v>
                </c:pt>
                <c:pt idx="1239">
                  <c:v>45246</c:v>
                </c:pt>
                <c:pt idx="1240">
                  <c:v>45247</c:v>
                </c:pt>
                <c:pt idx="1241">
                  <c:v>45250</c:v>
                </c:pt>
                <c:pt idx="1242">
                  <c:v>45251</c:v>
                </c:pt>
                <c:pt idx="1243">
                  <c:v>45252</c:v>
                </c:pt>
                <c:pt idx="1244">
                  <c:v>45253</c:v>
                </c:pt>
                <c:pt idx="1245">
                  <c:v>45254</c:v>
                </c:pt>
                <c:pt idx="1246">
                  <c:v>45257</c:v>
                </c:pt>
                <c:pt idx="1247">
                  <c:v>45258</c:v>
                </c:pt>
                <c:pt idx="1248">
                  <c:v>45259</c:v>
                </c:pt>
                <c:pt idx="1249">
                  <c:v>45260</c:v>
                </c:pt>
                <c:pt idx="1250">
                  <c:v>45261</c:v>
                </c:pt>
                <c:pt idx="1251">
                  <c:v>45264</c:v>
                </c:pt>
                <c:pt idx="1252">
                  <c:v>45265</c:v>
                </c:pt>
                <c:pt idx="1253">
                  <c:v>45266</c:v>
                </c:pt>
                <c:pt idx="1254">
                  <c:v>45267</c:v>
                </c:pt>
                <c:pt idx="1255">
                  <c:v>45268</c:v>
                </c:pt>
                <c:pt idx="1256">
                  <c:v>45271</c:v>
                </c:pt>
                <c:pt idx="1257">
                  <c:v>45272</c:v>
                </c:pt>
                <c:pt idx="1258">
                  <c:v>45273</c:v>
                </c:pt>
                <c:pt idx="1259">
                  <c:v>45274</c:v>
                </c:pt>
                <c:pt idx="1260">
                  <c:v>45275</c:v>
                </c:pt>
                <c:pt idx="1261">
                  <c:v>45278</c:v>
                </c:pt>
                <c:pt idx="1262">
                  <c:v>45279</c:v>
                </c:pt>
                <c:pt idx="1263">
                  <c:v>45280</c:v>
                </c:pt>
                <c:pt idx="1264">
                  <c:v>45281</c:v>
                </c:pt>
                <c:pt idx="1265">
                  <c:v>45282</c:v>
                </c:pt>
                <c:pt idx="1266">
                  <c:v>45287</c:v>
                </c:pt>
                <c:pt idx="1267">
                  <c:v>45288</c:v>
                </c:pt>
                <c:pt idx="1268">
                  <c:v>45289</c:v>
                </c:pt>
              </c:numCache>
            </c:numRef>
          </c:cat>
          <c:val>
            <c:numRef>
              <c:f>'Confronto con indicizzazione'!$E$2:$E$1270</c:f>
              <c:numCache>
                <c:formatCode>#,##0.00\ "€"</c:formatCode>
                <c:ptCount val="1269"/>
                <c:pt idx="0">
                  <c:v>100</c:v>
                </c:pt>
                <c:pt idx="1">
                  <c:v>97.152428810720266</c:v>
                </c:pt>
                <c:pt idx="2">
                  <c:v>100.04187604690118</c:v>
                </c:pt>
                <c:pt idx="3">
                  <c:v>98.869346733668337</c:v>
                </c:pt>
                <c:pt idx="4">
                  <c:v>100.48157453936348</c:v>
                </c:pt>
                <c:pt idx="5">
                  <c:v>102.84757118927972</c:v>
                </c:pt>
                <c:pt idx="6">
                  <c:v>102.57537688442211</c:v>
                </c:pt>
                <c:pt idx="7">
                  <c:v>103.9363484087102</c:v>
                </c:pt>
                <c:pt idx="8">
                  <c:v>102.32412060301507</c:v>
                </c:pt>
                <c:pt idx="9">
                  <c:v>103.43383584589614</c:v>
                </c:pt>
                <c:pt idx="10">
                  <c:v>102.36599664991624</c:v>
                </c:pt>
                <c:pt idx="11">
                  <c:v>103.78978224455611</c:v>
                </c:pt>
                <c:pt idx="12">
                  <c:v>104.77386934673365</c:v>
                </c:pt>
                <c:pt idx="13">
                  <c:v>104.98324958123952</c:v>
                </c:pt>
                <c:pt idx="14">
                  <c:v>104.43886097152428</c:v>
                </c:pt>
                <c:pt idx="15">
                  <c:v>104.64824120603015</c:v>
                </c:pt>
                <c:pt idx="16">
                  <c:v>104.81574539363486</c:v>
                </c:pt>
                <c:pt idx="17">
                  <c:v>105.61139028475711</c:v>
                </c:pt>
                <c:pt idx="18">
                  <c:v>105.52763819095476</c:v>
                </c:pt>
                <c:pt idx="19">
                  <c:v>105.31825795644892</c:v>
                </c:pt>
                <c:pt idx="20">
                  <c:v>108.54271356783917</c:v>
                </c:pt>
                <c:pt idx="21">
                  <c:v>109.79899497487435</c:v>
                </c:pt>
                <c:pt idx="22">
                  <c:v>109.92462311557789</c:v>
                </c:pt>
                <c:pt idx="23">
                  <c:v>108.87772194304857</c:v>
                </c:pt>
                <c:pt idx="24">
                  <c:v>111.80904522613065</c:v>
                </c:pt>
                <c:pt idx="25">
                  <c:v>110.88777219430486</c:v>
                </c:pt>
                <c:pt idx="26">
                  <c:v>108.9614740368509</c:v>
                </c:pt>
                <c:pt idx="27">
                  <c:v>110.55276381909547</c:v>
                </c:pt>
                <c:pt idx="28">
                  <c:v>111.76716917922947</c:v>
                </c:pt>
                <c:pt idx="29">
                  <c:v>113.2747068676717</c:v>
                </c:pt>
                <c:pt idx="30">
                  <c:v>114.321608040201</c:v>
                </c:pt>
                <c:pt idx="31">
                  <c:v>113.35845896147403</c:v>
                </c:pt>
                <c:pt idx="32">
                  <c:v>113.23283082077052</c:v>
                </c:pt>
                <c:pt idx="33">
                  <c:v>113.90284757118927</c:v>
                </c:pt>
                <c:pt idx="34">
                  <c:v>114.19597989949747</c:v>
                </c:pt>
                <c:pt idx="35">
                  <c:v>114.9497487437186</c:v>
                </c:pt>
                <c:pt idx="36">
                  <c:v>115.45226130653265</c:v>
                </c:pt>
                <c:pt idx="37">
                  <c:v>115.95477386934672</c:v>
                </c:pt>
                <c:pt idx="38">
                  <c:v>116.54103852596316</c:v>
                </c:pt>
                <c:pt idx="39">
                  <c:v>116.4572864321608</c:v>
                </c:pt>
                <c:pt idx="40">
                  <c:v>116.87604690117253</c:v>
                </c:pt>
                <c:pt idx="41">
                  <c:v>116.58291457286431</c:v>
                </c:pt>
                <c:pt idx="42">
                  <c:v>117.75544388609714</c:v>
                </c:pt>
                <c:pt idx="43">
                  <c:v>118.42546063651591</c:v>
                </c:pt>
                <c:pt idx="44">
                  <c:v>118.76046901172531</c:v>
                </c:pt>
                <c:pt idx="45">
                  <c:v>117.83919597989949</c:v>
                </c:pt>
                <c:pt idx="46">
                  <c:v>118.21608040201006</c:v>
                </c:pt>
                <c:pt idx="47">
                  <c:v>118.55108877721943</c:v>
                </c:pt>
                <c:pt idx="48">
                  <c:v>118.88609715242879</c:v>
                </c:pt>
                <c:pt idx="49">
                  <c:v>119.13735343383584</c:v>
                </c:pt>
                <c:pt idx="50">
                  <c:v>119.17922948073702</c:v>
                </c:pt>
                <c:pt idx="51">
                  <c:v>120.39363484087102</c:v>
                </c:pt>
                <c:pt idx="52">
                  <c:v>122.27805695142378</c:v>
                </c:pt>
                <c:pt idx="53">
                  <c:v>121.85929648241205</c:v>
                </c:pt>
                <c:pt idx="54">
                  <c:v>123.57621440536013</c:v>
                </c:pt>
                <c:pt idx="55">
                  <c:v>124.91624790619767</c:v>
                </c:pt>
                <c:pt idx="56">
                  <c:v>123.99497487437185</c:v>
                </c:pt>
                <c:pt idx="57">
                  <c:v>122.1105527638191</c:v>
                </c:pt>
                <c:pt idx="58">
                  <c:v>123.24120603015076</c:v>
                </c:pt>
                <c:pt idx="59">
                  <c:v>123.53433835845895</c:v>
                </c:pt>
                <c:pt idx="60">
                  <c:v>123.53433835845895</c:v>
                </c:pt>
                <c:pt idx="61">
                  <c:v>123.49246231155777</c:v>
                </c:pt>
                <c:pt idx="62">
                  <c:v>123.1574539363484</c:v>
                </c:pt>
                <c:pt idx="63">
                  <c:v>125.08375209380233</c:v>
                </c:pt>
                <c:pt idx="64">
                  <c:v>125.62814070351757</c:v>
                </c:pt>
                <c:pt idx="65">
                  <c:v>125.75376884422111</c:v>
                </c:pt>
                <c:pt idx="66">
                  <c:v>125.12562814070351</c:v>
                </c:pt>
                <c:pt idx="67">
                  <c:v>125.08375209380233</c:v>
                </c:pt>
                <c:pt idx="68">
                  <c:v>125.08375209380233</c:v>
                </c:pt>
                <c:pt idx="69">
                  <c:v>123.3249581239531</c:v>
                </c:pt>
                <c:pt idx="70">
                  <c:v>123.24120603015076</c:v>
                </c:pt>
                <c:pt idx="71">
                  <c:v>123.95309882747068</c:v>
                </c:pt>
                <c:pt idx="72">
                  <c:v>125.50251256281406</c:v>
                </c:pt>
                <c:pt idx="73">
                  <c:v>125.62814070351757</c:v>
                </c:pt>
                <c:pt idx="74">
                  <c:v>126.59128978224456</c:v>
                </c:pt>
                <c:pt idx="75">
                  <c:v>127.05192629815744</c:v>
                </c:pt>
                <c:pt idx="76">
                  <c:v>127.72194304857621</c:v>
                </c:pt>
                <c:pt idx="77">
                  <c:v>128.35008375209381</c:v>
                </c:pt>
                <c:pt idx="78">
                  <c:v>129.60636515912898</c:v>
                </c:pt>
                <c:pt idx="79">
                  <c:v>129.35510887772193</c:v>
                </c:pt>
                <c:pt idx="80">
                  <c:v>129.81574539363484</c:v>
                </c:pt>
                <c:pt idx="81">
                  <c:v>130.06700167504189</c:v>
                </c:pt>
                <c:pt idx="82">
                  <c:v>131.32328308207707</c:v>
                </c:pt>
                <c:pt idx="83">
                  <c:v>129.3969849246231</c:v>
                </c:pt>
                <c:pt idx="84">
                  <c:v>130.10887772194303</c:v>
                </c:pt>
                <c:pt idx="85">
                  <c:v>129.3969849246231</c:v>
                </c:pt>
                <c:pt idx="86">
                  <c:v>128.05695142378559</c:v>
                </c:pt>
                <c:pt idx="87">
                  <c:v>129.56448911222779</c:v>
                </c:pt>
                <c:pt idx="88">
                  <c:v>127.2613065326633</c:v>
                </c:pt>
                <c:pt idx="89">
                  <c:v>127.42881072026802</c:v>
                </c:pt>
                <c:pt idx="90">
                  <c:v>125.33500837520938</c:v>
                </c:pt>
                <c:pt idx="91">
                  <c:v>127.09380234505862</c:v>
                </c:pt>
                <c:pt idx="92">
                  <c:v>128.26633165829148</c:v>
                </c:pt>
                <c:pt idx="93">
                  <c:v>128.76884422110552</c:v>
                </c:pt>
                <c:pt idx="94">
                  <c:v>129.81574539363484</c:v>
                </c:pt>
                <c:pt idx="95">
                  <c:v>126.34003350083751</c:v>
                </c:pt>
                <c:pt idx="96">
                  <c:v>128.81072026800672</c:v>
                </c:pt>
                <c:pt idx="97">
                  <c:v>129.31323283082077</c:v>
                </c:pt>
                <c:pt idx="98">
                  <c:v>126.6750418760469</c:v>
                </c:pt>
                <c:pt idx="99">
                  <c:v>126.25628140703517</c:v>
                </c:pt>
                <c:pt idx="100">
                  <c:v>126.88442211055275</c:v>
                </c:pt>
                <c:pt idx="101">
                  <c:v>126.71691792294808</c:v>
                </c:pt>
                <c:pt idx="102">
                  <c:v>124.66499162479062</c:v>
                </c:pt>
                <c:pt idx="103">
                  <c:v>125.33500837520938</c:v>
                </c:pt>
                <c:pt idx="104">
                  <c:v>124.53936348408709</c:v>
                </c:pt>
                <c:pt idx="105">
                  <c:v>125.12562814070351</c:v>
                </c:pt>
                <c:pt idx="106">
                  <c:v>124.7068676716918</c:v>
                </c:pt>
                <c:pt idx="107">
                  <c:v>126.88442211055275</c:v>
                </c:pt>
                <c:pt idx="108">
                  <c:v>127.1356783919598</c:v>
                </c:pt>
                <c:pt idx="109">
                  <c:v>128.01507537688443</c:v>
                </c:pt>
                <c:pt idx="110">
                  <c:v>129.3969849246231</c:v>
                </c:pt>
                <c:pt idx="111">
                  <c:v>128.51758793969847</c:v>
                </c:pt>
                <c:pt idx="112">
                  <c:v>127.97319932998326</c:v>
                </c:pt>
                <c:pt idx="113">
                  <c:v>128.18257956448912</c:v>
                </c:pt>
                <c:pt idx="114">
                  <c:v>128.05695142378559</c:v>
                </c:pt>
                <c:pt idx="115">
                  <c:v>132.41206030150752</c:v>
                </c:pt>
                <c:pt idx="116">
                  <c:v>131.65829145728642</c:v>
                </c:pt>
                <c:pt idx="117">
                  <c:v>132.74706867671691</c:v>
                </c:pt>
                <c:pt idx="118">
                  <c:v>131.90954773869345</c:v>
                </c:pt>
                <c:pt idx="119">
                  <c:v>131.90954773869345</c:v>
                </c:pt>
                <c:pt idx="120">
                  <c:v>131.49078726968173</c:v>
                </c:pt>
                <c:pt idx="121">
                  <c:v>131.07202680067002</c:v>
                </c:pt>
                <c:pt idx="122">
                  <c:v>131.36515912897821</c:v>
                </c:pt>
                <c:pt idx="123">
                  <c:v>132.78894472361807</c:v>
                </c:pt>
                <c:pt idx="124">
                  <c:v>132.9145728643216</c:v>
                </c:pt>
                <c:pt idx="125">
                  <c:v>134.00335008375208</c:v>
                </c:pt>
                <c:pt idx="126">
                  <c:v>135.00837520938023</c:v>
                </c:pt>
                <c:pt idx="127">
                  <c:v>134.12897822445561</c:v>
                </c:pt>
                <c:pt idx="128">
                  <c:v>133.41708542713567</c:v>
                </c:pt>
                <c:pt idx="129">
                  <c:v>134.08710217755441</c:v>
                </c:pt>
                <c:pt idx="130">
                  <c:v>134.58961474036849</c:v>
                </c:pt>
                <c:pt idx="131">
                  <c:v>134.21273031825797</c:v>
                </c:pt>
                <c:pt idx="132">
                  <c:v>134.58961474036849</c:v>
                </c:pt>
                <c:pt idx="133">
                  <c:v>135.13400335008373</c:v>
                </c:pt>
                <c:pt idx="134">
                  <c:v>132.37018425460636</c:v>
                </c:pt>
                <c:pt idx="135">
                  <c:v>132.74706867671691</c:v>
                </c:pt>
                <c:pt idx="136">
                  <c:v>135.0502512562814</c:v>
                </c:pt>
                <c:pt idx="137">
                  <c:v>133.96147403685092</c:v>
                </c:pt>
                <c:pt idx="138">
                  <c:v>134.17085427135677</c:v>
                </c:pt>
                <c:pt idx="139">
                  <c:v>134.88274706867671</c:v>
                </c:pt>
                <c:pt idx="140">
                  <c:v>134.63149078726968</c:v>
                </c:pt>
                <c:pt idx="141">
                  <c:v>134.79899497487435</c:v>
                </c:pt>
                <c:pt idx="142">
                  <c:v>134.25460636515913</c:v>
                </c:pt>
                <c:pt idx="143">
                  <c:v>135.17587939698493</c:v>
                </c:pt>
                <c:pt idx="144">
                  <c:v>134.54773869346735</c:v>
                </c:pt>
                <c:pt idx="145">
                  <c:v>132.37018425460636</c:v>
                </c:pt>
                <c:pt idx="146">
                  <c:v>133.29145728643218</c:v>
                </c:pt>
                <c:pt idx="147">
                  <c:v>134.96649916247907</c:v>
                </c:pt>
                <c:pt idx="148">
                  <c:v>130.23450586264656</c:v>
                </c:pt>
                <c:pt idx="149">
                  <c:v>126.29815745393635</c:v>
                </c:pt>
                <c:pt idx="150">
                  <c:v>125.79564489112227</c:v>
                </c:pt>
                <c:pt idx="151">
                  <c:v>127.97319932998326</c:v>
                </c:pt>
                <c:pt idx="152">
                  <c:v>130.61139028475711</c:v>
                </c:pt>
                <c:pt idx="153">
                  <c:v>129.43886097152429</c:v>
                </c:pt>
                <c:pt idx="154">
                  <c:v>128.85259631490786</c:v>
                </c:pt>
                <c:pt idx="155">
                  <c:v>128.93634840871019</c:v>
                </c:pt>
                <c:pt idx="156">
                  <c:v>126.21440536013399</c:v>
                </c:pt>
                <c:pt idx="157">
                  <c:v>126.84254606365157</c:v>
                </c:pt>
                <c:pt idx="158">
                  <c:v>128.39195979899498</c:v>
                </c:pt>
                <c:pt idx="159">
                  <c:v>127.84757118927973</c:v>
                </c:pt>
                <c:pt idx="160">
                  <c:v>131.57453936348406</c:v>
                </c:pt>
                <c:pt idx="161">
                  <c:v>129.3969849246231</c:v>
                </c:pt>
                <c:pt idx="162">
                  <c:v>128.51758793969847</c:v>
                </c:pt>
                <c:pt idx="163">
                  <c:v>127.51256281407035</c:v>
                </c:pt>
                <c:pt idx="164">
                  <c:v>129.3969849246231</c:v>
                </c:pt>
                <c:pt idx="165">
                  <c:v>128.643216080402</c:v>
                </c:pt>
                <c:pt idx="166">
                  <c:v>128.39195979899498</c:v>
                </c:pt>
                <c:pt idx="167">
                  <c:v>130.0251256281407</c:v>
                </c:pt>
                <c:pt idx="168">
                  <c:v>130.69514237855947</c:v>
                </c:pt>
                <c:pt idx="169">
                  <c:v>130.40201005025125</c:v>
                </c:pt>
                <c:pt idx="170">
                  <c:v>133.04020100502512</c:v>
                </c:pt>
                <c:pt idx="171">
                  <c:v>135.25963149078726</c:v>
                </c:pt>
                <c:pt idx="172">
                  <c:v>137.1859296482412</c:v>
                </c:pt>
                <c:pt idx="173">
                  <c:v>135.0502512562814</c:v>
                </c:pt>
                <c:pt idx="174">
                  <c:v>134.00335008375208</c:v>
                </c:pt>
                <c:pt idx="175">
                  <c:v>133.20770519262982</c:v>
                </c:pt>
                <c:pt idx="176">
                  <c:v>135.0502512562814</c:v>
                </c:pt>
                <c:pt idx="177">
                  <c:v>134.63149078726968</c:v>
                </c:pt>
                <c:pt idx="178">
                  <c:v>130.86264656616416</c:v>
                </c:pt>
                <c:pt idx="179">
                  <c:v>132.035175879397</c:v>
                </c:pt>
                <c:pt idx="180">
                  <c:v>130.10887772194303</c:v>
                </c:pt>
                <c:pt idx="181">
                  <c:v>131.78391959798995</c:v>
                </c:pt>
                <c:pt idx="182">
                  <c:v>131.36515912897821</c:v>
                </c:pt>
                <c:pt idx="183">
                  <c:v>131.07202680067002</c:v>
                </c:pt>
                <c:pt idx="184">
                  <c:v>130.86264656616416</c:v>
                </c:pt>
                <c:pt idx="185">
                  <c:v>130.0251256281407</c:v>
                </c:pt>
                <c:pt idx="186">
                  <c:v>131.90954773869345</c:v>
                </c:pt>
                <c:pt idx="187">
                  <c:v>132.07705192629814</c:v>
                </c:pt>
                <c:pt idx="188">
                  <c:v>132.74706867671691</c:v>
                </c:pt>
                <c:pt idx="189">
                  <c:v>129.81574539363484</c:v>
                </c:pt>
                <c:pt idx="190">
                  <c:v>125.62814070351757</c:v>
                </c:pt>
                <c:pt idx="191">
                  <c:v>128.18257956448912</c:v>
                </c:pt>
                <c:pt idx="192">
                  <c:v>129.10385259631491</c:v>
                </c:pt>
                <c:pt idx="193">
                  <c:v>128.51758793969847</c:v>
                </c:pt>
                <c:pt idx="194">
                  <c:v>130.56951423785594</c:v>
                </c:pt>
                <c:pt idx="195">
                  <c:v>132.24455611390283</c:v>
                </c:pt>
                <c:pt idx="196">
                  <c:v>133.87772194304856</c:v>
                </c:pt>
                <c:pt idx="197">
                  <c:v>132.78894472361807</c:v>
                </c:pt>
                <c:pt idx="198">
                  <c:v>133.58458961474037</c:v>
                </c:pt>
                <c:pt idx="199">
                  <c:v>132.035175879397</c:v>
                </c:pt>
                <c:pt idx="200">
                  <c:v>132.95644891122279</c:v>
                </c:pt>
                <c:pt idx="201">
                  <c:v>132.41206030150752</c:v>
                </c:pt>
                <c:pt idx="202">
                  <c:v>131.82579564489112</c:v>
                </c:pt>
                <c:pt idx="203">
                  <c:v>132.57956448911224</c:v>
                </c:pt>
                <c:pt idx="204">
                  <c:v>130.98827470686766</c:v>
                </c:pt>
                <c:pt idx="205">
                  <c:v>133.54271356783917</c:v>
                </c:pt>
                <c:pt idx="206">
                  <c:v>136.76716917922948</c:v>
                </c:pt>
                <c:pt idx="207">
                  <c:v>136.05527638190952</c:v>
                </c:pt>
                <c:pt idx="208">
                  <c:v>135.38525963149078</c:v>
                </c:pt>
                <c:pt idx="209">
                  <c:v>136.18090452261305</c:v>
                </c:pt>
                <c:pt idx="210">
                  <c:v>135.0502512562814</c:v>
                </c:pt>
                <c:pt idx="211">
                  <c:v>136.47403685092127</c:v>
                </c:pt>
                <c:pt idx="212">
                  <c:v>136.68341708542712</c:v>
                </c:pt>
                <c:pt idx="213">
                  <c:v>135.84589614740366</c:v>
                </c:pt>
                <c:pt idx="214">
                  <c:v>135.67839195979897</c:v>
                </c:pt>
                <c:pt idx="215">
                  <c:v>135.34338358458959</c:v>
                </c:pt>
                <c:pt idx="216">
                  <c:v>135.80402010050253</c:v>
                </c:pt>
                <c:pt idx="217">
                  <c:v>135.30150753768845</c:v>
                </c:pt>
                <c:pt idx="218">
                  <c:v>134.38023450586263</c:v>
                </c:pt>
                <c:pt idx="219">
                  <c:v>136.18090452261305</c:v>
                </c:pt>
                <c:pt idx="220">
                  <c:v>137.26968174204356</c:v>
                </c:pt>
                <c:pt idx="221">
                  <c:v>137.85594639865994</c:v>
                </c:pt>
                <c:pt idx="222">
                  <c:v>137.47906197654942</c:v>
                </c:pt>
                <c:pt idx="223">
                  <c:v>138.52596314907873</c:v>
                </c:pt>
                <c:pt idx="224">
                  <c:v>138.98659966499162</c:v>
                </c:pt>
                <c:pt idx="225">
                  <c:v>136.80904522613065</c:v>
                </c:pt>
                <c:pt idx="226">
                  <c:v>137.3115577889447</c:v>
                </c:pt>
                <c:pt idx="227">
                  <c:v>138.27470686767168</c:v>
                </c:pt>
                <c:pt idx="228">
                  <c:v>139.321608040201</c:v>
                </c:pt>
                <c:pt idx="229">
                  <c:v>141.58291457286433</c:v>
                </c:pt>
                <c:pt idx="230">
                  <c:v>142.29480737018426</c:v>
                </c:pt>
                <c:pt idx="231">
                  <c:v>142.37855946398659</c:v>
                </c:pt>
                <c:pt idx="232">
                  <c:v>139.23785594639867</c:v>
                </c:pt>
                <c:pt idx="233">
                  <c:v>135.72026800670017</c:v>
                </c:pt>
                <c:pt idx="234">
                  <c:v>136.51591289782243</c:v>
                </c:pt>
                <c:pt idx="235">
                  <c:v>138.19095477386932</c:v>
                </c:pt>
                <c:pt idx="236">
                  <c:v>139.40536013400333</c:v>
                </c:pt>
                <c:pt idx="237">
                  <c:v>139.07035175879398</c:v>
                </c:pt>
                <c:pt idx="238">
                  <c:v>139.69849246231155</c:v>
                </c:pt>
                <c:pt idx="239">
                  <c:v>138.73534338358459</c:v>
                </c:pt>
                <c:pt idx="240">
                  <c:v>138.6934673366834</c:v>
                </c:pt>
                <c:pt idx="241">
                  <c:v>139.11222780569511</c:v>
                </c:pt>
                <c:pt idx="242">
                  <c:v>139.99162479061977</c:v>
                </c:pt>
                <c:pt idx="243">
                  <c:v>140.03350083752093</c:v>
                </c:pt>
                <c:pt idx="244">
                  <c:v>140.20100502512562</c:v>
                </c:pt>
                <c:pt idx="245">
                  <c:v>139.19597989949747</c:v>
                </c:pt>
                <c:pt idx="246">
                  <c:v>140.66164154103851</c:v>
                </c:pt>
                <c:pt idx="247">
                  <c:v>141.66666666666669</c:v>
                </c:pt>
                <c:pt idx="248">
                  <c:v>141.83417085427135</c:v>
                </c:pt>
                <c:pt idx="249">
                  <c:v>140.53601340033501</c:v>
                </c:pt>
                <c:pt idx="250">
                  <c:v>140.49413735343384</c:v>
                </c:pt>
                <c:pt idx="251">
                  <c:v>141.41541038525963</c:v>
                </c:pt>
                <c:pt idx="252">
                  <c:v>140.24288107202679</c:v>
                </c:pt>
                <c:pt idx="253">
                  <c:v>142.00167504187604</c:v>
                </c:pt>
                <c:pt idx="254">
                  <c:v>143.25795644891122</c:v>
                </c:pt>
                <c:pt idx="255">
                  <c:v>143.84422110552762</c:v>
                </c:pt>
                <c:pt idx="256">
                  <c:v>144.26298157453937</c:v>
                </c:pt>
                <c:pt idx="257">
                  <c:v>144.38860971524286</c:v>
                </c:pt>
                <c:pt idx="258">
                  <c:v>146.4824120603015</c:v>
                </c:pt>
                <c:pt idx="259">
                  <c:v>148.36683417085428</c:v>
                </c:pt>
                <c:pt idx="260">
                  <c:v>149.07872696817418</c:v>
                </c:pt>
                <c:pt idx="261">
                  <c:v>151.92629815745394</c:v>
                </c:pt>
                <c:pt idx="262">
                  <c:v>150.12562814070353</c:v>
                </c:pt>
                <c:pt idx="263">
                  <c:v>148.4924623115578</c:v>
                </c:pt>
                <c:pt idx="264">
                  <c:v>148.91122278056952</c:v>
                </c:pt>
                <c:pt idx="265">
                  <c:v>147.44556113902846</c:v>
                </c:pt>
                <c:pt idx="266">
                  <c:v>148.86934673366835</c:v>
                </c:pt>
                <c:pt idx="267">
                  <c:v>142.46231155778892</c:v>
                </c:pt>
                <c:pt idx="268">
                  <c:v>143.76046901172529</c:v>
                </c:pt>
                <c:pt idx="269">
                  <c:v>144.47236180904522</c:v>
                </c:pt>
                <c:pt idx="270">
                  <c:v>141.83417085427135</c:v>
                </c:pt>
                <c:pt idx="271">
                  <c:v>141.66666666666669</c:v>
                </c:pt>
                <c:pt idx="272">
                  <c:v>142.12730318257957</c:v>
                </c:pt>
                <c:pt idx="273">
                  <c:v>144.89112227805694</c:v>
                </c:pt>
                <c:pt idx="274">
                  <c:v>146.60804020100502</c:v>
                </c:pt>
                <c:pt idx="275">
                  <c:v>145.1005025125628</c:v>
                </c:pt>
                <c:pt idx="276">
                  <c:v>145.60301507537687</c:v>
                </c:pt>
                <c:pt idx="277">
                  <c:v>145.7286432160804</c:v>
                </c:pt>
                <c:pt idx="278">
                  <c:v>145.81239530988273</c:v>
                </c:pt>
                <c:pt idx="279">
                  <c:v>148.53433835845894</c:v>
                </c:pt>
                <c:pt idx="280">
                  <c:v>148.86934673366835</c:v>
                </c:pt>
                <c:pt idx="281">
                  <c:v>147.61306532663318</c:v>
                </c:pt>
                <c:pt idx="282">
                  <c:v>148.53433835845894</c:v>
                </c:pt>
                <c:pt idx="283">
                  <c:v>146.56616415410383</c:v>
                </c:pt>
                <c:pt idx="284">
                  <c:v>149.24623115577887</c:v>
                </c:pt>
                <c:pt idx="285">
                  <c:v>146.52428810720266</c:v>
                </c:pt>
                <c:pt idx="286">
                  <c:v>145.43551088777221</c:v>
                </c:pt>
                <c:pt idx="287">
                  <c:v>140.36850921273029</c:v>
                </c:pt>
                <c:pt idx="288">
                  <c:v>139.07035175879398</c:v>
                </c:pt>
                <c:pt idx="289">
                  <c:v>139.4472361809045</c:v>
                </c:pt>
                <c:pt idx="290">
                  <c:v>134.21273031825797</c:v>
                </c:pt>
                <c:pt idx="291">
                  <c:v>131.90954773869345</c:v>
                </c:pt>
                <c:pt idx="292">
                  <c:v>132.9145728643216</c:v>
                </c:pt>
                <c:pt idx="293">
                  <c:v>134.58961474036849</c:v>
                </c:pt>
                <c:pt idx="294">
                  <c:v>136.72529313232832</c:v>
                </c:pt>
                <c:pt idx="295">
                  <c:v>135.38525963149078</c:v>
                </c:pt>
                <c:pt idx="296">
                  <c:v>132.74706867671691</c:v>
                </c:pt>
                <c:pt idx="297">
                  <c:v>126.80067001675042</c:v>
                </c:pt>
                <c:pt idx="298">
                  <c:v>124.74874371859295</c:v>
                </c:pt>
                <c:pt idx="299">
                  <c:v>124.49748743718594</c:v>
                </c:pt>
                <c:pt idx="300">
                  <c:v>117.25293132328306</c:v>
                </c:pt>
                <c:pt idx="301">
                  <c:v>119.93299832495812</c:v>
                </c:pt>
                <c:pt idx="302">
                  <c:v>114.78224455611389</c:v>
                </c:pt>
                <c:pt idx="303">
                  <c:v>116.95979899497489</c:v>
                </c:pt>
                <c:pt idx="304">
                  <c:v>109.92462311557789</c:v>
                </c:pt>
                <c:pt idx="305">
                  <c:v>117.25293132328306</c:v>
                </c:pt>
                <c:pt idx="306">
                  <c:v>126.92629815745393</c:v>
                </c:pt>
                <c:pt idx="307">
                  <c:v>126.34003350083751</c:v>
                </c:pt>
                <c:pt idx="308">
                  <c:v>134.25460636515913</c:v>
                </c:pt>
                <c:pt idx="309">
                  <c:v>137.39530988274706</c:v>
                </c:pt>
                <c:pt idx="310">
                  <c:v>140.57788944723617</c:v>
                </c:pt>
                <c:pt idx="311">
                  <c:v>135.0502512562814</c:v>
                </c:pt>
                <c:pt idx="312">
                  <c:v>133.96147403685092</c:v>
                </c:pt>
                <c:pt idx="313">
                  <c:v>131.65829145728642</c:v>
                </c:pt>
                <c:pt idx="314">
                  <c:v>123.95309882747068</c:v>
                </c:pt>
                <c:pt idx="315">
                  <c:v>125.33500837520938</c:v>
                </c:pt>
                <c:pt idx="316">
                  <c:v>126.63316582914572</c:v>
                </c:pt>
                <c:pt idx="317">
                  <c:v>126.63316582914572</c:v>
                </c:pt>
                <c:pt idx="318">
                  <c:v>129.22948073701843</c:v>
                </c:pt>
                <c:pt idx="319">
                  <c:v>133.16582914572862</c:v>
                </c:pt>
                <c:pt idx="320">
                  <c:v>134.38023450586263</c:v>
                </c:pt>
                <c:pt idx="321">
                  <c:v>140.87102177554439</c:v>
                </c:pt>
                <c:pt idx="322">
                  <c:v>141.4572864321608</c:v>
                </c:pt>
                <c:pt idx="323">
                  <c:v>139.99162479061977</c:v>
                </c:pt>
                <c:pt idx="324">
                  <c:v>143.38358458961474</c:v>
                </c:pt>
                <c:pt idx="325">
                  <c:v>145.47738693467335</c:v>
                </c:pt>
                <c:pt idx="326">
                  <c:v>140.11725293132329</c:v>
                </c:pt>
                <c:pt idx="327">
                  <c:v>140.82914572864323</c:v>
                </c:pt>
                <c:pt idx="328">
                  <c:v>146.77554438860972</c:v>
                </c:pt>
                <c:pt idx="329">
                  <c:v>141.20603015075375</c:v>
                </c:pt>
                <c:pt idx="330">
                  <c:v>143.55108877721943</c:v>
                </c:pt>
                <c:pt idx="331">
                  <c:v>141.70854271356782</c:v>
                </c:pt>
                <c:pt idx="332">
                  <c:v>142.62981574539364</c:v>
                </c:pt>
                <c:pt idx="333">
                  <c:v>139.82412060301505</c:v>
                </c:pt>
                <c:pt idx="334">
                  <c:v>135.30150753768845</c:v>
                </c:pt>
                <c:pt idx="335">
                  <c:v>139.40536013400333</c:v>
                </c:pt>
                <c:pt idx="336">
                  <c:v>136.09715242881072</c:v>
                </c:pt>
                <c:pt idx="337">
                  <c:v>140.74539363484087</c:v>
                </c:pt>
                <c:pt idx="338">
                  <c:v>142.3366834170854</c:v>
                </c:pt>
                <c:pt idx="339">
                  <c:v>138.48408710217754</c:v>
                </c:pt>
                <c:pt idx="340">
                  <c:v>140.36850921273029</c:v>
                </c:pt>
                <c:pt idx="341">
                  <c:v>141.03852596314908</c:v>
                </c:pt>
                <c:pt idx="342">
                  <c:v>139.65661641541038</c:v>
                </c:pt>
                <c:pt idx="343">
                  <c:v>139.27973199329983</c:v>
                </c:pt>
                <c:pt idx="344">
                  <c:v>146.56616415410383</c:v>
                </c:pt>
                <c:pt idx="345">
                  <c:v>144.47236180904522</c:v>
                </c:pt>
                <c:pt idx="346">
                  <c:v>145.22613065326632</c:v>
                </c:pt>
                <c:pt idx="347">
                  <c:v>144.68174204355108</c:v>
                </c:pt>
                <c:pt idx="348">
                  <c:v>146.10552763819095</c:v>
                </c:pt>
                <c:pt idx="349">
                  <c:v>146.60804020100502</c:v>
                </c:pt>
                <c:pt idx="350">
                  <c:v>148.65996649916246</c:v>
                </c:pt>
                <c:pt idx="351">
                  <c:v>149.07872696817418</c:v>
                </c:pt>
                <c:pt idx="352">
                  <c:v>156.32328308207707</c:v>
                </c:pt>
                <c:pt idx="353">
                  <c:v>156.57453936348406</c:v>
                </c:pt>
                <c:pt idx="354">
                  <c:v>157.99832495812396</c:v>
                </c:pt>
                <c:pt idx="355">
                  <c:v>161.89279731993301</c:v>
                </c:pt>
                <c:pt idx="356">
                  <c:v>162.06030150753767</c:v>
                </c:pt>
                <c:pt idx="357">
                  <c:v>164.61474036850922</c:v>
                </c:pt>
                <c:pt idx="358">
                  <c:v>161.22278056951421</c:v>
                </c:pt>
                <c:pt idx="359">
                  <c:v>160.17587939698493</c:v>
                </c:pt>
                <c:pt idx="360">
                  <c:v>160.59463986599664</c:v>
                </c:pt>
                <c:pt idx="361">
                  <c:v>155.90452261306532</c:v>
                </c:pt>
                <c:pt idx="362">
                  <c:v>154.60636515912896</c:v>
                </c:pt>
                <c:pt idx="363">
                  <c:v>153.14070351758792</c:v>
                </c:pt>
                <c:pt idx="364">
                  <c:v>156.28140703517585</c:v>
                </c:pt>
                <c:pt idx="365">
                  <c:v>157.95644891122276</c:v>
                </c:pt>
                <c:pt idx="366">
                  <c:v>156.82579564489112</c:v>
                </c:pt>
                <c:pt idx="367">
                  <c:v>154.77386934673368</c:v>
                </c:pt>
                <c:pt idx="368">
                  <c:v>155.52763819095478</c:v>
                </c:pt>
                <c:pt idx="369">
                  <c:v>157.24455611390283</c:v>
                </c:pt>
                <c:pt idx="370">
                  <c:v>152.17755443886097</c:v>
                </c:pt>
                <c:pt idx="371">
                  <c:v>154.10385259631488</c:v>
                </c:pt>
                <c:pt idx="372">
                  <c:v>154.48073701842543</c:v>
                </c:pt>
                <c:pt idx="373">
                  <c:v>155.23450586264656</c:v>
                </c:pt>
                <c:pt idx="374">
                  <c:v>155.7370184254606</c:v>
                </c:pt>
                <c:pt idx="375">
                  <c:v>154.81574539363484</c:v>
                </c:pt>
                <c:pt idx="376">
                  <c:v>159.84087102177554</c:v>
                </c:pt>
                <c:pt idx="377">
                  <c:v>157.1608040201005</c:v>
                </c:pt>
                <c:pt idx="378">
                  <c:v>161.34840871021777</c:v>
                </c:pt>
                <c:pt idx="379">
                  <c:v>160.51088777219431</c:v>
                </c:pt>
                <c:pt idx="380">
                  <c:v>160.72026800670017</c:v>
                </c:pt>
                <c:pt idx="381">
                  <c:v>160.46901172529311</c:v>
                </c:pt>
                <c:pt idx="382">
                  <c:v>161.22278056951421</c:v>
                </c:pt>
                <c:pt idx="383">
                  <c:v>162.26968174204356</c:v>
                </c:pt>
                <c:pt idx="384">
                  <c:v>157.74706867671691</c:v>
                </c:pt>
                <c:pt idx="385">
                  <c:v>159.84087102177554</c:v>
                </c:pt>
                <c:pt idx="386">
                  <c:v>156.4070351758794</c:v>
                </c:pt>
                <c:pt idx="387">
                  <c:v>157.20268006700167</c:v>
                </c:pt>
                <c:pt idx="388">
                  <c:v>158.96147403685092</c:v>
                </c:pt>
                <c:pt idx="389">
                  <c:v>158.7939698492462</c:v>
                </c:pt>
                <c:pt idx="390">
                  <c:v>156.82579564489112</c:v>
                </c:pt>
                <c:pt idx="391">
                  <c:v>157.45393634840869</c:v>
                </c:pt>
                <c:pt idx="392">
                  <c:v>155.27638190954772</c:v>
                </c:pt>
                <c:pt idx="393">
                  <c:v>156.5326633165829</c:v>
                </c:pt>
                <c:pt idx="394">
                  <c:v>153.09882747068679</c:v>
                </c:pt>
                <c:pt idx="395">
                  <c:v>154.10385259631488</c:v>
                </c:pt>
                <c:pt idx="396">
                  <c:v>148.86934673366835</c:v>
                </c:pt>
                <c:pt idx="397">
                  <c:v>143.67671691792293</c:v>
                </c:pt>
                <c:pt idx="398">
                  <c:v>144.59798994974875</c:v>
                </c:pt>
                <c:pt idx="399">
                  <c:v>143.96984924623115</c:v>
                </c:pt>
                <c:pt idx="400">
                  <c:v>144.89112227805694</c:v>
                </c:pt>
                <c:pt idx="401">
                  <c:v>143.7185929648241</c:v>
                </c:pt>
                <c:pt idx="402">
                  <c:v>145.05862646566163</c:v>
                </c:pt>
                <c:pt idx="403">
                  <c:v>143.09045226130652</c:v>
                </c:pt>
                <c:pt idx="404">
                  <c:v>144.72361809045228</c:v>
                </c:pt>
                <c:pt idx="405">
                  <c:v>147.52931323283082</c:v>
                </c:pt>
                <c:pt idx="406">
                  <c:v>148.36683417085428</c:v>
                </c:pt>
                <c:pt idx="407">
                  <c:v>146.98492462311557</c:v>
                </c:pt>
                <c:pt idx="408">
                  <c:v>146.81742043551088</c:v>
                </c:pt>
                <c:pt idx="409">
                  <c:v>145.51926298157454</c:v>
                </c:pt>
                <c:pt idx="410">
                  <c:v>145.22613065326632</c:v>
                </c:pt>
                <c:pt idx="411">
                  <c:v>144.51423785594639</c:v>
                </c:pt>
                <c:pt idx="412">
                  <c:v>146.356783919598</c:v>
                </c:pt>
                <c:pt idx="413">
                  <c:v>147.73869346733667</c:v>
                </c:pt>
                <c:pt idx="414">
                  <c:v>148.40871021775544</c:v>
                </c:pt>
                <c:pt idx="415">
                  <c:v>151.3819095477387</c:v>
                </c:pt>
                <c:pt idx="416">
                  <c:v>150.7118927973199</c:v>
                </c:pt>
                <c:pt idx="417">
                  <c:v>150.7118927973199</c:v>
                </c:pt>
                <c:pt idx="418">
                  <c:v>150.62814070351757</c:v>
                </c:pt>
                <c:pt idx="419">
                  <c:v>150.04187604690117</c:v>
                </c:pt>
                <c:pt idx="420">
                  <c:v>154.81574539363484</c:v>
                </c:pt>
                <c:pt idx="421">
                  <c:v>154.98324958123953</c:v>
                </c:pt>
                <c:pt idx="422">
                  <c:v>154.56448911222779</c:v>
                </c:pt>
                <c:pt idx="423">
                  <c:v>154.81574539363484</c:v>
                </c:pt>
                <c:pt idx="424">
                  <c:v>153.30820770519261</c:v>
                </c:pt>
                <c:pt idx="425">
                  <c:v>154.06197654941371</c:v>
                </c:pt>
                <c:pt idx="426">
                  <c:v>153.5175879396985</c:v>
                </c:pt>
                <c:pt idx="427">
                  <c:v>155.61139028475714</c:v>
                </c:pt>
                <c:pt idx="428">
                  <c:v>154.89949748743717</c:v>
                </c:pt>
                <c:pt idx="429">
                  <c:v>157.1608040201005</c:v>
                </c:pt>
                <c:pt idx="430">
                  <c:v>158.83584589614742</c:v>
                </c:pt>
                <c:pt idx="431">
                  <c:v>158.45896147403684</c:v>
                </c:pt>
                <c:pt idx="432">
                  <c:v>155.7788944723618</c:v>
                </c:pt>
                <c:pt idx="433">
                  <c:v>152.38693467336682</c:v>
                </c:pt>
                <c:pt idx="434">
                  <c:v>151.17252931323281</c:v>
                </c:pt>
                <c:pt idx="435">
                  <c:v>153.22445561139025</c:v>
                </c:pt>
                <c:pt idx="436">
                  <c:v>152.42881072026799</c:v>
                </c:pt>
                <c:pt idx="437">
                  <c:v>153.05695142378559</c:v>
                </c:pt>
                <c:pt idx="438">
                  <c:v>153.55946398659967</c:v>
                </c:pt>
                <c:pt idx="439">
                  <c:v>154.52261306532662</c:v>
                </c:pt>
                <c:pt idx="440">
                  <c:v>154.14572864321607</c:v>
                </c:pt>
                <c:pt idx="441">
                  <c:v>156.78391959798995</c:v>
                </c:pt>
                <c:pt idx="442">
                  <c:v>156.28140703517585</c:v>
                </c:pt>
                <c:pt idx="443">
                  <c:v>157.57956448911224</c:v>
                </c:pt>
                <c:pt idx="444">
                  <c:v>156.74204355108878</c:v>
                </c:pt>
                <c:pt idx="445">
                  <c:v>158.45896147403684</c:v>
                </c:pt>
                <c:pt idx="446">
                  <c:v>158.24958123953095</c:v>
                </c:pt>
                <c:pt idx="447">
                  <c:v>159.46398659966499</c:v>
                </c:pt>
                <c:pt idx="448">
                  <c:v>162.26968174204356</c:v>
                </c:pt>
                <c:pt idx="449">
                  <c:v>163.27470686767168</c:v>
                </c:pt>
                <c:pt idx="450">
                  <c:v>162.26968174204356</c:v>
                </c:pt>
                <c:pt idx="451">
                  <c:v>161.64154103852596</c:v>
                </c:pt>
                <c:pt idx="452">
                  <c:v>165.41038525963148</c:v>
                </c:pt>
                <c:pt idx="453">
                  <c:v>166.24790619765491</c:v>
                </c:pt>
                <c:pt idx="454">
                  <c:v>168.7185929648241</c:v>
                </c:pt>
                <c:pt idx="455">
                  <c:v>167.58793969849245</c:v>
                </c:pt>
                <c:pt idx="456">
                  <c:v>170.35175879396985</c:v>
                </c:pt>
                <c:pt idx="457">
                  <c:v>172.73869346733667</c:v>
                </c:pt>
                <c:pt idx="458">
                  <c:v>172.9899497487437</c:v>
                </c:pt>
                <c:pt idx="459">
                  <c:v>172.82244556113901</c:v>
                </c:pt>
                <c:pt idx="460">
                  <c:v>167.12730318257957</c:v>
                </c:pt>
                <c:pt idx="461">
                  <c:v>169.51423785594639</c:v>
                </c:pt>
                <c:pt idx="462">
                  <c:v>167.29480737018426</c:v>
                </c:pt>
                <c:pt idx="463">
                  <c:v>167.79731993299831</c:v>
                </c:pt>
                <c:pt idx="464">
                  <c:v>169.59798994974872</c:v>
                </c:pt>
                <c:pt idx="465">
                  <c:v>174.49748743718592</c:v>
                </c:pt>
                <c:pt idx="466">
                  <c:v>177.01005025125627</c:v>
                </c:pt>
                <c:pt idx="467">
                  <c:v>174.70686767169178</c:v>
                </c:pt>
                <c:pt idx="468">
                  <c:v>175.58626465661641</c:v>
                </c:pt>
                <c:pt idx="469">
                  <c:v>174.41373534338359</c:v>
                </c:pt>
                <c:pt idx="470">
                  <c:v>178.30820770519261</c:v>
                </c:pt>
                <c:pt idx="471">
                  <c:v>174.41373534338359</c:v>
                </c:pt>
                <c:pt idx="472">
                  <c:v>174.83249581239531</c:v>
                </c:pt>
                <c:pt idx="473">
                  <c:v>176.46566164154103</c:v>
                </c:pt>
                <c:pt idx="474">
                  <c:v>176.5075376884422</c:v>
                </c:pt>
                <c:pt idx="475">
                  <c:v>177.38693467336682</c:v>
                </c:pt>
                <c:pt idx="476">
                  <c:v>177.63819095477388</c:v>
                </c:pt>
                <c:pt idx="477">
                  <c:v>179.48073701842546</c:v>
                </c:pt>
                <c:pt idx="478">
                  <c:v>174.99999999999997</c:v>
                </c:pt>
                <c:pt idx="479">
                  <c:v>173.24120603015075</c:v>
                </c:pt>
                <c:pt idx="480">
                  <c:v>173.24120603015075</c:v>
                </c:pt>
                <c:pt idx="481">
                  <c:v>172.94807370184253</c:v>
                </c:pt>
                <c:pt idx="482">
                  <c:v>172.40368509212729</c:v>
                </c:pt>
                <c:pt idx="483">
                  <c:v>171.14740368509212</c:v>
                </c:pt>
                <c:pt idx="484">
                  <c:v>172.19430485762143</c:v>
                </c:pt>
                <c:pt idx="485">
                  <c:v>173.19932998324958</c:v>
                </c:pt>
                <c:pt idx="486">
                  <c:v>175.83752093802343</c:v>
                </c:pt>
                <c:pt idx="487">
                  <c:v>173.03182579564489</c:v>
                </c:pt>
                <c:pt idx="488">
                  <c:v>174.16247906197654</c:v>
                </c:pt>
                <c:pt idx="489">
                  <c:v>173.7437185929648</c:v>
                </c:pt>
                <c:pt idx="490">
                  <c:v>173.82747068676716</c:v>
                </c:pt>
                <c:pt idx="491">
                  <c:v>173.36683417085425</c:v>
                </c:pt>
                <c:pt idx="492">
                  <c:v>174.83249581239531</c:v>
                </c:pt>
                <c:pt idx="493">
                  <c:v>176.84254606365158</c:v>
                </c:pt>
                <c:pt idx="494">
                  <c:v>178.72696817420436</c:v>
                </c:pt>
                <c:pt idx="495">
                  <c:v>180.48576214405358</c:v>
                </c:pt>
                <c:pt idx="496">
                  <c:v>180.48576214405358</c:v>
                </c:pt>
                <c:pt idx="497">
                  <c:v>180.02512562814067</c:v>
                </c:pt>
                <c:pt idx="498">
                  <c:v>178.60134003350083</c:v>
                </c:pt>
                <c:pt idx="499">
                  <c:v>179.22948073701841</c:v>
                </c:pt>
                <c:pt idx="500">
                  <c:v>178.30820770519261</c:v>
                </c:pt>
                <c:pt idx="501">
                  <c:v>181.99329983249581</c:v>
                </c:pt>
                <c:pt idx="502">
                  <c:v>184.79899497487438</c:v>
                </c:pt>
                <c:pt idx="503">
                  <c:v>185.09212730318256</c:v>
                </c:pt>
                <c:pt idx="504">
                  <c:v>185.17587939698493</c:v>
                </c:pt>
                <c:pt idx="505">
                  <c:v>182.1608040201005</c:v>
                </c:pt>
                <c:pt idx="506">
                  <c:v>181.74204355108876</c:v>
                </c:pt>
                <c:pt idx="507">
                  <c:v>183.29145728643215</c:v>
                </c:pt>
                <c:pt idx="508">
                  <c:v>185.8040201005025</c:v>
                </c:pt>
                <c:pt idx="509">
                  <c:v>185.97152428810719</c:v>
                </c:pt>
                <c:pt idx="510">
                  <c:v>185.21775544388609</c:v>
                </c:pt>
                <c:pt idx="511">
                  <c:v>185.8040201005025</c:v>
                </c:pt>
                <c:pt idx="512">
                  <c:v>187.8140703517588</c:v>
                </c:pt>
                <c:pt idx="513">
                  <c:v>184.46398659966499</c:v>
                </c:pt>
                <c:pt idx="514">
                  <c:v>185.84589614740366</c:v>
                </c:pt>
                <c:pt idx="515">
                  <c:v>180.56951423785594</c:v>
                </c:pt>
                <c:pt idx="516">
                  <c:v>181.78391959798995</c:v>
                </c:pt>
                <c:pt idx="517">
                  <c:v>183.33333333333331</c:v>
                </c:pt>
                <c:pt idx="518">
                  <c:v>183.33333333333331</c:v>
                </c:pt>
                <c:pt idx="519">
                  <c:v>182.07705192629814</c:v>
                </c:pt>
                <c:pt idx="520">
                  <c:v>182.1608040201005</c:v>
                </c:pt>
                <c:pt idx="521">
                  <c:v>178.85259631490786</c:v>
                </c:pt>
                <c:pt idx="522">
                  <c:v>180.40201005025125</c:v>
                </c:pt>
                <c:pt idx="523">
                  <c:v>176.42378559463987</c:v>
                </c:pt>
                <c:pt idx="524">
                  <c:v>178.85259631490786</c:v>
                </c:pt>
                <c:pt idx="525">
                  <c:v>185.25963149078726</c:v>
                </c:pt>
                <c:pt idx="526">
                  <c:v>186.47403685092127</c:v>
                </c:pt>
                <c:pt idx="527">
                  <c:v>186.34840871021774</c:v>
                </c:pt>
                <c:pt idx="528">
                  <c:v>188.5678391959799</c:v>
                </c:pt>
                <c:pt idx="529">
                  <c:v>188.48408710217754</c:v>
                </c:pt>
                <c:pt idx="530">
                  <c:v>191.70854271356782</c:v>
                </c:pt>
                <c:pt idx="531">
                  <c:v>189.78224455611391</c:v>
                </c:pt>
                <c:pt idx="532">
                  <c:v>192.42043551088776</c:v>
                </c:pt>
                <c:pt idx="533">
                  <c:v>193.55108877721943</c:v>
                </c:pt>
                <c:pt idx="534">
                  <c:v>194.80737018425461</c:v>
                </c:pt>
                <c:pt idx="535">
                  <c:v>196.18927973199328</c:v>
                </c:pt>
                <c:pt idx="536">
                  <c:v>194.80737018425461</c:v>
                </c:pt>
                <c:pt idx="537">
                  <c:v>195.68676716917923</c:v>
                </c:pt>
                <c:pt idx="538">
                  <c:v>201.75879396984925</c:v>
                </c:pt>
                <c:pt idx="539">
                  <c:v>199.12060301507537</c:v>
                </c:pt>
                <c:pt idx="540">
                  <c:v>197.48743718592965</c:v>
                </c:pt>
                <c:pt idx="541">
                  <c:v>196.35678391959797</c:v>
                </c:pt>
                <c:pt idx="542">
                  <c:v>195.8542713567839</c:v>
                </c:pt>
                <c:pt idx="543">
                  <c:v>193.29983249581238</c:v>
                </c:pt>
                <c:pt idx="544">
                  <c:v>194.47236180904522</c:v>
                </c:pt>
                <c:pt idx="545">
                  <c:v>193.80234505862646</c:v>
                </c:pt>
                <c:pt idx="546">
                  <c:v>194.30485762144053</c:v>
                </c:pt>
                <c:pt idx="547">
                  <c:v>190.45226130653265</c:v>
                </c:pt>
                <c:pt idx="548">
                  <c:v>186.34840871021774</c:v>
                </c:pt>
                <c:pt idx="549">
                  <c:v>188.35845896147404</c:v>
                </c:pt>
                <c:pt idx="550">
                  <c:v>190.36850921273032</c:v>
                </c:pt>
                <c:pt idx="551">
                  <c:v>193.71859296482413</c:v>
                </c:pt>
                <c:pt idx="552">
                  <c:v>199.79061976549411</c:v>
                </c:pt>
                <c:pt idx="553">
                  <c:v>199.79061976549411</c:v>
                </c:pt>
                <c:pt idx="554">
                  <c:v>201.6331658291457</c:v>
                </c:pt>
                <c:pt idx="555">
                  <c:v>204.14572864321605</c:v>
                </c:pt>
                <c:pt idx="556">
                  <c:v>205.56951423785591</c:v>
                </c:pt>
                <c:pt idx="557">
                  <c:v>204.64824120603015</c:v>
                </c:pt>
                <c:pt idx="558">
                  <c:v>198.32495812395311</c:v>
                </c:pt>
                <c:pt idx="559">
                  <c:v>196.39865996649914</c:v>
                </c:pt>
                <c:pt idx="560">
                  <c:v>196.90117252931321</c:v>
                </c:pt>
                <c:pt idx="561">
                  <c:v>196.4824120603015</c:v>
                </c:pt>
                <c:pt idx="562">
                  <c:v>197.06867671691793</c:v>
                </c:pt>
                <c:pt idx="563">
                  <c:v>197.48743718592965</c:v>
                </c:pt>
                <c:pt idx="564">
                  <c:v>197.52931323283082</c:v>
                </c:pt>
                <c:pt idx="565">
                  <c:v>198.36683417085425</c:v>
                </c:pt>
                <c:pt idx="566">
                  <c:v>197.65494137353431</c:v>
                </c:pt>
                <c:pt idx="567">
                  <c:v>200.29313232830819</c:v>
                </c:pt>
                <c:pt idx="568">
                  <c:v>201.92629815745394</c:v>
                </c:pt>
                <c:pt idx="569">
                  <c:v>199.20435510887771</c:v>
                </c:pt>
                <c:pt idx="570">
                  <c:v>205.31825795644889</c:v>
                </c:pt>
                <c:pt idx="571">
                  <c:v>207.20268006700167</c:v>
                </c:pt>
                <c:pt idx="572">
                  <c:v>206.32328308207707</c:v>
                </c:pt>
                <c:pt idx="573">
                  <c:v>209.04522613065325</c:v>
                </c:pt>
                <c:pt idx="574">
                  <c:v>210.42713567839195</c:v>
                </c:pt>
                <c:pt idx="575">
                  <c:v>211.36934673366832</c:v>
                </c:pt>
                <c:pt idx="576">
                  <c:v>214.92881072026799</c:v>
                </c:pt>
                <c:pt idx="577">
                  <c:v>213.56783919597987</c:v>
                </c:pt>
                <c:pt idx="578">
                  <c:v>211.47403685092127</c:v>
                </c:pt>
                <c:pt idx="579">
                  <c:v>214.92881072026799</c:v>
                </c:pt>
                <c:pt idx="580">
                  <c:v>219.32579564489112</c:v>
                </c:pt>
                <c:pt idx="581">
                  <c:v>219.84924623115577</c:v>
                </c:pt>
                <c:pt idx="582">
                  <c:v>219.01172529313234</c:v>
                </c:pt>
                <c:pt idx="583">
                  <c:v>220.0586264656616</c:v>
                </c:pt>
                <c:pt idx="584">
                  <c:v>219.95393634840869</c:v>
                </c:pt>
                <c:pt idx="585">
                  <c:v>221.10552763819095</c:v>
                </c:pt>
                <c:pt idx="586">
                  <c:v>218.59296482412057</c:v>
                </c:pt>
                <c:pt idx="587">
                  <c:v>220.89614740368506</c:v>
                </c:pt>
                <c:pt idx="588">
                  <c:v>219.535175879397</c:v>
                </c:pt>
                <c:pt idx="589">
                  <c:v>224.35092127303182</c:v>
                </c:pt>
                <c:pt idx="590">
                  <c:v>223.72278056951424</c:v>
                </c:pt>
                <c:pt idx="591">
                  <c:v>224.66499162479062</c:v>
                </c:pt>
                <c:pt idx="592">
                  <c:v>221.83835845896147</c:v>
                </c:pt>
                <c:pt idx="593">
                  <c:v>219.63986599664992</c:v>
                </c:pt>
                <c:pt idx="594">
                  <c:v>218.38358458961471</c:v>
                </c:pt>
                <c:pt idx="595">
                  <c:v>221.00083752093803</c:v>
                </c:pt>
                <c:pt idx="596">
                  <c:v>223.6180904522613</c:v>
                </c:pt>
                <c:pt idx="597">
                  <c:v>223.09463986599661</c:v>
                </c:pt>
                <c:pt idx="598">
                  <c:v>222.15242881072027</c:v>
                </c:pt>
                <c:pt idx="599">
                  <c:v>221.21021775544389</c:v>
                </c:pt>
                <c:pt idx="600">
                  <c:v>223.40871021775541</c:v>
                </c:pt>
                <c:pt idx="601">
                  <c:v>226.54941373534339</c:v>
                </c:pt>
                <c:pt idx="602">
                  <c:v>233.3542713567839</c:v>
                </c:pt>
                <c:pt idx="603">
                  <c:v>235.76214405360133</c:v>
                </c:pt>
                <c:pt idx="604">
                  <c:v>238.6934673366834</c:v>
                </c:pt>
                <c:pt idx="605">
                  <c:v>239.53098827470686</c:v>
                </c:pt>
                <c:pt idx="606">
                  <c:v>241.31072026800672</c:v>
                </c:pt>
                <c:pt idx="607">
                  <c:v>240.78726968174203</c:v>
                </c:pt>
                <c:pt idx="608">
                  <c:v>241.83417085427132</c:v>
                </c:pt>
                <c:pt idx="609">
                  <c:v>241.83417085427132</c:v>
                </c:pt>
                <c:pt idx="610">
                  <c:v>242.56700167504187</c:v>
                </c:pt>
                <c:pt idx="611">
                  <c:v>244.55611390284756</c:v>
                </c:pt>
                <c:pt idx="612">
                  <c:v>247.48743718592965</c:v>
                </c:pt>
                <c:pt idx="613">
                  <c:v>249.79061976549411</c:v>
                </c:pt>
                <c:pt idx="614">
                  <c:v>247.90619765494137</c:v>
                </c:pt>
                <c:pt idx="615">
                  <c:v>250.73283082077049</c:v>
                </c:pt>
                <c:pt idx="616">
                  <c:v>250.41876046901172</c:v>
                </c:pt>
                <c:pt idx="617">
                  <c:v>251.88442211055272</c:v>
                </c:pt>
                <c:pt idx="618">
                  <c:v>252.09380234505861</c:v>
                </c:pt>
                <c:pt idx="619">
                  <c:v>253.14070351758792</c:v>
                </c:pt>
                <c:pt idx="620">
                  <c:v>253.97822445561138</c:v>
                </c:pt>
                <c:pt idx="621">
                  <c:v>256.59547738693465</c:v>
                </c:pt>
                <c:pt idx="622">
                  <c:v>256.07202680066996</c:v>
                </c:pt>
                <c:pt idx="623">
                  <c:v>252.30318257956446</c:v>
                </c:pt>
                <c:pt idx="624">
                  <c:v>257.22361809045225</c:v>
                </c:pt>
                <c:pt idx="625">
                  <c:v>256.90954773869345</c:v>
                </c:pt>
                <c:pt idx="626">
                  <c:v>255.75795644891119</c:v>
                </c:pt>
                <c:pt idx="627">
                  <c:v>257.85175879396985</c:v>
                </c:pt>
                <c:pt idx="628">
                  <c:v>257.22361809045225</c:v>
                </c:pt>
                <c:pt idx="629">
                  <c:v>255.44388609715242</c:v>
                </c:pt>
                <c:pt idx="630">
                  <c:v>255.0251256281407</c:v>
                </c:pt>
                <c:pt idx="631">
                  <c:v>255.44388609715242</c:v>
                </c:pt>
                <c:pt idx="632">
                  <c:v>256.28140703517585</c:v>
                </c:pt>
                <c:pt idx="633">
                  <c:v>259.108040201005</c:v>
                </c:pt>
                <c:pt idx="634">
                  <c:v>252.19849246231155</c:v>
                </c:pt>
                <c:pt idx="635">
                  <c:v>258.68927973199328</c:v>
                </c:pt>
                <c:pt idx="636">
                  <c:v>262.14405360134003</c:v>
                </c:pt>
                <c:pt idx="637">
                  <c:v>265.18006700167501</c:v>
                </c:pt>
                <c:pt idx="638">
                  <c:v>265.80820770519261</c:v>
                </c:pt>
                <c:pt idx="639">
                  <c:v>265.7035175879397</c:v>
                </c:pt>
                <c:pt idx="640">
                  <c:v>261.72529313232832</c:v>
                </c:pt>
                <c:pt idx="641">
                  <c:v>257.95644891122276</c:v>
                </c:pt>
                <c:pt idx="642">
                  <c:v>259.63149078726968</c:v>
                </c:pt>
                <c:pt idx="643">
                  <c:v>263.29564489112227</c:v>
                </c:pt>
                <c:pt idx="644">
                  <c:v>264.23785594639867</c:v>
                </c:pt>
                <c:pt idx="645">
                  <c:v>269.68174204355108</c:v>
                </c:pt>
                <c:pt idx="646">
                  <c:v>268.11139028475714</c:v>
                </c:pt>
                <c:pt idx="647">
                  <c:v>265.91289782244559</c:v>
                </c:pt>
                <c:pt idx="648">
                  <c:v>271.25209380234503</c:v>
                </c:pt>
                <c:pt idx="649">
                  <c:v>269.47236180904525</c:v>
                </c:pt>
                <c:pt idx="650">
                  <c:v>269.89112227805691</c:v>
                </c:pt>
                <c:pt idx="651">
                  <c:v>274.28810720268007</c:v>
                </c:pt>
                <c:pt idx="652">
                  <c:v>277.74288107202676</c:v>
                </c:pt>
                <c:pt idx="653">
                  <c:v>278.99916247906197</c:v>
                </c:pt>
                <c:pt idx="654">
                  <c:v>279.62730318257957</c:v>
                </c:pt>
                <c:pt idx="655">
                  <c:v>280.67420435510888</c:v>
                </c:pt>
                <c:pt idx="656">
                  <c:v>279.41792294807368</c:v>
                </c:pt>
                <c:pt idx="657">
                  <c:v>278.47571189279734</c:v>
                </c:pt>
                <c:pt idx="658">
                  <c:v>279.31323283082077</c:v>
                </c:pt>
                <c:pt idx="659">
                  <c:v>280.464824120603</c:v>
                </c:pt>
                <c:pt idx="660">
                  <c:v>282.13986599664992</c:v>
                </c:pt>
                <c:pt idx="661">
                  <c:v>277.42881072026802</c:v>
                </c:pt>
                <c:pt idx="662">
                  <c:v>278.47571189279734</c:v>
                </c:pt>
                <c:pt idx="663">
                  <c:v>268.00670016750416</c:v>
                </c:pt>
                <c:pt idx="664">
                  <c:v>255.44388609715242</c:v>
                </c:pt>
                <c:pt idx="665">
                  <c:v>258.16582914572865</c:v>
                </c:pt>
                <c:pt idx="666">
                  <c:v>265.91289782244559</c:v>
                </c:pt>
                <c:pt idx="667">
                  <c:v>261.72529313232832</c:v>
                </c:pt>
                <c:pt idx="668">
                  <c:v>262.03936348408712</c:v>
                </c:pt>
                <c:pt idx="669">
                  <c:v>259.21273031825797</c:v>
                </c:pt>
                <c:pt idx="670">
                  <c:v>259.84087102177551</c:v>
                </c:pt>
                <c:pt idx="671">
                  <c:v>260.99246231155774</c:v>
                </c:pt>
                <c:pt idx="672">
                  <c:v>260.57370184254609</c:v>
                </c:pt>
                <c:pt idx="673">
                  <c:v>265.91289782244559</c:v>
                </c:pt>
                <c:pt idx="674">
                  <c:v>266.22696817420433</c:v>
                </c:pt>
                <c:pt idx="675">
                  <c:v>262.77219430485758</c:v>
                </c:pt>
                <c:pt idx="676">
                  <c:v>267.48324958123948</c:v>
                </c:pt>
                <c:pt idx="677">
                  <c:v>271.0427135678392</c:v>
                </c:pt>
                <c:pt idx="678">
                  <c:v>269.05360134003348</c:v>
                </c:pt>
                <c:pt idx="679">
                  <c:v>269.99581239530983</c:v>
                </c:pt>
                <c:pt idx="680">
                  <c:v>272.61306532663315</c:v>
                </c:pt>
                <c:pt idx="681">
                  <c:v>267.79731993299828</c:v>
                </c:pt>
                <c:pt idx="682">
                  <c:v>265.80820770519261</c:v>
                </c:pt>
                <c:pt idx="683">
                  <c:v>261.20184254606363</c:v>
                </c:pt>
                <c:pt idx="684">
                  <c:v>263.8190954773869</c:v>
                </c:pt>
                <c:pt idx="685">
                  <c:v>267.48324958123948</c:v>
                </c:pt>
                <c:pt idx="686">
                  <c:v>263.40033500837524</c:v>
                </c:pt>
                <c:pt idx="687">
                  <c:v>268.42546063651594</c:v>
                </c:pt>
                <c:pt idx="688">
                  <c:v>269.05360134003348</c:v>
                </c:pt>
                <c:pt idx="689">
                  <c:v>275.85845896147401</c:v>
                </c:pt>
                <c:pt idx="690">
                  <c:v>269.68174204355108</c:v>
                </c:pt>
                <c:pt idx="691">
                  <c:v>260.15494137353431</c:v>
                </c:pt>
                <c:pt idx="692">
                  <c:v>250.20938023450583</c:v>
                </c:pt>
                <c:pt idx="693">
                  <c:v>253.14070351758792</c:v>
                </c:pt>
                <c:pt idx="694">
                  <c:v>250.52345058626466</c:v>
                </c:pt>
                <c:pt idx="695">
                  <c:v>250.3140703517588</c:v>
                </c:pt>
                <c:pt idx="696">
                  <c:v>249.16247906197654</c:v>
                </c:pt>
                <c:pt idx="697">
                  <c:v>250.94221105527637</c:v>
                </c:pt>
                <c:pt idx="698">
                  <c:v>248.84840871021777</c:v>
                </c:pt>
                <c:pt idx="699">
                  <c:v>257.95644891122276</c:v>
                </c:pt>
                <c:pt idx="700">
                  <c:v>253.87353433835847</c:v>
                </c:pt>
                <c:pt idx="701">
                  <c:v>256.70016750418762</c:v>
                </c:pt>
                <c:pt idx="702">
                  <c:v>258.47989949748739</c:v>
                </c:pt>
                <c:pt idx="703">
                  <c:v>265.49413735343381</c:v>
                </c:pt>
                <c:pt idx="704">
                  <c:v>269.1582914572864</c:v>
                </c:pt>
                <c:pt idx="705">
                  <c:v>269.99581239530983</c:v>
                </c:pt>
                <c:pt idx="706">
                  <c:v>266.22696817420433</c:v>
                </c:pt>
                <c:pt idx="707">
                  <c:v>268.32077051926296</c:v>
                </c:pt>
                <c:pt idx="708">
                  <c:v>274.1834170854271</c:v>
                </c:pt>
                <c:pt idx="709">
                  <c:v>278.05695142378556</c:v>
                </c:pt>
                <c:pt idx="710">
                  <c:v>284.33835845896147</c:v>
                </c:pt>
                <c:pt idx="711">
                  <c:v>281.4070351758794</c:v>
                </c:pt>
                <c:pt idx="712">
                  <c:v>282.55862646566163</c:v>
                </c:pt>
                <c:pt idx="713">
                  <c:v>279.52261306532665</c:v>
                </c:pt>
                <c:pt idx="714">
                  <c:v>285.4899497487437</c:v>
                </c:pt>
                <c:pt idx="715">
                  <c:v>286.95561139028473</c:v>
                </c:pt>
                <c:pt idx="716">
                  <c:v>289.99162479061977</c:v>
                </c:pt>
                <c:pt idx="717">
                  <c:v>292.81825795644892</c:v>
                </c:pt>
                <c:pt idx="718">
                  <c:v>297.1105527638191</c:v>
                </c:pt>
                <c:pt idx="719">
                  <c:v>301.71691792294808</c:v>
                </c:pt>
                <c:pt idx="720">
                  <c:v>305.48576214405358</c:v>
                </c:pt>
                <c:pt idx="721">
                  <c:v>307.05611390284753</c:v>
                </c:pt>
                <c:pt idx="722">
                  <c:v>301.61222780569517</c:v>
                </c:pt>
                <c:pt idx="723">
                  <c:v>299.41373534338356</c:v>
                </c:pt>
                <c:pt idx="724">
                  <c:v>301.71691792294808</c:v>
                </c:pt>
                <c:pt idx="725">
                  <c:v>309.56867671691788</c:v>
                </c:pt>
                <c:pt idx="726">
                  <c:v>314.07035175879395</c:v>
                </c:pt>
                <c:pt idx="727">
                  <c:v>321.608040201005</c:v>
                </c:pt>
                <c:pt idx="728">
                  <c:v>322.44556113902843</c:v>
                </c:pt>
                <c:pt idx="729">
                  <c:v>333.43802345058629</c:v>
                </c:pt>
                <c:pt idx="730">
                  <c:v>350.81658291457285</c:v>
                </c:pt>
                <c:pt idx="731">
                  <c:v>344.11641541038523</c:v>
                </c:pt>
                <c:pt idx="732">
                  <c:v>338.77721943048573</c:v>
                </c:pt>
                <c:pt idx="733">
                  <c:v>341.08040201005025</c:v>
                </c:pt>
                <c:pt idx="734">
                  <c:v>346.83835845896147</c:v>
                </c:pt>
                <c:pt idx="735">
                  <c:v>335.84589614740366</c:v>
                </c:pt>
                <c:pt idx="736">
                  <c:v>343.38358458961471</c:v>
                </c:pt>
                <c:pt idx="737">
                  <c:v>346.10552763819095</c:v>
                </c:pt>
                <c:pt idx="738">
                  <c:v>349.35092127303182</c:v>
                </c:pt>
                <c:pt idx="739">
                  <c:v>338.5678391959799</c:v>
                </c:pt>
                <c:pt idx="740">
                  <c:v>336.36934673366829</c:v>
                </c:pt>
                <c:pt idx="741">
                  <c:v>326.42378559463987</c:v>
                </c:pt>
                <c:pt idx="742">
                  <c:v>339.09128978224453</c:v>
                </c:pt>
                <c:pt idx="743">
                  <c:v>330.19262981574536</c:v>
                </c:pt>
                <c:pt idx="744">
                  <c:v>333.43802345058629</c:v>
                </c:pt>
                <c:pt idx="745">
                  <c:v>333.43802345058629</c:v>
                </c:pt>
                <c:pt idx="746">
                  <c:v>331.34422110552759</c:v>
                </c:pt>
                <c:pt idx="747">
                  <c:v>326.6331658291457</c:v>
                </c:pt>
                <c:pt idx="748">
                  <c:v>334.90368509212726</c:v>
                </c:pt>
                <c:pt idx="749">
                  <c:v>339.71943048576213</c:v>
                </c:pt>
                <c:pt idx="750">
                  <c:v>319.30485762144053</c:v>
                </c:pt>
                <c:pt idx="751">
                  <c:v>323.178391959799</c:v>
                </c:pt>
                <c:pt idx="752">
                  <c:v>321.71273031825797</c:v>
                </c:pt>
                <c:pt idx="753">
                  <c:v>324.64405360134003</c:v>
                </c:pt>
                <c:pt idx="754">
                  <c:v>320.97989949748739</c:v>
                </c:pt>
                <c:pt idx="755">
                  <c:v>322.02680067001677</c:v>
                </c:pt>
                <c:pt idx="756">
                  <c:v>323.49246231155774</c:v>
                </c:pt>
                <c:pt idx="757">
                  <c:v>323.70184254606363</c:v>
                </c:pt>
                <c:pt idx="758">
                  <c:v>321.9221105527638</c:v>
                </c:pt>
                <c:pt idx="759">
                  <c:v>322.96901172529311</c:v>
                </c:pt>
                <c:pt idx="760">
                  <c:v>326.42378559463987</c:v>
                </c:pt>
                <c:pt idx="761">
                  <c:v>330.50670016750416</c:v>
                </c:pt>
                <c:pt idx="762">
                  <c:v>315.01256281407035</c:v>
                </c:pt>
                <c:pt idx="763">
                  <c:v>302.97319932998323</c:v>
                </c:pt>
                <c:pt idx="764">
                  <c:v>287.68844221105525</c:v>
                </c:pt>
                <c:pt idx="765">
                  <c:v>288.10720268006696</c:v>
                </c:pt>
                <c:pt idx="766">
                  <c:v>287.3743718592965</c:v>
                </c:pt>
                <c:pt idx="767">
                  <c:v>278.26633165829145</c:v>
                </c:pt>
                <c:pt idx="768">
                  <c:v>271.88023450586263</c:v>
                </c:pt>
                <c:pt idx="769">
                  <c:v>281.61641541038523</c:v>
                </c:pt>
                <c:pt idx="770">
                  <c:v>279.83668341708545</c:v>
                </c:pt>
                <c:pt idx="771">
                  <c:v>286.53685092127301</c:v>
                </c:pt>
                <c:pt idx="772">
                  <c:v>286.95561139028473</c:v>
                </c:pt>
                <c:pt idx="773">
                  <c:v>285.59463986599661</c:v>
                </c:pt>
                <c:pt idx="774">
                  <c:v>273.97403685092127</c:v>
                </c:pt>
                <c:pt idx="775">
                  <c:v>272.82244556113903</c:v>
                </c:pt>
                <c:pt idx="776">
                  <c:v>275.1256281407035</c:v>
                </c:pt>
                <c:pt idx="777">
                  <c:v>270.62395309882749</c:v>
                </c:pt>
                <c:pt idx="778">
                  <c:v>271.25209380234503</c:v>
                </c:pt>
                <c:pt idx="779">
                  <c:v>276.0678391959799</c:v>
                </c:pt>
                <c:pt idx="780">
                  <c:v>281.30234505862643</c:v>
                </c:pt>
                <c:pt idx="781">
                  <c:v>282.66331658291455</c:v>
                </c:pt>
                <c:pt idx="782">
                  <c:v>273.45058626465664</c:v>
                </c:pt>
                <c:pt idx="783">
                  <c:v>274.28810720268007</c:v>
                </c:pt>
                <c:pt idx="784">
                  <c:v>268.00670016750416</c:v>
                </c:pt>
                <c:pt idx="785">
                  <c:v>265.80820770519261</c:v>
                </c:pt>
                <c:pt idx="786">
                  <c:v>270.62395309882749</c:v>
                </c:pt>
                <c:pt idx="787">
                  <c:v>260.88777219430483</c:v>
                </c:pt>
                <c:pt idx="788">
                  <c:v>251.67504187604689</c:v>
                </c:pt>
                <c:pt idx="789">
                  <c:v>248.42964824120602</c:v>
                </c:pt>
                <c:pt idx="790">
                  <c:v>261.93467336683415</c:v>
                </c:pt>
                <c:pt idx="791">
                  <c:v>259.94556113902843</c:v>
                </c:pt>
                <c:pt idx="792">
                  <c:v>262.77219430485758</c:v>
                </c:pt>
                <c:pt idx="793">
                  <c:v>251.88442211055272</c:v>
                </c:pt>
                <c:pt idx="794">
                  <c:v>251.25628140703515</c:v>
                </c:pt>
                <c:pt idx="795">
                  <c:v>252.93132328308207</c:v>
                </c:pt>
                <c:pt idx="796">
                  <c:v>255.44388609715242</c:v>
                </c:pt>
                <c:pt idx="797">
                  <c:v>251.88442211055272</c:v>
                </c:pt>
                <c:pt idx="798">
                  <c:v>257.53768844221105</c:v>
                </c:pt>
                <c:pt idx="799">
                  <c:v>260.0502512562814</c:v>
                </c:pt>
                <c:pt idx="800">
                  <c:v>250.83752093802346</c:v>
                </c:pt>
                <c:pt idx="801">
                  <c:v>259.108040201005</c:v>
                </c:pt>
                <c:pt idx="802">
                  <c:v>253.14070351758792</c:v>
                </c:pt>
                <c:pt idx="803">
                  <c:v>242.98576214405361</c:v>
                </c:pt>
                <c:pt idx="804">
                  <c:v>239.53098827470686</c:v>
                </c:pt>
                <c:pt idx="805">
                  <c:v>226.23534338358459</c:v>
                </c:pt>
                <c:pt idx="806">
                  <c:v>245.07956448911222</c:v>
                </c:pt>
                <c:pt idx="807">
                  <c:v>235.44807370184256</c:v>
                </c:pt>
                <c:pt idx="808">
                  <c:v>235.55276381909547</c:v>
                </c:pt>
                <c:pt idx="809">
                  <c:v>240.68257956448909</c:v>
                </c:pt>
                <c:pt idx="810">
                  <c:v>233.14489112227804</c:v>
                </c:pt>
                <c:pt idx="811">
                  <c:v>250.73283082077049</c:v>
                </c:pt>
                <c:pt idx="812">
                  <c:v>252.19849246231155</c:v>
                </c:pt>
                <c:pt idx="813">
                  <c:v>255.0251256281407</c:v>
                </c:pt>
                <c:pt idx="814">
                  <c:v>253.55946398659964</c:v>
                </c:pt>
                <c:pt idx="815">
                  <c:v>255.65326633165827</c:v>
                </c:pt>
                <c:pt idx="816">
                  <c:v>252.51256281407035</c:v>
                </c:pt>
                <c:pt idx="817">
                  <c:v>252.09380234505861</c:v>
                </c:pt>
                <c:pt idx="818">
                  <c:v>256.28140703517585</c:v>
                </c:pt>
                <c:pt idx="819">
                  <c:v>259.31742043551088</c:v>
                </c:pt>
                <c:pt idx="820">
                  <c:v>273.65996649916246</c:v>
                </c:pt>
                <c:pt idx="821">
                  <c:v>272.82244556113903</c:v>
                </c:pt>
                <c:pt idx="822">
                  <c:v>270.4145728643216</c:v>
                </c:pt>
                <c:pt idx="823">
                  <c:v>266.0175879396985</c:v>
                </c:pt>
                <c:pt idx="824">
                  <c:v>272.40368509212726</c:v>
                </c:pt>
                <c:pt idx="825">
                  <c:v>275.64907872696818</c:v>
                </c:pt>
                <c:pt idx="826">
                  <c:v>270.1005025125628</c:v>
                </c:pt>
                <c:pt idx="827">
                  <c:v>267.37855946398656</c:v>
                </c:pt>
                <c:pt idx="828">
                  <c:v>270.93802345058629</c:v>
                </c:pt>
                <c:pt idx="829">
                  <c:v>262.24874371859295</c:v>
                </c:pt>
                <c:pt idx="830">
                  <c:v>264.4472361809045</c:v>
                </c:pt>
                <c:pt idx="831">
                  <c:v>261.72529313232832</c:v>
                </c:pt>
                <c:pt idx="832">
                  <c:v>268.73953098827468</c:v>
                </c:pt>
                <c:pt idx="833">
                  <c:v>259.00335008375208</c:v>
                </c:pt>
                <c:pt idx="834">
                  <c:v>261.20184254606363</c:v>
                </c:pt>
                <c:pt idx="835">
                  <c:v>262.66750418760466</c:v>
                </c:pt>
                <c:pt idx="836">
                  <c:v>258.06113902847574</c:v>
                </c:pt>
                <c:pt idx="837">
                  <c:v>246.85929648241202</c:v>
                </c:pt>
                <c:pt idx="838">
                  <c:v>244.0326633165829</c:v>
                </c:pt>
                <c:pt idx="839">
                  <c:v>248.32495812395311</c:v>
                </c:pt>
                <c:pt idx="840">
                  <c:v>248.84840871021777</c:v>
                </c:pt>
                <c:pt idx="841">
                  <c:v>248.42964824120602</c:v>
                </c:pt>
                <c:pt idx="842">
                  <c:v>241.41541038525963</c:v>
                </c:pt>
                <c:pt idx="843">
                  <c:v>236.39028475711891</c:v>
                </c:pt>
                <c:pt idx="844">
                  <c:v>230.94639865996646</c:v>
                </c:pt>
                <c:pt idx="845">
                  <c:v>225.29313232830819</c:v>
                </c:pt>
                <c:pt idx="846">
                  <c:v>218.17420435510888</c:v>
                </c:pt>
                <c:pt idx="847">
                  <c:v>212.52093802345055</c:v>
                </c:pt>
                <c:pt idx="848">
                  <c:v>212.83500837520938</c:v>
                </c:pt>
                <c:pt idx="849">
                  <c:v>220.68676716917923</c:v>
                </c:pt>
                <c:pt idx="850">
                  <c:v>216.49916247906197</c:v>
                </c:pt>
                <c:pt idx="851">
                  <c:v>224.03685092127304</c:v>
                </c:pt>
                <c:pt idx="852">
                  <c:v>222.9899497487437</c:v>
                </c:pt>
                <c:pt idx="853">
                  <c:v>228.3291457286432</c:v>
                </c:pt>
                <c:pt idx="854">
                  <c:v>223.82747068676716</c:v>
                </c:pt>
                <c:pt idx="855">
                  <c:v>220.89614740368506</c:v>
                </c:pt>
                <c:pt idx="856">
                  <c:v>216.60385259631488</c:v>
                </c:pt>
                <c:pt idx="857">
                  <c:v>217.65075376884423</c:v>
                </c:pt>
                <c:pt idx="858">
                  <c:v>215.76633165829145</c:v>
                </c:pt>
                <c:pt idx="859">
                  <c:v>213.67252931323284</c:v>
                </c:pt>
                <c:pt idx="860">
                  <c:v>218.90703517587937</c:v>
                </c:pt>
                <c:pt idx="861">
                  <c:v>228.643216080402</c:v>
                </c:pt>
                <c:pt idx="862">
                  <c:v>237.64656616415408</c:v>
                </c:pt>
                <c:pt idx="863">
                  <c:v>232.41206030150755</c:v>
                </c:pt>
                <c:pt idx="864">
                  <c:v>230.10887772194303</c:v>
                </c:pt>
                <c:pt idx="865">
                  <c:v>235.02931323283082</c:v>
                </c:pt>
                <c:pt idx="866">
                  <c:v>234.29648241206027</c:v>
                </c:pt>
                <c:pt idx="867">
                  <c:v>235.97152428810716</c:v>
                </c:pt>
                <c:pt idx="868">
                  <c:v>232.72613065326632</c:v>
                </c:pt>
                <c:pt idx="869">
                  <c:v>230.00418760469012</c:v>
                </c:pt>
                <c:pt idx="870">
                  <c:v>224.87437185929647</c:v>
                </c:pt>
                <c:pt idx="871">
                  <c:v>219.63986599664992</c:v>
                </c:pt>
                <c:pt idx="872">
                  <c:v>210.63651591289783</c:v>
                </c:pt>
                <c:pt idx="873">
                  <c:v>205.36013400335005</c:v>
                </c:pt>
                <c:pt idx="874">
                  <c:v>207.28643216080403</c:v>
                </c:pt>
                <c:pt idx="875">
                  <c:v>203.14070351758792</c:v>
                </c:pt>
                <c:pt idx="876">
                  <c:v>203.89447236180902</c:v>
                </c:pt>
                <c:pt idx="877">
                  <c:v>206.40703517587937</c:v>
                </c:pt>
                <c:pt idx="878">
                  <c:v>209.90368509212729</c:v>
                </c:pt>
                <c:pt idx="879">
                  <c:v>212.31155778894473</c:v>
                </c:pt>
                <c:pt idx="880">
                  <c:v>216.70854271356779</c:v>
                </c:pt>
                <c:pt idx="881">
                  <c:v>223.51340033500838</c:v>
                </c:pt>
                <c:pt idx="882">
                  <c:v>222.46649916247904</c:v>
                </c:pt>
                <c:pt idx="883">
                  <c:v>223.6180904522613</c:v>
                </c:pt>
                <c:pt idx="884">
                  <c:v>225.29313232830819</c:v>
                </c:pt>
                <c:pt idx="885">
                  <c:v>223.40871021775541</c:v>
                </c:pt>
                <c:pt idx="886">
                  <c:v>223.09463986599661</c:v>
                </c:pt>
                <c:pt idx="887">
                  <c:v>222.9899497487437</c:v>
                </c:pt>
                <c:pt idx="888">
                  <c:v>221.94304857621438</c:v>
                </c:pt>
                <c:pt idx="889">
                  <c:v>233.14489112227804</c:v>
                </c:pt>
                <c:pt idx="890">
                  <c:v>227.28224455611388</c:v>
                </c:pt>
                <c:pt idx="891">
                  <c:v>224.03685092127304</c:v>
                </c:pt>
                <c:pt idx="892">
                  <c:v>225.0837520938023</c:v>
                </c:pt>
                <c:pt idx="893">
                  <c:v>231.88860971524286</c:v>
                </c:pt>
                <c:pt idx="894">
                  <c:v>230.73701842546063</c:v>
                </c:pt>
                <c:pt idx="895">
                  <c:v>229.37604690117251</c:v>
                </c:pt>
                <c:pt idx="896">
                  <c:v>235.13400335008373</c:v>
                </c:pt>
                <c:pt idx="897">
                  <c:v>238.58877721943048</c:v>
                </c:pt>
                <c:pt idx="898">
                  <c:v>245.70770519262979</c:v>
                </c:pt>
                <c:pt idx="899">
                  <c:v>246.12646566164153</c:v>
                </c:pt>
                <c:pt idx="900">
                  <c:v>250.41876046901172</c:v>
                </c:pt>
                <c:pt idx="901">
                  <c:v>252.30318257956446</c:v>
                </c:pt>
                <c:pt idx="902">
                  <c:v>253.14070351758792</c:v>
                </c:pt>
                <c:pt idx="903">
                  <c:v>249.58123953098826</c:v>
                </c:pt>
                <c:pt idx="904">
                  <c:v>251.98911222780569</c:v>
                </c:pt>
                <c:pt idx="905">
                  <c:v>259.84087102177551</c:v>
                </c:pt>
                <c:pt idx="906">
                  <c:v>279.31323283082077</c:v>
                </c:pt>
                <c:pt idx="907">
                  <c:v>282.13986599664992</c:v>
                </c:pt>
                <c:pt idx="908">
                  <c:v>278.47571189279734</c:v>
                </c:pt>
                <c:pt idx="909">
                  <c:v>281.0929648241206</c:v>
                </c:pt>
                <c:pt idx="910">
                  <c:v>289.57286432160805</c:v>
                </c:pt>
                <c:pt idx="911">
                  <c:v>282.24455611390283</c:v>
                </c:pt>
                <c:pt idx="912">
                  <c:v>284.02428810720266</c:v>
                </c:pt>
                <c:pt idx="913">
                  <c:v>280.25544388609711</c:v>
                </c:pt>
                <c:pt idx="914">
                  <c:v>286.85092127303182</c:v>
                </c:pt>
                <c:pt idx="915">
                  <c:v>288.84003350083754</c:v>
                </c:pt>
                <c:pt idx="916">
                  <c:v>288.52596314907873</c:v>
                </c:pt>
                <c:pt idx="917">
                  <c:v>290.93383584589611</c:v>
                </c:pt>
                <c:pt idx="918">
                  <c:v>291.77135678391954</c:v>
                </c:pt>
                <c:pt idx="919">
                  <c:v>294.70268006700167</c:v>
                </c:pt>
                <c:pt idx="920">
                  <c:v>292.3994974874372</c:v>
                </c:pt>
                <c:pt idx="921">
                  <c:v>288.52596314907873</c:v>
                </c:pt>
                <c:pt idx="922">
                  <c:v>285.4899497487437</c:v>
                </c:pt>
                <c:pt idx="923">
                  <c:v>291.87604690117251</c:v>
                </c:pt>
                <c:pt idx="924">
                  <c:v>290.61976549413731</c:v>
                </c:pt>
                <c:pt idx="925">
                  <c:v>279.83668341708545</c:v>
                </c:pt>
                <c:pt idx="926">
                  <c:v>276.48659966499162</c:v>
                </c:pt>
                <c:pt idx="927">
                  <c:v>274.91624790619767</c:v>
                </c:pt>
                <c:pt idx="928">
                  <c:v>268.53015075376885</c:v>
                </c:pt>
                <c:pt idx="929">
                  <c:v>261.72529313232832</c:v>
                </c:pt>
                <c:pt idx="930">
                  <c:v>266.12227805695142</c:v>
                </c:pt>
                <c:pt idx="931">
                  <c:v>262.77219430485758</c:v>
                </c:pt>
                <c:pt idx="932">
                  <c:v>266.22696817420433</c:v>
                </c:pt>
                <c:pt idx="933">
                  <c:v>266.95979899497485</c:v>
                </c:pt>
                <c:pt idx="934">
                  <c:v>268.84422110552759</c:v>
                </c:pt>
                <c:pt idx="935">
                  <c:v>274.07872696817418</c:v>
                </c:pt>
                <c:pt idx="936">
                  <c:v>275.85845896147401</c:v>
                </c:pt>
                <c:pt idx="937">
                  <c:v>271.88023450586263</c:v>
                </c:pt>
                <c:pt idx="938">
                  <c:v>271.25209380234503</c:v>
                </c:pt>
                <c:pt idx="939">
                  <c:v>260.78308207705192</c:v>
                </c:pt>
                <c:pt idx="940">
                  <c:v>256.80485762144053</c:v>
                </c:pt>
                <c:pt idx="941">
                  <c:v>260.0502512562814</c:v>
                </c:pt>
                <c:pt idx="942">
                  <c:v>260.57370184254609</c:v>
                </c:pt>
                <c:pt idx="943">
                  <c:v>266.0175879396985</c:v>
                </c:pt>
                <c:pt idx="944">
                  <c:v>252.93132328308207</c:v>
                </c:pt>
                <c:pt idx="945">
                  <c:v>245.28894472361807</c:v>
                </c:pt>
                <c:pt idx="946">
                  <c:v>245.81239530988276</c:v>
                </c:pt>
                <c:pt idx="947">
                  <c:v>248.01088777219431</c:v>
                </c:pt>
                <c:pt idx="948">
                  <c:v>253.87353433835847</c:v>
                </c:pt>
                <c:pt idx="949">
                  <c:v>252.82663316582915</c:v>
                </c:pt>
                <c:pt idx="950">
                  <c:v>254.81574539363484</c:v>
                </c:pt>
                <c:pt idx="951">
                  <c:v>257.11892797319933</c:v>
                </c:pt>
                <c:pt idx="952">
                  <c:v>272.82244556113903</c:v>
                </c:pt>
                <c:pt idx="953">
                  <c:v>271.46147403685092</c:v>
                </c:pt>
                <c:pt idx="954">
                  <c:v>271.56616415410383</c:v>
                </c:pt>
                <c:pt idx="955">
                  <c:v>264.86599664991621</c:v>
                </c:pt>
                <c:pt idx="956">
                  <c:v>261.41122278056952</c:v>
                </c:pt>
                <c:pt idx="957">
                  <c:v>264.02847571189278</c:v>
                </c:pt>
                <c:pt idx="958">
                  <c:v>268.84422110552759</c:v>
                </c:pt>
                <c:pt idx="959">
                  <c:v>262.66750418760466</c:v>
                </c:pt>
                <c:pt idx="960">
                  <c:v>266.85510887772193</c:v>
                </c:pt>
                <c:pt idx="961">
                  <c:v>273.76465661641538</c:v>
                </c:pt>
                <c:pt idx="962">
                  <c:v>274.91624790619767</c:v>
                </c:pt>
                <c:pt idx="963">
                  <c:v>273.24120603015075</c:v>
                </c:pt>
                <c:pt idx="964">
                  <c:v>277.53350083752093</c:v>
                </c:pt>
                <c:pt idx="965">
                  <c:v>273.03182579564486</c:v>
                </c:pt>
                <c:pt idx="966">
                  <c:v>270.51926298157451</c:v>
                </c:pt>
                <c:pt idx="967">
                  <c:v>283.60552763819095</c:v>
                </c:pt>
                <c:pt idx="968">
                  <c:v>286.22278056951427</c:v>
                </c:pt>
                <c:pt idx="969">
                  <c:v>281.4070351758794</c:v>
                </c:pt>
                <c:pt idx="970">
                  <c:v>276.38190954773864</c:v>
                </c:pt>
                <c:pt idx="971">
                  <c:v>274.39279731993298</c:v>
                </c:pt>
                <c:pt idx="972">
                  <c:v>282.66331658291455</c:v>
                </c:pt>
                <c:pt idx="973">
                  <c:v>281.0929648241206</c:v>
                </c:pt>
                <c:pt idx="974">
                  <c:v>273.97403685092127</c:v>
                </c:pt>
                <c:pt idx="975">
                  <c:v>284.12897822445558</c:v>
                </c:pt>
                <c:pt idx="976">
                  <c:v>282.24455611390283</c:v>
                </c:pt>
                <c:pt idx="977">
                  <c:v>286.22278056951427</c:v>
                </c:pt>
                <c:pt idx="978">
                  <c:v>283.60552763819095</c:v>
                </c:pt>
                <c:pt idx="979">
                  <c:v>300.25125628140705</c:v>
                </c:pt>
                <c:pt idx="980">
                  <c:v>307.37018425460633</c:v>
                </c:pt>
                <c:pt idx="981">
                  <c:v>303.28726968174203</c:v>
                </c:pt>
                <c:pt idx="982">
                  <c:v>304.64824120603015</c:v>
                </c:pt>
                <c:pt idx="983">
                  <c:v>302.03098827470683</c:v>
                </c:pt>
                <c:pt idx="984">
                  <c:v>304.33417085427135</c:v>
                </c:pt>
                <c:pt idx="985">
                  <c:v>307.7889447236181</c:v>
                </c:pt>
                <c:pt idx="986">
                  <c:v>309.35929648241205</c:v>
                </c:pt>
                <c:pt idx="987">
                  <c:v>306.42797319932998</c:v>
                </c:pt>
                <c:pt idx="988">
                  <c:v>311.34840871021777</c:v>
                </c:pt>
                <c:pt idx="989">
                  <c:v>311.34840871021777</c:v>
                </c:pt>
                <c:pt idx="990">
                  <c:v>309.56867671691788</c:v>
                </c:pt>
                <c:pt idx="991">
                  <c:v>313.23283082077052</c:v>
                </c:pt>
                <c:pt idx="992">
                  <c:v>310.72026800670017</c:v>
                </c:pt>
                <c:pt idx="993">
                  <c:v>322.96901172529311</c:v>
                </c:pt>
                <c:pt idx="994">
                  <c:v>320.87520938023448</c:v>
                </c:pt>
                <c:pt idx="995">
                  <c:v>318.36264656616413</c:v>
                </c:pt>
                <c:pt idx="996">
                  <c:v>316.05946398659961</c:v>
                </c:pt>
                <c:pt idx="997">
                  <c:v>317.73450586264653</c:v>
                </c:pt>
                <c:pt idx="998">
                  <c:v>317.5251256281407</c:v>
                </c:pt>
                <c:pt idx="999">
                  <c:v>317.73450586264653</c:v>
                </c:pt>
                <c:pt idx="1000">
                  <c:v>320.03768844221105</c:v>
                </c:pt>
                <c:pt idx="1001">
                  <c:v>321.608040201005</c:v>
                </c:pt>
                <c:pt idx="1002">
                  <c:v>327.05192629815747</c:v>
                </c:pt>
                <c:pt idx="1003">
                  <c:v>330.40201005025125</c:v>
                </c:pt>
                <c:pt idx="1004">
                  <c:v>313.86097152428812</c:v>
                </c:pt>
                <c:pt idx="1005">
                  <c:v>311.2437185929648</c:v>
                </c:pt>
                <c:pt idx="1006">
                  <c:v>309.56867671691788</c:v>
                </c:pt>
                <c:pt idx="1007">
                  <c:v>306.95142378559461</c:v>
                </c:pt>
                <c:pt idx="1008">
                  <c:v>313.1281407035176</c:v>
                </c:pt>
                <c:pt idx="1009">
                  <c:v>306.63735343383587</c:v>
                </c:pt>
                <c:pt idx="1010">
                  <c:v>302.1356783919598</c:v>
                </c:pt>
                <c:pt idx="1011">
                  <c:v>308.31239530988273</c:v>
                </c:pt>
                <c:pt idx="1012">
                  <c:v>306.2185929648241</c:v>
                </c:pt>
                <c:pt idx="1013">
                  <c:v>310.929648241206</c:v>
                </c:pt>
                <c:pt idx="1014">
                  <c:v>302.55443886097152</c:v>
                </c:pt>
                <c:pt idx="1015">
                  <c:v>308.41708542713565</c:v>
                </c:pt>
                <c:pt idx="1016">
                  <c:v>311.97654941373531</c:v>
                </c:pt>
                <c:pt idx="1017">
                  <c:v>325.16750418760466</c:v>
                </c:pt>
                <c:pt idx="1018">
                  <c:v>324.22529313232832</c:v>
                </c:pt>
                <c:pt idx="1019">
                  <c:v>333.2286432160804</c:v>
                </c:pt>
                <c:pt idx="1020">
                  <c:v>337.31155778894475</c:v>
                </c:pt>
                <c:pt idx="1021">
                  <c:v>336.36934673366829</c:v>
                </c:pt>
                <c:pt idx="1022">
                  <c:v>339.30067001675042</c:v>
                </c:pt>
                <c:pt idx="1023">
                  <c:v>338.2537688442211</c:v>
                </c:pt>
                <c:pt idx="1024">
                  <c:v>345.68676716917923</c:v>
                </c:pt>
                <c:pt idx="1025">
                  <c:v>341.08040201005025</c:v>
                </c:pt>
                <c:pt idx="1026">
                  <c:v>347.15242881072027</c:v>
                </c:pt>
                <c:pt idx="1027">
                  <c:v>347.9899497487437</c:v>
                </c:pt>
                <c:pt idx="1028">
                  <c:v>338.04438860971521</c:v>
                </c:pt>
                <c:pt idx="1029">
                  <c:v>340.87102177554436</c:v>
                </c:pt>
                <c:pt idx="1030">
                  <c:v>344.01172529313232</c:v>
                </c:pt>
                <c:pt idx="1031">
                  <c:v>345.58207705192626</c:v>
                </c:pt>
                <c:pt idx="1032">
                  <c:v>347.15242881072027</c:v>
                </c:pt>
                <c:pt idx="1033">
                  <c:v>355.213567839196</c:v>
                </c:pt>
                <c:pt idx="1034">
                  <c:v>355.42294807370183</c:v>
                </c:pt>
                <c:pt idx="1035">
                  <c:v>357.20268006700167</c:v>
                </c:pt>
                <c:pt idx="1036">
                  <c:v>358.9824120603015</c:v>
                </c:pt>
                <c:pt idx="1037">
                  <c:v>355.00418760469012</c:v>
                </c:pt>
                <c:pt idx="1038">
                  <c:v>364.42629815745391</c:v>
                </c:pt>
                <c:pt idx="1039">
                  <c:v>372.27805695142376</c:v>
                </c:pt>
                <c:pt idx="1040">
                  <c:v>364.84505862646563</c:v>
                </c:pt>
                <c:pt idx="1041">
                  <c:v>358.87772194304858</c:v>
                </c:pt>
                <c:pt idx="1042">
                  <c:v>353.85259631490788</c:v>
                </c:pt>
                <c:pt idx="1043">
                  <c:v>355.94639865996646</c:v>
                </c:pt>
                <c:pt idx="1044">
                  <c:v>350.71189279731993</c:v>
                </c:pt>
                <c:pt idx="1045">
                  <c:v>358.3542713567839</c:v>
                </c:pt>
                <c:pt idx="1046">
                  <c:v>358.56365159128978</c:v>
                </c:pt>
                <c:pt idx="1047">
                  <c:v>362.64656616415408</c:v>
                </c:pt>
                <c:pt idx="1048">
                  <c:v>364.53098827470683</c:v>
                </c:pt>
                <c:pt idx="1049">
                  <c:v>365.78726968174203</c:v>
                </c:pt>
                <c:pt idx="1050">
                  <c:v>358.87772194304858</c:v>
                </c:pt>
                <c:pt idx="1051">
                  <c:v>356.78391959798989</c:v>
                </c:pt>
                <c:pt idx="1052">
                  <c:v>360.2386934673367</c:v>
                </c:pt>
                <c:pt idx="1053">
                  <c:v>360.65745393634836</c:v>
                </c:pt>
                <c:pt idx="1054">
                  <c:v>351.23534338358456</c:v>
                </c:pt>
                <c:pt idx="1055">
                  <c:v>359.19179229480733</c:v>
                </c:pt>
                <c:pt idx="1056">
                  <c:v>359.19179229480733</c:v>
                </c:pt>
                <c:pt idx="1057">
                  <c:v>358.24958123953098</c:v>
                </c:pt>
                <c:pt idx="1058">
                  <c:v>361.80904522613059</c:v>
                </c:pt>
                <c:pt idx="1059">
                  <c:v>363.3793969849246</c:v>
                </c:pt>
                <c:pt idx="1060">
                  <c:v>364.63567839195974</c:v>
                </c:pt>
                <c:pt idx="1061">
                  <c:v>366.62479061976552</c:v>
                </c:pt>
                <c:pt idx="1062">
                  <c:v>362.22780569514237</c:v>
                </c:pt>
                <c:pt idx="1063">
                  <c:v>361.80904522613059</c:v>
                </c:pt>
                <c:pt idx="1064">
                  <c:v>360.13400335008373</c:v>
                </c:pt>
                <c:pt idx="1065">
                  <c:v>354.06197654941371</c:v>
                </c:pt>
                <c:pt idx="1066">
                  <c:v>363.17001675041871</c:v>
                </c:pt>
                <c:pt idx="1067">
                  <c:v>353.0150753768844</c:v>
                </c:pt>
                <c:pt idx="1068">
                  <c:v>369.55611390284753</c:v>
                </c:pt>
                <c:pt idx="1069">
                  <c:v>362.22780569514237</c:v>
                </c:pt>
                <c:pt idx="1070">
                  <c:v>368.50921273031821</c:v>
                </c:pt>
                <c:pt idx="1071">
                  <c:v>367.25293132328306</c:v>
                </c:pt>
                <c:pt idx="1072">
                  <c:v>371.44053601340033</c:v>
                </c:pt>
                <c:pt idx="1073">
                  <c:v>377.09380234505858</c:v>
                </c:pt>
                <c:pt idx="1074">
                  <c:v>374.16247906197657</c:v>
                </c:pt>
                <c:pt idx="1075">
                  <c:v>378.14070351758795</c:v>
                </c:pt>
                <c:pt idx="1076">
                  <c:v>376.57035175879395</c:v>
                </c:pt>
                <c:pt idx="1077">
                  <c:v>380.75795644891122</c:v>
                </c:pt>
                <c:pt idx="1078">
                  <c:v>385.46901172529311</c:v>
                </c:pt>
                <c:pt idx="1079">
                  <c:v>390.28475711892793</c:v>
                </c:pt>
                <c:pt idx="1080">
                  <c:v>389.65661641541038</c:v>
                </c:pt>
                <c:pt idx="1081">
                  <c:v>396.56616415410383</c:v>
                </c:pt>
                <c:pt idx="1082">
                  <c:v>399.74874371859295</c:v>
                </c:pt>
                <c:pt idx="1083">
                  <c:v>391.95979899497485</c:v>
                </c:pt>
                <c:pt idx="1084">
                  <c:v>394.93299832495808</c:v>
                </c:pt>
                <c:pt idx="1085">
                  <c:v>395.18425460636519</c:v>
                </c:pt>
                <c:pt idx="1086">
                  <c:v>407.32830820770516</c:v>
                </c:pt>
                <c:pt idx="1087">
                  <c:v>413.52596314907873</c:v>
                </c:pt>
                <c:pt idx="1088">
                  <c:v>405.73701842546058</c:v>
                </c:pt>
                <c:pt idx="1089">
                  <c:v>412.89782244556113</c:v>
                </c:pt>
                <c:pt idx="1090">
                  <c:v>411.26465661641538</c:v>
                </c:pt>
                <c:pt idx="1091">
                  <c:v>417.96482412060294</c:v>
                </c:pt>
                <c:pt idx="1092">
                  <c:v>419.49329983249584</c:v>
                </c:pt>
                <c:pt idx="1093">
                  <c:v>421.69179229480733</c:v>
                </c:pt>
                <c:pt idx="1094">
                  <c:v>417.2110552763819</c:v>
                </c:pt>
                <c:pt idx="1095">
                  <c:v>410.72026800670011</c:v>
                </c:pt>
                <c:pt idx="1096">
                  <c:v>413.40033500837524</c:v>
                </c:pt>
                <c:pt idx="1097">
                  <c:v>411.80904522613059</c:v>
                </c:pt>
                <c:pt idx="1098">
                  <c:v>409.04522613065319</c:v>
                </c:pt>
                <c:pt idx="1099">
                  <c:v>417.54606365159128</c:v>
                </c:pt>
                <c:pt idx="1100">
                  <c:v>414.61474036850916</c:v>
                </c:pt>
                <c:pt idx="1101">
                  <c:v>417.46231155778889</c:v>
                </c:pt>
                <c:pt idx="1102">
                  <c:v>420.74958123953098</c:v>
                </c:pt>
                <c:pt idx="1103">
                  <c:v>416.28978224455608</c:v>
                </c:pt>
                <c:pt idx="1104">
                  <c:v>410.34338358458956</c:v>
                </c:pt>
                <c:pt idx="1105">
                  <c:v>416.41541038525958</c:v>
                </c:pt>
                <c:pt idx="1106">
                  <c:v>413.60971524288107</c:v>
                </c:pt>
                <c:pt idx="1107">
                  <c:v>414.40536013400333</c:v>
                </c:pt>
                <c:pt idx="1108">
                  <c:v>413.73534338358456</c:v>
                </c:pt>
                <c:pt idx="1109">
                  <c:v>414.36348408710211</c:v>
                </c:pt>
                <c:pt idx="1110">
                  <c:v>415.36850921273026</c:v>
                </c:pt>
                <c:pt idx="1111">
                  <c:v>419.28391959798989</c:v>
                </c:pt>
                <c:pt idx="1112">
                  <c:v>423.47152428810722</c:v>
                </c:pt>
                <c:pt idx="1113">
                  <c:v>395.77051926298157</c:v>
                </c:pt>
                <c:pt idx="1114">
                  <c:v>394.9748743718593</c:v>
                </c:pt>
                <c:pt idx="1115">
                  <c:v>400.92127303182582</c:v>
                </c:pt>
                <c:pt idx="1116">
                  <c:v>410.21775544388612</c:v>
                </c:pt>
                <c:pt idx="1117">
                  <c:v>407.91457286432154</c:v>
                </c:pt>
                <c:pt idx="1118">
                  <c:v>409.00335008375208</c:v>
                </c:pt>
                <c:pt idx="1119">
                  <c:v>398.19932998324953</c:v>
                </c:pt>
                <c:pt idx="1120">
                  <c:v>399.62311557788939</c:v>
                </c:pt>
                <c:pt idx="1121">
                  <c:v>409.7989949748744</c:v>
                </c:pt>
                <c:pt idx="1122">
                  <c:v>401.75879396984919</c:v>
                </c:pt>
                <c:pt idx="1123">
                  <c:v>400.92127303182582</c:v>
                </c:pt>
                <c:pt idx="1124">
                  <c:v>396.02177554438862</c:v>
                </c:pt>
                <c:pt idx="1125">
                  <c:v>398.49246231155774</c:v>
                </c:pt>
                <c:pt idx="1126">
                  <c:v>401.25628140703515</c:v>
                </c:pt>
                <c:pt idx="1127">
                  <c:v>413.31658291457279</c:v>
                </c:pt>
                <c:pt idx="1128">
                  <c:v>414.9497487437186</c:v>
                </c:pt>
                <c:pt idx="1129">
                  <c:v>413.10720268006696</c:v>
                </c:pt>
                <c:pt idx="1130">
                  <c:v>408.33333333333331</c:v>
                </c:pt>
                <c:pt idx="1131">
                  <c:v>415.8291457286432</c:v>
                </c:pt>
                <c:pt idx="1132">
                  <c:v>410.51088777219428</c:v>
                </c:pt>
                <c:pt idx="1133">
                  <c:v>408.33333333333331</c:v>
                </c:pt>
                <c:pt idx="1134">
                  <c:v>402.3869346733668</c:v>
                </c:pt>
                <c:pt idx="1135">
                  <c:v>398.99497487437185</c:v>
                </c:pt>
                <c:pt idx="1136">
                  <c:v>398.11557788944725</c:v>
                </c:pt>
                <c:pt idx="1137">
                  <c:v>401.04690117252932</c:v>
                </c:pt>
                <c:pt idx="1138">
                  <c:v>401.04690117252932</c:v>
                </c:pt>
                <c:pt idx="1139">
                  <c:v>405.23450586264653</c:v>
                </c:pt>
                <c:pt idx="1140">
                  <c:v>410.8040201005025</c:v>
                </c:pt>
                <c:pt idx="1141">
                  <c:v>416.66666666666663</c:v>
                </c:pt>
                <c:pt idx="1142">
                  <c:v>409.75711892797318</c:v>
                </c:pt>
                <c:pt idx="1143">
                  <c:v>408.79396984924625</c:v>
                </c:pt>
                <c:pt idx="1144">
                  <c:v>404.64824120603009</c:v>
                </c:pt>
                <c:pt idx="1145">
                  <c:v>385.25963149078723</c:v>
                </c:pt>
                <c:pt idx="1146">
                  <c:v>389.90787269681738</c:v>
                </c:pt>
                <c:pt idx="1147">
                  <c:v>392.92294807370183</c:v>
                </c:pt>
                <c:pt idx="1148">
                  <c:v>400.79564489112227</c:v>
                </c:pt>
                <c:pt idx="1149">
                  <c:v>407.99832495812387</c:v>
                </c:pt>
                <c:pt idx="1150">
                  <c:v>411.39028475711888</c:v>
                </c:pt>
                <c:pt idx="1151">
                  <c:v>417.96482412060294</c:v>
                </c:pt>
                <c:pt idx="1152">
                  <c:v>400.37688442211055</c:v>
                </c:pt>
                <c:pt idx="1153">
                  <c:v>394.84924623115575</c:v>
                </c:pt>
                <c:pt idx="1154">
                  <c:v>394.09547738693465</c:v>
                </c:pt>
                <c:pt idx="1155">
                  <c:v>393.55108877721938</c:v>
                </c:pt>
                <c:pt idx="1156">
                  <c:v>400.96314907872693</c:v>
                </c:pt>
                <c:pt idx="1157">
                  <c:v>397.27805695142376</c:v>
                </c:pt>
                <c:pt idx="1158">
                  <c:v>397.19430485762143</c:v>
                </c:pt>
                <c:pt idx="1159">
                  <c:v>387.85594639865997</c:v>
                </c:pt>
                <c:pt idx="1160">
                  <c:v>405.19262981574542</c:v>
                </c:pt>
                <c:pt idx="1161">
                  <c:v>421.16834170854275</c:v>
                </c:pt>
                <c:pt idx="1162">
                  <c:v>422.21524288107196</c:v>
                </c:pt>
                <c:pt idx="1163">
                  <c:v>414.02847571189278</c:v>
                </c:pt>
                <c:pt idx="1164">
                  <c:v>408.50083752093803</c:v>
                </c:pt>
                <c:pt idx="1165">
                  <c:v>402.68006700167501</c:v>
                </c:pt>
                <c:pt idx="1166">
                  <c:v>403.47571189279734</c:v>
                </c:pt>
                <c:pt idx="1167">
                  <c:v>401.17252931323281</c:v>
                </c:pt>
                <c:pt idx="1168">
                  <c:v>397.19430485762143</c:v>
                </c:pt>
                <c:pt idx="1169">
                  <c:v>397.69681742043554</c:v>
                </c:pt>
                <c:pt idx="1170">
                  <c:v>410.42713567839195</c:v>
                </c:pt>
                <c:pt idx="1171">
                  <c:v>403.0150753768844</c:v>
                </c:pt>
                <c:pt idx="1172">
                  <c:v>403.76884422110555</c:v>
                </c:pt>
                <c:pt idx="1173">
                  <c:v>403.5175879396985</c:v>
                </c:pt>
                <c:pt idx="1174">
                  <c:v>392.58793969849245</c:v>
                </c:pt>
                <c:pt idx="1175">
                  <c:v>389.99162479061971</c:v>
                </c:pt>
                <c:pt idx="1176">
                  <c:v>392.37855946398656</c:v>
                </c:pt>
                <c:pt idx="1177">
                  <c:v>394.72361809045225</c:v>
                </c:pt>
                <c:pt idx="1178">
                  <c:v>398.40871021775541</c:v>
                </c:pt>
                <c:pt idx="1179">
                  <c:v>393.29983249581238</c:v>
                </c:pt>
                <c:pt idx="1180">
                  <c:v>394.30485762144053</c:v>
                </c:pt>
                <c:pt idx="1181">
                  <c:v>401.5075376884422</c:v>
                </c:pt>
                <c:pt idx="1182">
                  <c:v>405.73701842546058</c:v>
                </c:pt>
                <c:pt idx="1183">
                  <c:v>404.3969849246231</c:v>
                </c:pt>
                <c:pt idx="1184">
                  <c:v>397.9899497487437</c:v>
                </c:pt>
                <c:pt idx="1185">
                  <c:v>394.84924623115575</c:v>
                </c:pt>
                <c:pt idx="1186">
                  <c:v>394.13735343383587</c:v>
                </c:pt>
                <c:pt idx="1187">
                  <c:v>391.16415410385258</c:v>
                </c:pt>
                <c:pt idx="1188">
                  <c:v>383.87772194304858</c:v>
                </c:pt>
                <c:pt idx="1189">
                  <c:v>384.08710217755441</c:v>
                </c:pt>
                <c:pt idx="1190">
                  <c:v>387.22780569514237</c:v>
                </c:pt>
                <c:pt idx="1191">
                  <c:v>388.52596314907868</c:v>
                </c:pt>
                <c:pt idx="1192">
                  <c:v>384.46398659966496</c:v>
                </c:pt>
                <c:pt idx="1193">
                  <c:v>384.46398659966496</c:v>
                </c:pt>
                <c:pt idx="1194">
                  <c:v>392.79731993299828</c:v>
                </c:pt>
                <c:pt idx="1195">
                  <c:v>398.57621440536008</c:v>
                </c:pt>
                <c:pt idx="1196">
                  <c:v>392.46231155778895</c:v>
                </c:pt>
                <c:pt idx="1197">
                  <c:v>386.4321608040201</c:v>
                </c:pt>
                <c:pt idx="1198">
                  <c:v>392.88107202680067</c:v>
                </c:pt>
                <c:pt idx="1199">
                  <c:v>369.89112227805691</c:v>
                </c:pt>
                <c:pt idx="1200">
                  <c:v>375.41876046901172</c:v>
                </c:pt>
                <c:pt idx="1201">
                  <c:v>362.8140703517588</c:v>
                </c:pt>
                <c:pt idx="1202">
                  <c:v>357.41206030150755</c:v>
                </c:pt>
                <c:pt idx="1203">
                  <c:v>355.23450586264653</c:v>
                </c:pt>
                <c:pt idx="1204">
                  <c:v>360.09212730318256</c:v>
                </c:pt>
                <c:pt idx="1205">
                  <c:v>362.18592964824114</c:v>
                </c:pt>
                <c:pt idx="1206">
                  <c:v>361.34840871021771</c:v>
                </c:pt>
                <c:pt idx="1207">
                  <c:v>357.11892797319933</c:v>
                </c:pt>
                <c:pt idx="1208">
                  <c:v>362.43718592964825</c:v>
                </c:pt>
                <c:pt idx="1209">
                  <c:v>362.60469011725291</c:v>
                </c:pt>
                <c:pt idx="1210">
                  <c:v>367.75544388609711</c:v>
                </c:pt>
                <c:pt idx="1211">
                  <c:v>361.76716917922948</c:v>
                </c:pt>
                <c:pt idx="1212">
                  <c:v>372.19430485762143</c:v>
                </c:pt>
                <c:pt idx="1213">
                  <c:v>366.62479061976552</c:v>
                </c:pt>
                <c:pt idx="1214">
                  <c:v>361.34840871021771</c:v>
                </c:pt>
                <c:pt idx="1215">
                  <c:v>357.16080402010044</c:v>
                </c:pt>
                <c:pt idx="1216">
                  <c:v>356.74204355108878</c:v>
                </c:pt>
                <c:pt idx="1217">
                  <c:v>353.643216080402</c:v>
                </c:pt>
                <c:pt idx="1218">
                  <c:v>353.0150753768844</c:v>
                </c:pt>
                <c:pt idx="1219">
                  <c:v>351.75879396984919</c:v>
                </c:pt>
                <c:pt idx="1220">
                  <c:v>346.35678391959794</c:v>
                </c:pt>
                <c:pt idx="1221">
                  <c:v>352.0100502512563</c:v>
                </c:pt>
                <c:pt idx="1222">
                  <c:v>361.80904522613059</c:v>
                </c:pt>
                <c:pt idx="1223">
                  <c:v>371.94304857621438</c:v>
                </c:pt>
                <c:pt idx="1224">
                  <c:v>364.07035175879395</c:v>
                </c:pt>
                <c:pt idx="1225">
                  <c:v>366.16415410385258</c:v>
                </c:pt>
                <c:pt idx="1226">
                  <c:v>366.91792294807368</c:v>
                </c:pt>
                <c:pt idx="1227">
                  <c:v>368.42546063651588</c:v>
                </c:pt>
                <c:pt idx="1228">
                  <c:v>371.39865996649911</c:v>
                </c:pt>
                <c:pt idx="1229">
                  <c:v>380.9045226130653</c:v>
                </c:pt>
                <c:pt idx="1230">
                  <c:v>379.94137353433831</c:v>
                </c:pt>
                <c:pt idx="1231">
                  <c:v>379.48073701842543</c:v>
                </c:pt>
                <c:pt idx="1232">
                  <c:v>379.94137353433831</c:v>
                </c:pt>
                <c:pt idx="1233">
                  <c:v>387.56281407035175</c:v>
                </c:pt>
                <c:pt idx="1234">
                  <c:v>392.50418760469006</c:v>
                </c:pt>
                <c:pt idx="1235">
                  <c:v>386.39028475711893</c:v>
                </c:pt>
                <c:pt idx="1236">
                  <c:v>389.02847571189278</c:v>
                </c:pt>
                <c:pt idx="1237">
                  <c:v>400</c:v>
                </c:pt>
                <c:pt idx="1238">
                  <c:v>404.31323283082071</c:v>
                </c:pt>
                <c:pt idx="1239">
                  <c:v>402.63819095477385</c:v>
                </c:pt>
                <c:pt idx="1240">
                  <c:v>402.97319932998317</c:v>
                </c:pt>
                <c:pt idx="1241">
                  <c:v>406.5326633165829</c:v>
                </c:pt>
                <c:pt idx="1242">
                  <c:v>408.33333333333331</c:v>
                </c:pt>
                <c:pt idx="1243">
                  <c:v>413.31658291457279</c:v>
                </c:pt>
                <c:pt idx="1244">
                  <c:v>410.34338358458956</c:v>
                </c:pt>
                <c:pt idx="1245">
                  <c:v>408.5427135678392</c:v>
                </c:pt>
                <c:pt idx="1246">
                  <c:v>408.50083752093803</c:v>
                </c:pt>
                <c:pt idx="1247">
                  <c:v>400.29313232830816</c:v>
                </c:pt>
                <c:pt idx="1248">
                  <c:v>397.19430485762143</c:v>
                </c:pt>
                <c:pt idx="1249">
                  <c:v>398.70184254606363</c:v>
                </c:pt>
                <c:pt idx="1250">
                  <c:v>401.00502512562809</c:v>
                </c:pt>
                <c:pt idx="1251">
                  <c:v>401.46566164154109</c:v>
                </c:pt>
                <c:pt idx="1252">
                  <c:v>404.77386934673365</c:v>
                </c:pt>
                <c:pt idx="1253">
                  <c:v>409.7989949748744</c:v>
                </c:pt>
                <c:pt idx="1254">
                  <c:v>409.00335008375208</c:v>
                </c:pt>
                <c:pt idx="1255">
                  <c:v>415.0753768844221</c:v>
                </c:pt>
                <c:pt idx="1256">
                  <c:v>418.29983249581238</c:v>
                </c:pt>
                <c:pt idx="1257">
                  <c:v>420.74958123953098</c:v>
                </c:pt>
                <c:pt idx="1258">
                  <c:v>424.41373534338356</c:v>
                </c:pt>
                <c:pt idx="1259">
                  <c:v>422.31993299832499</c:v>
                </c:pt>
                <c:pt idx="1260">
                  <c:v>423.68090452261305</c:v>
                </c:pt>
                <c:pt idx="1261">
                  <c:v>418.0904522613065</c:v>
                </c:pt>
                <c:pt idx="1262">
                  <c:v>418.04857621440539</c:v>
                </c:pt>
                <c:pt idx="1263">
                  <c:v>418.55108877721943</c:v>
                </c:pt>
                <c:pt idx="1264">
                  <c:v>417.12730318257957</c:v>
                </c:pt>
                <c:pt idx="1265">
                  <c:v>406.44891122278057</c:v>
                </c:pt>
                <c:pt idx="1266">
                  <c:v>404.02010050251249</c:v>
                </c:pt>
                <c:pt idx="1267">
                  <c:v>400.08375209380233</c:v>
                </c:pt>
                <c:pt idx="1268">
                  <c:v>401.75879396984919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996F-4E65-8F9A-AADF34362784}"/>
            </c:ext>
          </c:extLst>
        </c:ser>
        <c:ser>
          <c:idx val="4"/>
          <c:order val="4"/>
          <c:tx>
            <c:strRef>
              <c:f>'Confronto con indicizzazione'!$F$1</c:f>
              <c:strCache>
                <c:ptCount val="1"/>
                <c:pt idx="0">
                  <c:v>.STOXX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cat>
            <c:numRef>
              <c:f>'Confronto con indicizzazione'!$A$2:$A$1270</c:f>
              <c:numCache>
                <c:formatCode>dd\-mmm\-yyyy</c:formatCode>
                <c:ptCount val="1269"/>
                <c:pt idx="0">
                  <c:v>43467</c:v>
                </c:pt>
                <c:pt idx="1">
                  <c:v>43468</c:v>
                </c:pt>
                <c:pt idx="2">
                  <c:v>43469</c:v>
                </c:pt>
                <c:pt idx="3">
                  <c:v>43472</c:v>
                </c:pt>
                <c:pt idx="4">
                  <c:v>43473</c:v>
                </c:pt>
                <c:pt idx="5">
                  <c:v>43474</c:v>
                </c:pt>
                <c:pt idx="6">
                  <c:v>43475</c:v>
                </c:pt>
                <c:pt idx="7">
                  <c:v>43476</c:v>
                </c:pt>
                <c:pt idx="8">
                  <c:v>43479</c:v>
                </c:pt>
                <c:pt idx="9">
                  <c:v>43480</c:v>
                </c:pt>
                <c:pt idx="10">
                  <c:v>43481</c:v>
                </c:pt>
                <c:pt idx="11">
                  <c:v>43482</c:v>
                </c:pt>
                <c:pt idx="12">
                  <c:v>43483</c:v>
                </c:pt>
                <c:pt idx="13">
                  <c:v>43486</c:v>
                </c:pt>
                <c:pt idx="14">
                  <c:v>43487</c:v>
                </c:pt>
                <c:pt idx="15">
                  <c:v>43488</c:v>
                </c:pt>
                <c:pt idx="16">
                  <c:v>43489</c:v>
                </c:pt>
                <c:pt idx="17">
                  <c:v>43490</c:v>
                </c:pt>
                <c:pt idx="18">
                  <c:v>43493</c:v>
                </c:pt>
                <c:pt idx="19">
                  <c:v>43494</c:v>
                </c:pt>
                <c:pt idx="20">
                  <c:v>43495</c:v>
                </c:pt>
                <c:pt idx="21">
                  <c:v>43496</c:v>
                </c:pt>
                <c:pt idx="22">
                  <c:v>43497</c:v>
                </c:pt>
                <c:pt idx="23">
                  <c:v>43500</c:v>
                </c:pt>
                <c:pt idx="24">
                  <c:v>43501</c:v>
                </c:pt>
                <c:pt idx="25">
                  <c:v>43502</c:v>
                </c:pt>
                <c:pt idx="26">
                  <c:v>43503</c:v>
                </c:pt>
                <c:pt idx="27">
                  <c:v>43504</c:v>
                </c:pt>
                <c:pt idx="28">
                  <c:v>43507</c:v>
                </c:pt>
                <c:pt idx="29">
                  <c:v>43508</c:v>
                </c:pt>
                <c:pt idx="30">
                  <c:v>43509</c:v>
                </c:pt>
                <c:pt idx="31">
                  <c:v>43510</c:v>
                </c:pt>
                <c:pt idx="32">
                  <c:v>43511</c:v>
                </c:pt>
                <c:pt idx="33">
                  <c:v>43514</c:v>
                </c:pt>
                <c:pt idx="34">
                  <c:v>43515</c:v>
                </c:pt>
                <c:pt idx="35">
                  <c:v>43516</c:v>
                </c:pt>
                <c:pt idx="36">
                  <c:v>43517</c:v>
                </c:pt>
                <c:pt idx="37">
                  <c:v>43518</c:v>
                </c:pt>
                <c:pt idx="38">
                  <c:v>43521</c:v>
                </c:pt>
                <c:pt idx="39">
                  <c:v>43522</c:v>
                </c:pt>
                <c:pt idx="40">
                  <c:v>43523</c:v>
                </c:pt>
                <c:pt idx="41">
                  <c:v>43524</c:v>
                </c:pt>
                <c:pt idx="42">
                  <c:v>43525</c:v>
                </c:pt>
                <c:pt idx="43">
                  <c:v>43528</c:v>
                </c:pt>
                <c:pt idx="44">
                  <c:v>43529</c:v>
                </c:pt>
                <c:pt idx="45">
                  <c:v>43530</c:v>
                </c:pt>
                <c:pt idx="46">
                  <c:v>43531</c:v>
                </c:pt>
                <c:pt idx="47">
                  <c:v>43532</c:v>
                </c:pt>
                <c:pt idx="48">
                  <c:v>43535</c:v>
                </c:pt>
                <c:pt idx="49">
                  <c:v>43536</c:v>
                </c:pt>
                <c:pt idx="50">
                  <c:v>43537</c:v>
                </c:pt>
                <c:pt idx="51">
                  <c:v>43538</c:v>
                </c:pt>
                <c:pt idx="52">
                  <c:v>43539</c:v>
                </c:pt>
                <c:pt idx="53">
                  <c:v>43542</c:v>
                </c:pt>
                <c:pt idx="54">
                  <c:v>43543</c:v>
                </c:pt>
                <c:pt idx="55">
                  <c:v>43544</c:v>
                </c:pt>
                <c:pt idx="56">
                  <c:v>43545</c:v>
                </c:pt>
                <c:pt idx="57">
                  <c:v>43546</c:v>
                </c:pt>
                <c:pt idx="58">
                  <c:v>43549</c:v>
                </c:pt>
                <c:pt idx="59">
                  <c:v>43550</c:v>
                </c:pt>
                <c:pt idx="60">
                  <c:v>43551</c:v>
                </c:pt>
                <c:pt idx="61">
                  <c:v>43552</c:v>
                </c:pt>
                <c:pt idx="62">
                  <c:v>43553</c:v>
                </c:pt>
                <c:pt idx="63">
                  <c:v>43556</c:v>
                </c:pt>
                <c:pt idx="64">
                  <c:v>43557</c:v>
                </c:pt>
                <c:pt idx="65">
                  <c:v>43558</c:v>
                </c:pt>
                <c:pt idx="66">
                  <c:v>43559</c:v>
                </c:pt>
                <c:pt idx="67">
                  <c:v>43560</c:v>
                </c:pt>
                <c:pt idx="68">
                  <c:v>43563</c:v>
                </c:pt>
                <c:pt idx="69">
                  <c:v>43564</c:v>
                </c:pt>
                <c:pt idx="70">
                  <c:v>43565</c:v>
                </c:pt>
                <c:pt idx="71">
                  <c:v>43566</c:v>
                </c:pt>
                <c:pt idx="72">
                  <c:v>43567</c:v>
                </c:pt>
                <c:pt idx="73">
                  <c:v>43570</c:v>
                </c:pt>
                <c:pt idx="74">
                  <c:v>43571</c:v>
                </c:pt>
                <c:pt idx="75">
                  <c:v>43572</c:v>
                </c:pt>
                <c:pt idx="76">
                  <c:v>43573</c:v>
                </c:pt>
                <c:pt idx="77">
                  <c:v>43578</c:v>
                </c:pt>
                <c:pt idx="78">
                  <c:v>43579</c:v>
                </c:pt>
                <c:pt idx="79">
                  <c:v>43580</c:v>
                </c:pt>
                <c:pt idx="80">
                  <c:v>43581</c:v>
                </c:pt>
                <c:pt idx="81">
                  <c:v>43584</c:v>
                </c:pt>
                <c:pt idx="82">
                  <c:v>43585</c:v>
                </c:pt>
                <c:pt idx="83">
                  <c:v>43587</c:v>
                </c:pt>
                <c:pt idx="84">
                  <c:v>43588</c:v>
                </c:pt>
                <c:pt idx="85">
                  <c:v>43591</c:v>
                </c:pt>
                <c:pt idx="86">
                  <c:v>43592</c:v>
                </c:pt>
                <c:pt idx="87">
                  <c:v>43593</c:v>
                </c:pt>
                <c:pt idx="88">
                  <c:v>43594</c:v>
                </c:pt>
                <c:pt idx="89">
                  <c:v>43595</c:v>
                </c:pt>
                <c:pt idx="90">
                  <c:v>43598</c:v>
                </c:pt>
                <c:pt idx="91">
                  <c:v>43599</c:v>
                </c:pt>
                <c:pt idx="92">
                  <c:v>43600</c:v>
                </c:pt>
                <c:pt idx="93">
                  <c:v>43601</c:v>
                </c:pt>
                <c:pt idx="94">
                  <c:v>43602</c:v>
                </c:pt>
                <c:pt idx="95">
                  <c:v>43605</c:v>
                </c:pt>
                <c:pt idx="96">
                  <c:v>43606</c:v>
                </c:pt>
                <c:pt idx="97">
                  <c:v>43607</c:v>
                </c:pt>
                <c:pt idx="98">
                  <c:v>43608</c:v>
                </c:pt>
                <c:pt idx="99">
                  <c:v>43609</c:v>
                </c:pt>
                <c:pt idx="100">
                  <c:v>43612</c:v>
                </c:pt>
                <c:pt idx="101">
                  <c:v>43613</c:v>
                </c:pt>
                <c:pt idx="102">
                  <c:v>43614</c:v>
                </c:pt>
                <c:pt idx="103">
                  <c:v>43615</c:v>
                </c:pt>
                <c:pt idx="104">
                  <c:v>43616</c:v>
                </c:pt>
                <c:pt idx="105">
                  <c:v>43619</c:v>
                </c:pt>
                <c:pt idx="106">
                  <c:v>43620</c:v>
                </c:pt>
                <c:pt idx="107">
                  <c:v>43621</c:v>
                </c:pt>
                <c:pt idx="108">
                  <c:v>43622</c:v>
                </c:pt>
                <c:pt idx="109">
                  <c:v>43623</c:v>
                </c:pt>
                <c:pt idx="110">
                  <c:v>43627</c:v>
                </c:pt>
                <c:pt idx="111">
                  <c:v>43628</c:v>
                </c:pt>
                <c:pt idx="112">
                  <c:v>43629</c:v>
                </c:pt>
                <c:pt idx="113">
                  <c:v>43630</c:v>
                </c:pt>
                <c:pt idx="114">
                  <c:v>43633</c:v>
                </c:pt>
                <c:pt idx="115">
                  <c:v>43634</c:v>
                </c:pt>
                <c:pt idx="116">
                  <c:v>43635</c:v>
                </c:pt>
                <c:pt idx="117">
                  <c:v>43636</c:v>
                </c:pt>
                <c:pt idx="118">
                  <c:v>43637</c:v>
                </c:pt>
                <c:pt idx="119">
                  <c:v>43640</c:v>
                </c:pt>
                <c:pt idx="120">
                  <c:v>43641</c:v>
                </c:pt>
                <c:pt idx="121">
                  <c:v>43642</c:v>
                </c:pt>
                <c:pt idx="122">
                  <c:v>43643</c:v>
                </c:pt>
                <c:pt idx="123">
                  <c:v>43644</c:v>
                </c:pt>
                <c:pt idx="124">
                  <c:v>43647</c:v>
                </c:pt>
                <c:pt idx="125">
                  <c:v>43648</c:v>
                </c:pt>
                <c:pt idx="126">
                  <c:v>43649</c:v>
                </c:pt>
                <c:pt idx="127">
                  <c:v>43650</c:v>
                </c:pt>
                <c:pt idx="128">
                  <c:v>43651</c:v>
                </c:pt>
                <c:pt idx="129">
                  <c:v>43654</c:v>
                </c:pt>
                <c:pt idx="130">
                  <c:v>43655</c:v>
                </c:pt>
                <c:pt idx="131">
                  <c:v>43656</c:v>
                </c:pt>
                <c:pt idx="132">
                  <c:v>43657</c:v>
                </c:pt>
                <c:pt idx="133">
                  <c:v>43658</c:v>
                </c:pt>
                <c:pt idx="134">
                  <c:v>43661</c:v>
                </c:pt>
                <c:pt idx="135">
                  <c:v>43662</c:v>
                </c:pt>
                <c:pt idx="136">
                  <c:v>43663</c:v>
                </c:pt>
                <c:pt idx="137">
                  <c:v>43664</c:v>
                </c:pt>
                <c:pt idx="138">
                  <c:v>43665</c:v>
                </c:pt>
                <c:pt idx="139">
                  <c:v>43668</c:v>
                </c:pt>
                <c:pt idx="140">
                  <c:v>43669</c:v>
                </c:pt>
                <c:pt idx="141">
                  <c:v>43670</c:v>
                </c:pt>
                <c:pt idx="142">
                  <c:v>43671</c:v>
                </c:pt>
                <c:pt idx="143">
                  <c:v>43672</c:v>
                </c:pt>
                <c:pt idx="144">
                  <c:v>43675</c:v>
                </c:pt>
                <c:pt idx="145">
                  <c:v>43676</c:v>
                </c:pt>
                <c:pt idx="146">
                  <c:v>43677</c:v>
                </c:pt>
                <c:pt idx="147">
                  <c:v>43678</c:v>
                </c:pt>
                <c:pt idx="148">
                  <c:v>43679</c:v>
                </c:pt>
                <c:pt idx="149">
                  <c:v>43682</c:v>
                </c:pt>
                <c:pt idx="150">
                  <c:v>43683</c:v>
                </c:pt>
                <c:pt idx="151">
                  <c:v>43684</c:v>
                </c:pt>
                <c:pt idx="152">
                  <c:v>43685</c:v>
                </c:pt>
                <c:pt idx="153">
                  <c:v>43686</c:v>
                </c:pt>
                <c:pt idx="154">
                  <c:v>43689</c:v>
                </c:pt>
                <c:pt idx="155">
                  <c:v>43690</c:v>
                </c:pt>
                <c:pt idx="156">
                  <c:v>43691</c:v>
                </c:pt>
                <c:pt idx="157">
                  <c:v>43693</c:v>
                </c:pt>
                <c:pt idx="158">
                  <c:v>43696</c:v>
                </c:pt>
                <c:pt idx="159">
                  <c:v>43697</c:v>
                </c:pt>
                <c:pt idx="160">
                  <c:v>43698</c:v>
                </c:pt>
                <c:pt idx="161">
                  <c:v>43699</c:v>
                </c:pt>
                <c:pt idx="162">
                  <c:v>43700</c:v>
                </c:pt>
                <c:pt idx="163">
                  <c:v>43703</c:v>
                </c:pt>
                <c:pt idx="164">
                  <c:v>43704</c:v>
                </c:pt>
                <c:pt idx="165">
                  <c:v>43705</c:v>
                </c:pt>
                <c:pt idx="166">
                  <c:v>43706</c:v>
                </c:pt>
                <c:pt idx="167">
                  <c:v>43707</c:v>
                </c:pt>
                <c:pt idx="168">
                  <c:v>43710</c:v>
                </c:pt>
                <c:pt idx="169">
                  <c:v>43711</c:v>
                </c:pt>
                <c:pt idx="170">
                  <c:v>43712</c:v>
                </c:pt>
                <c:pt idx="171">
                  <c:v>43713</c:v>
                </c:pt>
                <c:pt idx="172">
                  <c:v>43714</c:v>
                </c:pt>
                <c:pt idx="173">
                  <c:v>43717</c:v>
                </c:pt>
                <c:pt idx="174">
                  <c:v>43718</c:v>
                </c:pt>
                <c:pt idx="175">
                  <c:v>43719</c:v>
                </c:pt>
                <c:pt idx="176">
                  <c:v>43720</c:v>
                </c:pt>
                <c:pt idx="177">
                  <c:v>43721</c:v>
                </c:pt>
                <c:pt idx="178">
                  <c:v>43724</c:v>
                </c:pt>
                <c:pt idx="179">
                  <c:v>43725</c:v>
                </c:pt>
                <c:pt idx="180">
                  <c:v>43726</c:v>
                </c:pt>
                <c:pt idx="181">
                  <c:v>43727</c:v>
                </c:pt>
                <c:pt idx="182">
                  <c:v>43728</c:v>
                </c:pt>
                <c:pt idx="183">
                  <c:v>43731</c:v>
                </c:pt>
                <c:pt idx="184">
                  <c:v>43732</c:v>
                </c:pt>
                <c:pt idx="185">
                  <c:v>43733</c:v>
                </c:pt>
                <c:pt idx="186">
                  <c:v>43734</c:v>
                </c:pt>
                <c:pt idx="187">
                  <c:v>43735</c:v>
                </c:pt>
                <c:pt idx="188">
                  <c:v>43738</c:v>
                </c:pt>
                <c:pt idx="189">
                  <c:v>43739</c:v>
                </c:pt>
                <c:pt idx="190">
                  <c:v>43740</c:v>
                </c:pt>
                <c:pt idx="191">
                  <c:v>43742</c:v>
                </c:pt>
                <c:pt idx="192">
                  <c:v>43745</c:v>
                </c:pt>
                <c:pt idx="193">
                  <c:v>43746</c:v>
                </c:pt>
                <c:pt idx="194">
                  <c:v>43747</c:v>
                </c:pt>
                <c:pt idx="195">
                  <c:v>43748</c:v>
                </c:pt>
                <c:pt idx="196">
                  <c:v>43749</c:v>
                </c:pt>
                <c:pt idx="197">
                  <c:v>43752</c:v>
                </c:pt>
                <c:pt idx="198">
                  <c:v>43753</c:v>
                </c:pt>
                <c:pt idx="199">
                  <c:v>43754</c:v>
                </c:pt>
                <c:pt idx="200">
                  <c:v>43755</c:v>
                </c:pt>
                <c:pt idx="201">
                  <c:v>43756</c:v>
                </c:pt>
                <c:pt idx="202">
                  <c:v>43759</c:v>
                </c:pt>
                <c:pt idx="203">
                  <c:v>43760</c:v>
                </c:pt>
                <c:pt idx="204">
                  <c:v>43761</c:v>
                </c:pt>
                <c:pt idx="205">
                  <c:v>43762</c:v>
                </c:pt>
                <c:pt idx="206">
                  <c:v>43763</c:v>
                </c:pt>
                <c:pt idx="207">
                  <c:v>43766</c:v>
                </c:pt>
                <c:pt idx="208">
                  <c:v>43767</c:v>
                </c:pt>
                <c:pt idx="209">
                  <c:v>43768</c:v>
                </c:pt>
                <c:pt idx="210">
                  <c:v>43769</c:v>
                </c:pt>
                <c:pt idx="211">
                  <c:v>43770</c:v>
                </c:pt>
                <c:pt idx="212">
                  <c:v>43773</c:v>
                </c:pt>
                <c:pt idx="213">
                  <c:v>43774</c:v>
                </c:pt>
                <c:pt idx="214">
                  <c:v>43775</c:v>
                </c:pt>
                <c:pt idx="215">
                  <c:v>43776</c:v>
                </c:pt>
                <c:pt idx="216">
                  <c:v>43777</c:v>
                </c:pt>
                <c:pt idx="217">
                  <c:v>43780</c:v>
                </c:pt>
                <c:pt idx="218">
                  <c:v>43781</c:v>
                </c:pt>
                <c:pt idx="219">
                  <c:v>43782</c:v>
                </c:pt>
                <c:pt idx="220">
                  <c:v>43783</c:v>
                </c:pt>
                <c:pt idx="221">
                  <c:v>43784</c:v>
                </c:pt>
                <c:pt idx="222">
                  <c:v>43787</c:v>
                </c:pt>
                <c:pt idx="223">
                  <c:v>43788</c:v>
                </c:pt>
                <c:pt idx="224">
                  <c:v>43789</c:v>
                </c:pt>
                <c:pt idx="225">
                  <c:v>43790</c:v>
                </c:pt>
                <c:pt idx="226">
                  <c:v>43791</c:v>
                </c:pt>
                <c:pt idx="227">
                  <c:v>43794</c:v>
                </c:pt>
                <c:pt idx="228">
                  <c:v>43795</c:v>
                </c:pt>
                <c:pt idx="229">
                  <c:v>43796</c:v>
                </c:pt>
                <c:pt idx="230">
                  <c:v>43797</c:v>
                </c:pt>
                <c:pt idx="231">
                  <c:v>43798</c:v>
                </c:pt>
                <c:pt idx="232">
                  <c:v>43801</c:v>
                </c:pt>
                <c:pt idx="233">
                  <c:v>43802</c:v>
                </c:pt>
                <c:pt idx="234">
                  <c:v>43803</c:v>
                </c:pt>
                <c:pt idx="235">
                  <c:v>43804</c:v>
                </c:pt>
                <c:pt idx="236">
                  <c:v>43805</c:v>
                </c:pt>
                <c:pt idx="237">
                  <c:v>43808</c:v>
                </c:pt>
                <c:pt idx="238">
                  <c:v>43809</c:v>
                </c:pt>
                <c:pt idx="239">
                  <c:v>43810</c:v>
                </c:pt>
                <c:pt idx="240">
                  <c:v>43811</c:v>
                </c:pt>
                <c:pt idx="241">
                  <c:v>43812</c:v>
                </c:pt>
                <c:pt idx="242">
                  <c:v>43815</c:v>
                </c:pt>
                <c:pt idx="243">
                  <c:v>43816</c:v>
                </c:pt>
                <c:pt idx="244">
                  <c:v>43817</c:v>
                </c:pt>
                <c:pt idx="245">
                  <c:v>43818</c:v>
                </c:pt>
                <c:pt idx="246">
                  <c:v>43819</c:v>
                </c:pt>
                <c:pt idx="247">
                  <c:v>43822</c:v>
                </c:pt>
                <c:pt idx="248">
                  <c:v>43826</c:v>
                </c:pt>
                <c:pt idx="249">
                  <c:v>43829</c:v>
                </c:pt>
                <c:pt idx="250">
                  <c:v>43832</c:v>
                </c:pt>
                <c:pt idx="251">
                  <c:v>43833</c:v>
                </c:pt>
                <c:pt idx="252">
                  <c:v>43836</c:v>
                </c:pt>
                <c:pt idx="253">
                  <c:v>43837</c:v>
                </c:pt>
                <c:pt idx="254">
                  <c:v>43838</c:v>
                </c:pt>
                <c:pt idx="255">
                  <c:v>43839</c:v>
                </c:pt>
                <c:pt idx="256">
                  <c:v>43840</c:v>
                </c:pt>
                <c:pt idx="257">
                  <c:v>43843</c:v>
                </c:pt>
                <c:pt idx="258">
                  <c:v>43844</c:v>
                </c:pt>
                <c:pt idx="259">
                  <c:v>43845</c:v>
                </c:pt>
                <c:pt idx="260">
                  <c:v>43846</c:v>
                </c:pt>
                <c:pt idx="261">
                  <c:v>43847</c:v>
                </c:pt>
                <c:pt idx="262">
                  <c:v>43850</c:v>
                </c:pt>
                <c:pt idx="263">
                  <c:v>43851</c:v>
                </c:pt>
                <c:pt idx="264">
                  <c:v>43852</c:v>
                </c:pt>
                <c:pt idx="265">
                  <c:v>43853</c:v>
                </c:pt>
                <c:pt idx="266">
                  <c:v>43854</c:v>
                </c:pt>
                <c:pt idx="267">
                  <c:v>43857</c:v>
                </c:pt>
                <c:pt idx="268">
                  <c:v>43858</c:v>
                </c:pt>
                <c:pt idx="269">
                  <c:v>43859</c:v>
                </c:pt>
                <c:pt idx="270">
                  <c:v>43860</c:v>
                </c:pt>
                <c:pt idx="271">
                  <c:v>43861</c:v>
                </c:pt>
                <c:pt idx="272">
                  <c:v>43864</c:v>
                </c:pt>
                <c:pt idx="273">
                  <c:v>43865</c:v>
                </c:pt>
                <c:pt idx="274">
                  <c:v>43866</c:v>
                </c:pt>
                <c:pt idx="275">
                  <c:v>43867</c:v>
                </c:pt>
                <c:pt idx="276">
                  <c:v>43868</c:v>
                </c:pt>
                <c:pt idx="277">
                  <c:v>43871</c:v>
                </c:pt>
                <c:pt idx="278">
                  <c:v>43872</c:v>
                </c:pt>
                <c:pt idx="279">
                  <c:v>43873</c:v>
                </c:pt>
                <c:pt idx="280">
                  <c:v>43874</c:v>
                </c:pt>
                <c:pt idx="281">
                  <c:v>43875</c:v>
                </c:pt>
                <c:pt idx="282">
                  <c:v>43878</c:v>
                </c:pt>
                <c:pt idx="283">
                  <c:v>43879</c:v>
                </c:pt>
                <c:pt idx="284">
                  <c:v>43880</c:v>
                </c:pt>
                <c:pt idx="285">
                  <c:v>43881</c:v>
                </c:pt>
                <c:pt idx="286">
                  <c:v>43882</c:v>
                </c:pt>
                <c:pt idx="287">
                  <c:v>43885</c:v>
                </c:pt>
                <c:pt idx="288">
                  <c:v>43886</c:v>
                </c:pt>
                <c:pt idx="289">
                  <c:v>43887</c:v>
                </c:pt>
                <c:pt idx="290">
                  <c:v>43888</c:v>
                </c:pt>
                <c:pt idx="291">
                  <c:v>43889</c:v>
                </c:pt>
                <c:pt idx="292">
                  <c:v>43892</c:v>
                </c:pt>
                <c:pt idx="293">
                  <c:v>43893</c:v>
                </c:pt>
                <c:pt idx="294">
                  <c:v>43894</c:v>
                </c:pt>
                <c:pt idx="295">
                  <c:v>43895</c:v>
                </c:pt>
                <c:pt idx="296">
                  <c:v>43896</c:v>
                </c:pt>
                <c:pt idx="297">
                  <c:v>43899</c:v>
                </c:pt>
                <c:pt idx="298">
                  <c:v>43900</c:v>
                </c:pt>
                <c:pt idx="299">
                  <c:v>43901</c:v>
                </c:pt>
                <c:pt idx="300">
                  <c:v>43902</c:v>
                </c:pt>
                <c:pt idx="301">
                  <c:v>43903</c:v>
                </c:pt>
                <c:pt idx="302">
                  <c:v>43906</c:v>
                </c:pt>
                <c:pt idx="303">
                  <c:v>43907</c:v>
                </c:pt>
                <c:pt idx="304">
                  <c:v>43908</c:v>
                </c:pt>
                <c:pt idx="305">
                  <c:v>43909</c:v>
                </c:pt>
                <c:pt idx="306">
                  <c:v>43910</c:v>
                </c:pt>
                <c:pt idx="307">
                  <c:v>43913</c:v>
                </c:pt>
                <c:pt idx="308">
                  <c:v>43914</c:v>
                </c:pt>
                <c:pt idx="309">
                  <c:v>43915</c:v>
                </c:pt>
                <c:pt idx="310">
                  <c:v>43916</c:v>
                </c:pt>
                <c:pt idx="311">
                  <c:v>43917</c:v>
                </c:pt>
                <c:pt idx="312">
                  <c:v>43920</c:v>
                </c:pt>
                <c:pt idx="313">
                  <c:v>43921</c:v>
                </c:pt>
                <c:pt idx="314">
                  <c:v>43922</c:v>
                </c:pt>
                <c:pt idx="315">
                  <c:v>43923</c:v>
                </c:pt>
                <c:pt idx="316">
                  <c:v>43924</c:v>
                </c:pt>
                <c:pt idx="317">
                  <c:v>43927</c:v>
                </c:pt>
                <c:pt idx="318">
                  <c:v>43928</c:v>
                </c:pt>
                <c:pt idx="319">
                  <c:v>43929</c:v>
                </c:pt>
                <c:pt idx="320">
                  <c:v>43930</c:v>
                </c:pt>
                <c:pt idx="321">
                  <c:v>43935</c:v>
                </c:pt>
                <c:pt idx="322">
                  <c:v>43936</c:v>
                </c:pt>
                <c:pt idx="323">
                  <c:v>43937</c:v>
                </c:pt>
                <c:pt idx="324">
                  <c:v>43938</c:v>
                </c:pt>
                <c:pt idx="325">
                  <c:v>43941</c:v>
                </c:pt>
                <c:pt idx="326">
                  <c:v>43942</c:v>
                </c:pt>
                <c:pt idx="327">
                  <c:v>43943</c:v>
                </c:pt>
                <c:pt idx="328">
                  <c:v>43944</c:v>
                </c:pt>
                <c:pt idx="329">
                  <c:v>43945</c:v>
                </c:pt>
                <c:pt idx="330">
                  <c:v>43948</c:v>
                </c:pt>
                <c:pt idx="331">
                  <c:v>43949</c:v>
                </c:pt>
                <c:pt idx="332">
                  <c:v>43950</c:v>
                </c:pt>
                <c:pt idx="333">
                  <c:v>43951</c:v>
                </c:pt>
                <c:pt idx="334">
                  <c:v>43955</c:v>
                </c:pt>
                <c:pt idx="335">
                  <c:v>43956</c:v>
                </c:pt>
                <c:pt idx="336">
                  <c:v>43957</c:v>
                </c:pt>
                <c:pt idx="337">
                  <c:v>43958</c:v>
                </c:pt>
                <c:pt idx="338">
                  <c:v>43959</c:v>
                </c:pt>
                <c:pt idx="339">
                  <c:v>43962</c:v>
                </c:pt>
                <c:pt idx="340">
                  <c:v>43963</c:v>
                </c:pt>
                <c:pt idx="341">
                  <c:v>43964</c:v>
                </c:pt>
                <c:pt idx="342">
                  <c:v>43965</c:v>
                </c:pt>
                <c:pt idx="343">
                  <c:v>43966</c:v>
                </c:pt>
                <c:pt idx="344">
                  <c:v>43969</c:v>
                </c:pt>
                <c:pt idx="345">
                  <c:v>43970</c:v>
                </c:pt>
                <c:pt idx="346">
                  <c:v>43971</c:v>
                </c:pt>
                <c:pt idx="347">
                  <c:v>43972</c:v>
                </c:pt>
                <c:pt idx="348">
                  <c:v>43973</c:v>
                </c:pt>
                <c:pt idx="349">
                  <c:v>43976</c:v>
                </c:pt>
                <c:pt idx="350">
                  <c:v>43977</c:v>
                </c:pt>
                <c:pt idx="351">
                  <c:v>43978</c:v>
                </c:pt>
                <c:pt idx="352">
                  <c:v>43979</c:v>
                </c:pt>
                <c:pt idx="353">
                  <c:v>43980</c:v>
                </c:pt>
                <c:pt idx="354">
                  <c:v>43984</c:v>
                </c:pt>
                <c:pt idx="355">
                  <c:v>43985</c:v>
                </c:pt>
                <c:pt idx="356">
                  <c:v>43986</c:v>
                </c:pt>
                <c:pt idx="357">
                  <c:v>43987</c:v>
                </c:pt>
                <c:pt idx="358">
                  <c:v>43990</c:v>
                </c:pt>
                <c:pt idx="359">
                  <c:v>43991</c:v>
                </c:pt>
                <c:pt idx="360">
                  <c:v>43992</c:v>
                </c:pt>
                <c:pt idx="361">
                  <c:v>43993</c:v>
                </c:pt>
                <c:pt idx="362">
                  <c:v>43994</c:v>
                </c:pt>
                <c:pt idx="363">
                  <c:v>43997</c:v>
                </c:pt>
                <c:pt idx="364">
                  <c:v>43998</c:v>
                </c:pt>
                <c:pt idx="365">
                  <c:v>43999</c:v>
                </c:pt>
                <c:pt idx="366">
                  <c:v>44000</c:v>
                </c:pt>
                <c:pt idx="367">
                  <c:v>44001</c:v>
                </c:pt>
                <c:pt idx="368">
                  <c:v>44004</c:v>
                </c:pt>
                <c:pt idx="369">
                  <c:v>44005</c:v>
                </c:pt>
                <c:pt idx="370">
                  <c:v>44006</c:v>
                </c:pt>
                <c:pt idx="371">
                  <c:v>44007</c:v>
                </c:pt>
                <c:pt idx="372">
                  <c:v>44008</c:v>
                </c:pt>
                <c:pt idx="373">
                  <c:v>44011</c:v>
                </c:pt>
                <c:pt idx="374">
                  <c:v>44012</c:v>
                </c:pt>
                <c:pt idx="375">
                  <c:v>44013</c:v>
                </c:pt>
                <c:pt idx="376">
                  <c:v>44014</c:v>
                </c:pt>
                <c:pt idx="377">
                  <c:v>44015</c:v>
                </c:pt>
                <c:pt idx="378">
                  <c:v>44018</c:v>
                </c:pt>
                <c:pt idx="379">
                  <c:v>44019</c:v>
                </c:pt>
                <c:pt idx="380">
                  <c:v>44020</c:v>
                </c:pt>
                <c:pt idx="381">
                  <c:v>44021</c:v>
                </c:pt>
                <c:pt idx="382">
                  <c:v>44022</c:v>
                </c:pt>
                <c:pt idx="383">
                  <c:v>44025</c:v>
                </c:pt>
                <c:pt idx="384">
                  <c:v>44026</c:v>
                </c:pt>
                <c:pt idx="385">
                  <c:v>44027</c:v>
                </c:pt>
                <c:pt idx="386">
                  <c:v>44028</c:v>
                </c:pt>
                <c:pt idx="387">
                  <c:v>44029</c:v>
                </c:pt>
                <c:pt idx="388">
                  <c:v>44032</c:v>
                </c:pt>
                <c:pt idx="389">
                  <c:v>44033</c:v>
                </c:pt>
                <c:pt idx="390">
                  <c:v>44034</c:v>
                </c:pt>
                <c:pt idx="391">
                  <c:v>44035</c:v>
                </c:pt>
                <c:pt idx="392">
                  <c:v>44036</c:v>
                </c:pt>
                <c:pt idx="393">
                  <c:v>44039</c:v>
                </c:pt>
                <c:pt idx="394">
                  <c:v>44040</c:v>
                </c:pt>
                <c:pt idx="395">
                  <c:v>44041</c:v>
                </c:pt>
                <c:pt idx="396">
                  <c:v>44042</c:v>
                </c:pt>
                <c:pt idx="397">
                  <c:v>44043</c:v>
                </c:pt>
                <c:pt idx="398">
                  <c:v>44046</c:v>
                </c:pt>
                <c:pt idx="399">
                  <c:v>44047</c:v>
                </c:pt>
                <c:pt idx="400">
                  <c:v>44048</c:v>
                </c:pt>
                <c:pt idx="401">
                  <c:v>44049</c:v>
                </c:pt>
                <c:pt idx="402">
                  <c:v>44050</c:v>
                </c:pt>
                <c:pt idx="403">
                  <c:v>44053</c:v>
                </c:pt>
                <c:pt idx="404">
                  <c:v>44054</c:v>
                </c:pt>
                <c:pt idx="405">
                  <c:v>44055</c:v>
                </c:pt>
                <c:pt idx="406">
                  <c:v>44056</c:v>
                </c:pt>
                <c:pt idx="407">
                  <c:v>44057</c:v>
                </c:pt>
                <c:pt idx="408">
                  <c:v>44060</c:v>
                </c:pt>
                <c:pt idx="409">
                  <c:v>44061</c:v>
                </c:pt>
                <c:pt idx="410">
                  <c:v>44062</c:v>
                </c:pt>
                <c:pt idx="411">
                  <c:v>44063</c:v>
                </c:pt>
                <c:pt idx="412">
                  <c:v>44064</c:v>
                </c:pt>
                <c:pt idx="413">
                  <c:v>44067</c:v>
                </c:pt>
                <c:pt idx="414">
                  <c:v>44068</c:v>
                </c:pt>
                <c:pt idx="415">
                  <c:v>44069</c:v>
                </c:pt>
                <c:pt idx="416">
                  <c:v>44070</c:v>
                </c:pt>
                <c:pt idx="417">
                  <c:v>44071</c:v>
                </c:pt>
                <c:pt idx="418">
                  <c:v>44074</c:v>
                </c:pt>
                <c:pt idx="419">
                  <c:v>44075</c:v>
                </c:pt>
                <c:pt idx="420">
                  <c:v>44076</c:v>
                </c:pt>
                <c:pt idx="421">
                  <c:v>44077</c:v>
                </c:pt>
                <c:pt idx="422">
                  <c:v>44078</c:v>
                </c:pt>
                <c:pt idx="423">
                  <c:v>44081</c:v>
                </c:pt>
                <c:pt idx="424">
                  <c:v>44082</c:v>
                </c:pt>
                <c:pt idx="425">
                  <c:v>44083</c:v>
                </c:pt>
                <c:pt idx="426">
                  <c:v>44084</c:v>
                </c:pt>
                <c:pt idx="427">
                  <c:v>44085</c:v>
                </c:pt>
                <c:pt idx="428">
                  <c:v>44088</c:v>
                </c:pt>
                <c:pt idx="429">
                  <c:v>44089</c:v>
                </c:pt>
                <c:pt idx="430">
                  <c:v>44090</c:v>
                </c:pt>
                <c:pt idx="431">
                  <c:v>44091</c:v>
                </c:pt>
                <c:pt idx="432">
                  <c:v>44092</c:v>
                </c:pt>
                <c:pt idx="433">
                  <c:v>44095</c:v>
                </c:pt>
                <c:pt idx="434">
                  <c:v>44096</c:v>
                </c:pt>
                <c:pt idx="435">
                  <c:v>44097</c:v>
                </c:pt>
                <c:pt idx="436">
                  <c:v>44098</c:v>
                </c:pt>
                <c:pt idx="437">
                  <c:v>44099</c:v>
                </c:pt>
                <c:pt idx="438">
                  <c:v>44102</c:v>
                </c:pt>
                <c:pt idx="439">
                  <c:v>44103</c:v>
                </c:pt>
                <c:pt idx="440">
                  <c:v>44104</c:v>
                </c:pt>
                <c:pt idx="441">
                  <c:v>44105</c:v>
                </c:pt>
                <c:pt idx="442">
                  <c:v>44106</c:v>
                </c:pt>
                <c:pt idx="443">
                  <c:v>44109</c:v>
                </c:pt>
                <c:pt idx="444">
                  <c:v>44110</c:v>
                </c:pt>
                <c:pt idx="445">
                  <c:v>44111</c:v>
                </c:pt>
                <c:pt idx="446">
                  <c:v>44112</c:v>
                </c:pt>
                <c:pt idx="447">
                  <c:v>44113</c:v>
                </c:pt>
                <c:pt idx="448">
                  <c:v>44116</c:v>
                </c:pt>
                <c:pt idx="449">
                  <c:v>44117</c:v>
                </c:pt>
                <c:pt idx="450">
                  <c:v>44118</c:v>
                </c:pt>
                <c:pt idx="451">
                  <c:v>44119</c:v>
                </c:pt>
                <c:pt idx="452">
                  <c:v>44120</c:v>
                </c:pt>
                <c:pt idx="453">
                  <c:v>44123</c:v>
                </c:pt>
                <c:pt idx="454">
                  <c:v>44124</c:v>
                </c:pt>
                <c:pt idx="455">
                  <c:v>44125</c:v>
                </c:pt>
                <c:pt idx="456">
                  <c:v>44126</c:v>
                </c:pt>
                <c:pt idx="457">
                  <c:v>44127</c:v>
                </c:pt>
                <c:pt idx="458">
                  <c:v>44130</c:v>
                </c:pt>
                <c:pt idx="459">
                  <c:v>44131</c:v>
                </c:pt>
                <c:pt idx="460">
                  <c:v>44132</c:v>
                </c:pt>
                <c:pt idx="461">
                  <c:v>44133</c:v>
                </c:pt>
                <c:pt idx="462">
                  <c:v>44134</c:v>
                </c:pt>
                <c:pt idx="463">
                  <c:v>44137</c:v>
                </c:pt>
                <c:pt idx="464">
                  <c:v>44138</c:v>
                </c:pt>
                <c:pt idx="465">
                  <c:v>44139</c:v>
                </c:pt>
                <c:pt idx="466">
                  <c:v>44140</c:v>
                </c:pt>
                <c:pt idx="467">
                  <c:v>44141</c:v>
                </c:pt>
                <c:pt idx="468">
                  <c:v>44144</c:v>
                </c:pt>
                <c:pt idx="469">
                  <c:v>44145</c:v>
                </c:pt>
                <c:pt idx="470">
                  <c:v>44146</c:v>
                </c:pt>
                <c:pt idx="471">
                  <c:v>44147</c:v>
                </c:pt>
                <c:pt idx="472">
                  <c:v>44148</c:v>
                </c:pt>
                <c:pt idx="473">
                  <c:v>44151</c:v>
                </c:pt>
                <c:pt idx="474">
                  <c:v>44152</c:v>
                </c:pt>
                <c:pt idx="475">
                  <c:v>44153</c:v>
                </c:pt>
                <c:pt idx="476">
                  <c:v>44154</c:v>
                </c:pt>
                <c:pt idx="477">
                  <c:v>44155</c:v>
                </c:pt>
                <c:pt idx="478">
                  <c:v>44158</c:v>
                </c:pt>
                <c:pt idx="479">
                  <c:v>44159</c:v>
                </c:pt>
                <c:pt idx="480">
                  <c:v>44160</c:v>
                </c:pt>
                <c:pt idx="481">
                  <c:v>44161</c:v>
                </c:pt>
                <c:pt idx="482">
                  <c:v>44162</c:v>
                </c:pt>
                <c:pt idx="483">
                  <c:v>44165</c:v>
                </c:pt>
                <c:pt idx="484">
                  <c:v>44166</c:v>
                </c:pt>
                <c:pt idx="485">
                  <c:v>44167</c:v>
                </c:pt>
                <c:pt idx="486">
                  <c:v>44168</c:v>
                </c:pt>
                <c:pt idx="487">
                  <c:v>44169</c:v>
                </c:pt>
                <c:pt idx="488">
                  <c:v>44172</c:v>
                </c:pt>
                <c:pt idx="489">
                  <c:v>44173</c:v>
                </c:pt>
                <c:pt idx="490">
                  <c:v>44174</c:v>
                </c:pt>
                <c:pt idx="491">
                  <c:v>44175</c:v>
                </c:pt>
                <c:pt idx="492">
                  <c:v>44176</c:v>
                </c:pt>
                <c:pt idx="493">
                  <c:v>44179</c:v>
                </c:pt>
                <c:pt idx="494">
                  <c:v>44180</c:v>
                </c:pt>
                <c:pt idx="495">
                  <c:v>44181</c:v>
                </c:pt>
                <c:pt idx="496">
                  <c:v>44182</c:v>
                </c:pt>
                <c:pt idx="497">
                  <c:v>44183</c:v>
                </c:pt>
                <c:pt idx="498">
                  <c:v>44186</c:v>
                </c:pt>
                <c:pt idx="499">
                  <c:v>44187</c:v>
                </c:pt>
                <c:pt idx="500">
                  <c:v>44188</c:v>
                </c:pt>
                <c:pt idx="501">
                  <c:v>44193</c:v>
                </c:pt>
                <c:pt idx="502">
                  <c:v>44194</c:v>
                </c:pt>
                <c:pt idx="503">
                  <c:v>44195</c:v>
                </c:pt>
                <c:pt idx="504">
                  <c:v>44200</c:v>
                </c:pt>
                <c:pt idx="505">
                  <c:v>44201</c:v>
                </c:pt>
                <c:pt idx="506">
                  <c:v>44202</c:v>
                </c:pt>
                <c:pt idx="507">
                  <c:v>44203</c:v>
                </c:pt>
                <c:pt idx="508">
                  <c:v>44204</c:v>
                </c:pt>
                <c:pt idx="509">
                  <c:v>44207</c:v>
                </c:pt>
                <c:pt idx="510">
                  <c:v>44208</c:v>
                </c:pt>
                <c:pt idx="511">
                  <c:v>44209</c:v>
                </c:pt>
                <c:pt idx="512">
                  <c:v>44210</c:v>
                </c:pt>
                <c:pt idx="513">
                  <c:v>44211</c:v>
                </c:pt>
                <c:pt idx="514">
                  <c:v>44214</c:v>
                </c:pt>
                <c:pt idx="515">
                  <c:v>44215</c:v>
                </c:pt>
                <c:pt idx="516">
                  <c:v>44216</c:v>
                </c:pt>
                <c:pt idx="517">
                  <c:v>44217</c:v>
                </c:pt>
                <c:pt idx="518">
                  <c:v>44218</c:v>
                </c:pt>
                <c:pt idx="519">
                  <c:v>44221</c:v>
                </c:pt>
                <c:pt idx="520">
                  <c:v>44222</c:v>
                </c:pt>
                <c:pt idx="521">
                  <c:v>44223</c:v>
                </c:pt>
                <c:pt idx="522">
                  <c:v>44224</c:v>
                </c:pt>
                <c:pt idx="523">
                  <c:v>44225</c:v>
                </c:pt>
                <c:pt idx="524">
                  <c:v>44228</c:v>
                </c:pt>
                <c:pt idx="525">
                  <c:v>44229</c:v>
                </c:pt>
                <c:pt idx="526">
                  <c:v>44230</c:v>
                </c:pt>
                <c:pt idx="527">
                  <c:v>44231</c:v>
                </c:pt>
                <c:pt idx="528">
                  <c:v>44232</c:v>
                </c:pt>
                <c:pt idx="529">
                  <c:v>44235</c:v>
                </c:pt>
                <c:pt idx="530">
                  <c:v>44236</c:v>
                </c:pt>
                <c:pt idx="531">
                  <c:v>44237</c:v>
                </c:pt>
                <c:pt idx="532">
                  <c:v>44238</c:v>
                </c:pt>
                <c:pt idx="533">
                  <c:v>44239</c:v>
                </c:pt>
                <c:pt idx="534">
                  <c:v>44242</c:v>
                </c:pt>
                <c:pt idx="535">
                  <c:v>44243</c:v>
                </c:pt>
                <c:pt idx="536">
                  <c:v>44244</c:v>
                </c:pt>
                <c:pt idx="537">
                  <c:v>44245</c:v>
                </c:pt>
                <c:pt idx="538">
                  <c:v>44246</c:v>
                </c:pt>
                <c:pt idx="539">
                  <c:v>44249</c:v>
                </c:pt>
                <c:pt idx="540">
                  <c:v>44250</c:v>
                </c:pt>
                <c:pt idx="541">
                  <c:v>44251</c:v>
                </c:pt>
                <c:pt idx="542">
                  <c:v>44252</c:v>
                </c:pt>
                <c:pt idx="543">
                  <c:v>44253</c:v>
                </c:pt>
                <c:pt idx="544">
                  <c:v>44256</c:v>
                </c:pt>
                <c:pt idx="545">
                  <c:v>44257</c:v>
                </c:pt>
                <c:pt idx="546">
                  <c:v>44258</c:v>
                </c:pt>
                <c:pt idx="547">
                  <c:v>44259</c:v>
                </c:pt>
                <c:pt idx="548">
                  <c:v>44260</c:v>
                </c:pt>
                <c:pt idx="549">
                  <c:v>44263</c:v>
                </c:pt>
                <c:pt idx="550">
                  <c:v>44264</c:v>
                </c:pt>
                <c:pt idx="551">
                  <c:v>44265</c:v>
                </c:pt>
                <c:pt idx="552">
                  <c:v>44266</c:v>
                </c:pt>
                <c:pt idx="553">
                  <c:v>44267</c:v>
                </c:pt>
                <c:pt idx="554">
                  <c:v>44270</c:v>
                </c:pt>
                <c:pt idx="555">
                  <c:v>44271</c:v>
                </c:pt>
                <c:pt idx="556">
                  <c:v>44272</c:v>
                </c:pt>
                <c:pt idx="557">
                  <c:v>44273</c:v>
                </c:pt>
                <c:pt idx="558">
                  <c:v>44274</c:v>
                </c:pt>
                <c:pt idx="559">
                  <c:v>44277</c:v>
                </c:pt>
                <c:pt idx="560">
                  <c:v>44278</c:v>
                </c:pt>
                <c:pt idx="561">
                  <c:v>44279</c:v>
                </c:pt>
                <c:pt idx="562">
                  <c:v>44280</c:v>
                </c:pt>
                <c:pt idx="563">
                  <c:v>44281</c:v>
                </c:pt>
                <c:pt idx="564">
                  <c:v>44284</c:v>
                </c:pt>
                <c:pt idx="565">
                  <c:v>44285</c:v>
                </c:pt>
                <c:pt idx="566">
                  <c:v>44286</c:v>
                </c:pt>
                <c:pt idx="567">
                  <c:v>44287</c:v>
                </c:pt>
                <c:pt idx="568">
                  <c:v>44292</c:v>
                </c:pt>
                <c:pt idx="569">
                  <c:v>44293</c:v>
                </c:pt>
                <c:pt idx="570">
                  <c:v>44294</c:v>
                </c:pt>
                <c:pt idx="571">
                  <c:v>44295</c:v>
                </c:pt>
                <c:pt idx="572">
                  <c:v>44298</c:v>
                </c:pt>
                <c:pt idx="573">
                  <c:v>44299</c:v>
                </c:pt>
                <c:pt idx="574">
                  <c:v>44300</c:v>
                </c:pt>
                <c:pt idx="575">
                  <c:v>44301</c:v>
                </c:pt>
                <c:pt idx="576">
                  <c:v>44302</c:v>
                </c:pt>
                <c:pt idx="577">
                  <c:v>44305</c:v>
                </c:pt>
                <c:pt idx="578">
                  <c:v>44306</c:v>
                </c:pt>
                <c:pt idx="579">
                  <c:v>44307</c:v>
                </c:pt>
                <c:pt idx="580">
                  <c:v>44308</c:v>
                </c:pt>
                <c:pt idx="581">
                  <c:v>44309</c:v>
                </c:pt>
                <c:pt idx="582">
                  <c:v>44312</c:v>
                </c:pt>
                <c:pt idx="583">
                  <c:v>44313</c:v>
                </c:pt>
                <c:pt idx="584">
                  <c:v>44314</c:v>
                </c:pt>
                <c:pt idx="585">
                  <c:v>44315</c:v>
                </c:pt>
                <c:pt idx="586">
                  <c:v>44316</c:v>
                </c:pt>
                <c:pt idx="587">
                  <c:v>44319</c:v>
                </c:pt>
                <c:pt idx="588">
                  <c:v>44320</c:v>
                </c:pt>
                <c:pt idx="589">
                  <c:v>44321</c:v>
                </c:pt>
                <c:pt idx="590">
                  <c:v>44322</c:v>
                </c:pt>
                <c:pt idx="591">
                  <c:v>44323</c:v>
                </c:pt>
                <c:pt idx="592">
                  <c:v>44326</c:v>
                </c:pt>
                <c:pt idx="593">
                  <c:v>44327</c:v>
                </c:pt>
                <c:pt idx="594">
                  <c:v>44328</c:v>
                </c:pt>
                <c:pt idx="595">
                  <c:v>44329</c:v>
                </c:pt>
                <c:pt idx="596">
                  <c:v>44330</c:v>
                </c:pt>
                <c:pt idx="597">
                  <c:v>44333</c:v>
                </c:pt>
                <c:pt idx="598">
                  <c:v>44334</c:v>
                </c:pt>
                <c:pt idx="599">
                  <c:v>44335</c:v>
                </c:pt>
                <c:pt idx="600">
                  <c:v>44336</c:v>
                </c:pt>
                <c:pt idx="601">
                  <c:v>44337</c:v>
                </c:pt>
                <c:pt idx="602">
                  <c:v>44341</c:v>
                </c:pt>
                <c:pt idx="603">
                  <c:v>44342</c:v>
                </c:pt>
                <c:pt idx="604">
                  <c:v>44343</c:v>
                </c:pt>
                <c:pt idx="605">
                  <c:v>44344</c:v>
                </c:pt>
                <c:pt idx="606">
                  <c:v>44347</c:v>
                </c:pt>
                <c:pt idx="607">
                  <c:v>44348</c:v>
                </c:pt>
                <c:pt idx="608">
                  <c:v>44349</c:v>
                </c:pt>
                <c:pt idx="609">
                  <c:v>44350</c:v>
                </c:pt>
                <c:pt idx="610">
                  <c:v>44351</c:v>
                </c:pt>
                <c:pt idx="611">
                  <c:v>44354</c:v>
                </c:pt>
                <c:pt idx="612">
                  <c:v>44355</c:v>
                </c:pt>
                <c:pt idx="613">
                  <c:v>44356</c:v>
                </c:pt>
                <c:pt idx="614">
                  <c:v>44357</c:v>
                </c:pt>
                <c:pt idx="615">
                  <c:v>44358</c:v>
                </c:pt>
                <c:pt idx="616">
                  <c:v>44361</c:v>
                </c:pt>
                <c:pt idx="617">
                  <c:v>44362</c:v>
                </c:pt>
                <c:pt idx="618">
                  <c:v>44363</c:v>
                </c:pt>
                <c:pt idx="619">
                  <c:v>44364</c:v>
                </c:pt>
                <c:pt idx="620">
                  <c:v>44365</c:v>
                </c:pt>
                <c:pt idx="621">
                  <c:v>44368</c:v>
                </c:pt>
                <c:pt idx="622">
                  <c:v>44369</c:v>
                </c:pt>
                <c:pt idx="623">
                  <c:v>44370</c:v>
                </c:pt>
                <c:pt idx="624">
                  <c:v>44371</c:v>
                </c:pt>
                <c:pt idx="625">
                  <c:v>44372</c:v>
                </c:pt>
                <c:pt idx="626">
                  <c:v>44375</c:v>
                </c:pt>
                <c:pt idx="627">
                  <c:v>44376</c:v>
                </c:pt>
                <c:pt idx="628">
                  <c:v>44377</c:v>
                </c:pt>
                <c:pt idx="629">
                  <c:v>44378</c:v>
                </c:pt>
                <c:pt idx="630">
                  <c:v>44379</c:v>
                </c:pt>
                <c:pt idx="631">
                  <c:v>44382</c:v>
                </c:pt>
                <c:pt idx="632">
                  <c:v>44383</c:v>
                </c:pt>
                <c:pt idx="633">
                  <c:v>44384</c:v>
                </c:pt>
                <c:pt idx="634">
                  <c:v>44385</c:v>
                </c:pt>
                <c:pt idx="635">
                  <c:v>44386</c:v>
                </c:pt>
                <c:pt idx="636">
                  <c:v>44389</c:v>
                </c:pt>
                <c:pt idx="637">
                  <c:v>44390</c:v>
                </c:pt>
                <c:pt idx="638">
                  <c:v>44391</c:v>
                </c:pt>
                <c:pt idx="639">
                  <c:v>44392</c:v>
                </c:pt>
                <c:pt idx="640">
                  <c:v>44393</c:v>
                </c:pt>
                <c:pt idx="641">
                  <c:v>44396</c:v>
                </c:pt>
                <c:pt idx="642">
                  <c:v>44397</c:v>
                </c:pt>
                <c:pt idx="643">
                  <c:v>44398</c:v>
                </c:pt>
                <c:pt idx="644">
                  <c:v>44399</c:v>
                </c:pt>
                <c:pt idx="645">
                  <c:v>44400</c:v>
                </c:pt>
                <c:pt idx="646">
                  <c:v>44403</c:v>
                </c:pt>
                <c:pt idx="647">
                  <c:v>44404</c:v>
                </c:pt>
                <c:pt idx="648">
                  <c:v>44405</c:v>
                </c:pt>
                <c:pt idx="649">
                  <c:v>44406</c:v>
                </c:pt>
                <c:pt idx="650">
                  <c:v>44407</c:v>
                </c:pt>
                <c:pt idx="651">
                  <c:v>44410</c:v>
                </c:pt>
                <c:pt idx="652">
                  <c:v>44411</c:v>
                </c:pt>
                <c:pt idx="653">
                  <c:v>44412</c:v>
                </c:pt>
                <c:pt idx="654">
                  <c:v>44413</c:v>
                </c:pt>
                <c:pt idx="655">
                  <c:v>44414</c:v>
                </c:pt>
                <c:pt idx="656">
                  <c:v>44417</c:v>
                </c:pt>
                <c:pt idx="657">
                  <c:v>44418</c:v>
                </c:pt>
                <c:pt idx="658">
                  <c:v>44419</c:v>
                </c:pt>
                <c:pt idx="659">
                  <c:v>44420</c:v>
                </c:pt>
                <c:pt idx="660">
                  <c:v>44421</c:v>
                </c:pt>
                <c:pt idx="661">
                  <c:v>44424</c:v>
                </c:pt>
                <c:pt idx="662">
                  <c:v>44425</c:v>
                </c:pt>
                <c:pt idx="663">
                  <c:v>44426</c:v>
                </c:pt>
                <c:pt idx="664">
                  <c:v>44427</c:v>
                </c:pt>
                <c:pt idx="665">
                  <c:v>44428</c:v>
                </c:pt>
                <c:pt idx="666">
                  <c:v>44431</c:v>
                </c:pt>
                <c:pt idx="667">
                  <c:v>44432</c:v>
                </c:pt>
                <c:pt idx="668">
                  <c:v>44433</c:v>
                </c:pt>
                <c:pt idx="669">
                  <c:v>44434</c:v>
                </c:pt>
                <c:pt idx="670">
                  <c:v>44435</c:v>
                </c:pt>
                <c:pt idx="671">
                  <c:v>44438</c:v>
                </c:pt>
                <c:pt idx="672">
                  <c:v>44439</c:v>
                </c:pt>
                <c:pt idx="673">
                  <c:v>44440</c:v>
                </c:pt>
                <c:pt idx="674">
                  <c:v>44441</c:v>
                </c:pt>
                <c:pt idx="675">
                  <c:v>44442</c:v>
                </c:pt>
                <c:pt idx="676">
                  <c:v>44445</c:v>
                </c:pt>
                <c:pt idx="677">
                  <c:v>44446</c:v>
                </c:pt>
                <c:pt idx="678">
                  <c:v>44447</c:v>
                </c:pt>
                <c:pt idx="679">
                  <c:v>44448</c:v>
                </c:pt>
                <c:pt idx="680">
                  <c:v>44449</c:v>
                </c:pt>
                <c:pt idx="681">
                  <c:v>44452</c:v>
                </c:pt>
                <c:pt idx="682">
                  <c:v>44453</c:v>
                </c:pt>
                <c:pt idx="683">
                  <c:v>44454</c:v>
                </c:pt>
                <c:pt idx="684">
                  <c:v>44455</c:v>
                </c:pt>
                <c:pt idx="685">
                  <c:v>44456</c:v>
                </c:pt>
                <c:pt idx="686">
                  <c:v>44459</c:v>
                </c:pt>
                <c:pt idx="687">
                  <c:v>44460</c:v>
                </c:pt>
                <c:pt idx="688">
                  <c:v>44461</c:v>
                </c:pt>
                <c:pt idx="689">
                  <c:v>44462</c:v>
                </c:pt>
                <c:pt idx="690">
                  <c:v>44463</c:v>
                </c:pt>
                <c:pt idx="691">
                  <c:v>44466</c:v>
                </c:pt>
                <c:pt idx="692">
                  <c:v>44467</c:v>
                </c:pt>
                <c:pt idx="693">
                  <c:v>44468</c:v>
                </c:pt>
                <c:pt idx="694">
                  <c:v>44469</c:v>
                </c:pt>
                <c:pt idx="695">
                  <c:v>44470</c:v>
                </c:pt>
                <c:pt idx="696">
                  <c:v>44473</c:v>
                </c:pt>
                <c:pt idx="697">
                  <c:v>44474</c:v>
                </c:pt>
                <c:pt idx="698">
                  <c:v>44475</c:v>
                </c:pt>
                <c:pt idx="699">
                  <c:v>44476</c:v>
                </c:pt>
                <c:pt idx="700">
                  <c:v>44477</c:v>
                </c:pt>
                <c:pt idx="701">
                  <c:v>44480</c:v>
                </c:pt>
                <c:pt idx="702">
                  <c:v>44481</c:v>
                </c:pt>
                <c:pt idx="703">
                  <c:v>44482</c:v>
                </c:pt>
                <c:pt idx="704">
                  <c:v>44483</c:v>
                </c:pt>
                <c:pt idx="705">
                  <c:v>44484</c:v>
                </c:pt>
                <c:pt idx="706">
                  <c:v>44487</c:v>
                </c:pt>
                <c:pt idx="707">
                  <c:v>44488</c:v>
                </c:pt>
                <c:pt idx="708">
                  <c:v>44489</c:v>
                </c:pt>
                <c:pt idx="709">
                  <c:v>44490</c:v>
                </c:pt>
                <c:pt idx="710">
                  <c:v>44491</c:v>
                </c:pt>
                <c:pt idx="711">
                  <c:v>44494</c:v>
                </c:pt>
                <c:pt idx="712">
                  <c:v>44495</c:v>
                </c:pt>
                <c:pt idx="713">
                  <c:v>44496</c:v>
                </c:pt>
                <c:pt idx="714">
                  <c:v>44497</c:v>
                </c:pt>
                <c:pt idx="715">
                  <c:v>44498</c:v>
                </c:pt>
                <c:pt idx="716">
                  <c:v>44501</c:v>
                </c:pt>
                <c:pt idx="717">
                  <c:v>44502</c:v>
                </c:pt>
                <c:pt idx="718">
                  <c:v>44503</c:v>
                </c:pt>
                <c:pt idx="719">
                  <c:v>44504</c:v>
                </c:pt>
                <c:pt idx="720">
                  <c:v>44505</c:v>
                </c:pt>
                <c:pt idx="721">
                  <c:v>44508</c:v>
                </c:pt>
                <c:pt idx="722">
                  <c:v>44509</c:v>
                </c:pt>
                <c:pt idx="723">
                  <c:v>44510</c:v>
                </c:pt>
                <c:pt idx="724">
                  <c:v>44511</c:v>
                </c:pt>
                <c:pt idx="725">
                  <c:v>44512</c:v>
                </c:pt>
                <c:pt idx="726">
                  <c:v>44515</c:v>
                </c:pt>
                <c:pt idx="727">
                  <c:v>44516</c:v>
                </c:pt>
                <c:pt idx="728">
                  <c:v>44517</c:v>
                </c:pt>
                <c:pt idx="729">
                  <c:v>44518</c:v>
                </c:pt>
                <c:pt idx="730">
                  <c:v>44519</c:v>
                </c:pt>
                <c:pt idx="731">
                  <c:v>44522</c:v>
                </c:pt>
                <c:pt idx="732">
                  <c:v>44523</c:v>
                </c:pt>
                <c:pt idx="733">
                  <c:v>44524</c:v>
                </c:pt>
                <c:pt idx="734">
                  <c:v>44525</c:v>
                </c:pt>
                <c:pt idx="735">
                  <c:v>44526</c:v>
                </c:pt>
                <c:pt idx="736">
                  <c:v>44529</c:v>
                </c:pt>
                <c:pt idx="737">
                  <c:v>44530</c:v>
                </c:pt>
                <c:pt idx="738">
                  <c:v>44531</c:v>
                </c:pt>
                <c:pt idx="739">
                  <c:v>44532</c:v>
                </c:pt>
                <c:pt idx="740">
                  <c:v>44533</c:v>
                </c:pt>
                <c:pt idx="741">
                  <c:v>44536</c:v>
                </c:pt>
                <c:pt idx="742">
                  <c:v>44537</c:v>
                </c:pt>
                <c:pt idx="743">
                  <c:v>44538</c:v>
                </c:pt>
                <c:pt idx="744">
                  <c:v>44539</c:v>
                </c:pt>
                <c:pt idx="745">
                  <c:v>44540</c:v>
                </c:pt>
                <c:pt idx="746">
                  <c:v>44543</c:v>
                </c:pt>
                <c:pt idx="747">
                  <c:v>44544</c:v>
                </c:pt>
                <c:pt idx="748">
                  <c:v>44545</c:v>
                </c:pt>
                <c:pt idx="749">
                  <c:v>44546</c:v>
                </c:pt>
                <c:pt idx="750">
                  <c:v>44547</c:v>
                </c:pt>
                <c:pt idx="751">
                  <c:v>44550</c:v>
                </c:pt>
                <c:pt idx="752">
                  <c:v>44551</c:v>
                </c:pt>
                <c:pt idx="753">
                  <c:v>44552</c:v>
                </c:pt>
                <c:pt idx="754">
                  <c:v>44553</c:v>
                </c:pt>
                <c:pt idx="755">
                  <c:v>44557</c:v>
                </c:pt>
                <c:pt idx="756">
                  <c:v>44558</c:v>
                </c:pt>
                <c:pt idx="757">
                  <c:v>44559</c:v>
                </c:pt>
                <c:pt idx="758">
                  <c:v>44560</c:v>
                </c:pt>
                <c:pt idx="759">
                  <c:v>44564</c:v>
                </c:pt>
                <c:pt idx="760">
                  <c:v>44565</c:v>
                </c:pt>
                <c:pt idx="761">
                  <c:v>44566</c:v>
                </c:pt>
                <c:pt idx="762">
                  <c:v>44567</c:v>
                </c:pt>
                <c:pt idx="763">
                  <c:v>44568</c:v>
                </c:pt>
                <c:pt idx="764">
                  <c:v>44571</c:v>
                </c:pt>
                <c:pt idx="765">
                  <c:v>44572</c:v>
                </c:pt>
                <c:pt idx="766">
                  <c:v>44573</c:v>
                </c:pt>
                <c:pt idx="767">
                  <c:v>44574</c:v>
                </c:pt>
                <c:pt idx="768">
                  <c:v>44575</c:v>
                </c:pt>
                <c:pt idx="769">
                  <c:v>44578</c:v>
                </c:pt>
                <c:pt idx="770">
                  <c:v>44579</c:v>
                </c:pt>
                <c:pt idx="771">
                  <c:v>44580</c:v>
                </c:pt>
                <c:pt idx="772">
                  <c:v>44581</c:v>
                </c:pt>
                <c:pt idx="773">
                  <c:v>44582</c:v>
                </c:pt>
                <c:pt idx="774">
                  <c:v>44585</c:v>
                </c:pt>
                <c:pt idx="775">
                  <c:v>44586</c:v>
                </c:pt>
                <c:pt idx="776">
                  <c:v>44587</c:v>
                </c:pt>
                <c:pt idx="777">
                  <c:v>44588</c:v>
                </c:pt>
                <c:pt idx="778">
                  <c:v>44589</c:v>
                </c:pt>
                <c:pt idx="779">
                  <c:v>44592</c:v>
                </c:pt>
                <c:pt idx="780">
                  <c:v>44593</c:v>
                </c:pt>
                <c:pt idx="781">
                  <c:v>44594</c:v>
                </c:pt>
                <c:pt idx="782">
                  <c:v>44595</c:v>
                </c:pt>
                <c:pt idx="783">
                  <c:v>44596</c:v>
                </c:pt>
                <c:pt idx="784">
                  <c:v>44599</c:v>
                </c:pt>
                <c:pt idx="785">
                  <c:v>44600</c:v>
                </c:pt>
                <c:pt idx="786">
                  <c:v>44601</c:v>
                </c:pt>
                <c:pt idx="787">
                  <c:v>44602</c:v>
                </c:pt>
                <c:pt idx="788">
                  <c:v>44603</c:v>
                </c:pt>
                <c:pt idx="789">
                  <c:v>44606</c:v>
                </c:pt>
                <c:pt idx="790">
                  <c:v>44607</c:v>
                </c:pt>
                <c:pt idx="791">
                  <c:v>44608</c:v>
                </c:pt>
                <c:pt idx="792">
                  <c:v>44609</c:v>
                </c:pt>
                <c:pt idx="793">
                  <c:v>44610</c:v>
                </c:pt>
                <c:pt idx="794">
                  <c:v>44613</c:v>
                </c:pt>
                <c:pt idx="795">
                  <c:v>44614</c:v>
                </c:pt>
                <c:pt idx="796">
                  <c:v>44615</c:v>
                </c:pt>
                <c:pt idx="797">
                  <c:v>44616</c:v>
                </c:pt>
                <c:pt idx="798">
                  <c:v>44617</c:v>
                </c:pt>
                <c:pt idx="799">
                  <c:v>44620</c:v>
                </c:pt>
                <c:pt idx="800">
                  <c:v>44621</c:v>
                </c:pt>
                <c:pt idx="801">
                  <c:v>44622</c:v>
                </c:pt>
                <c:pt idx="802">
                  <c:v>44623</c:v>
                </c:pt>
                <c:pt idx="803">
                  <c:v>44624</c:v>
                </c:pt>
                <c:pt idx="804">
                  <c:v>44627</c:v>
                </c:pt>
                <c:pt idx="805">
                  <c:v>44628</c:v>
                </c:pt>
                <c:pt idx="806">
                  <c:v>44629</c:v>
                </c:pt>
                <c:pt idx="807">
                  <c:v>44630</c:v>
                </c:pt>
                <c:pt idx="808">
                  <c:v>44631</c:v>
                </c:pt>
                <c:pt idx="809">
                  <c:v>44634</c:v>
                </c:pt>
                <c:pt idx="810">
                  <c:v>44635</c:v>
                </c:pt>
                <c:pt idx="811">
                  <c:v>44636</c:v>
                </c:pt>
                <c:pt idx="812">
                  <c:v>44637</c:v>
                </c:pt>
                <c:pt idx="813">
                  <c:v>44638</c:v>
                </c:pt>
                <c:pt idx="814">
                  <c:v>44641</c:v>
                </c:pt>
                <c:pt idx="815">
                  <c:v>44642</c:v>
                </c:pt>
                <c:pt idx="816">
                  <c:v>44643</c:v>
                </c:pt>
                <c:pt idx="817">
                  <c:v>44644</c:v>
                </c:pt>
                <c:pt idx="818">
                  <c:v>44645</c:v>
                </c:pt>
                <c:pt idx="819">
                  <c:v>44648</c:v>
                </c:pt>
                <c:pt idx="820">
                  <c:v>44649</c:v>
                </c:pt>
                <c:pt idx="821">
                  <c:v>44650</c:v>
                </c:pt>
                <c:pt idx="822">
                  <c:v>44651</c:v>
                </c:pt>
                <c:pt idx="823">
                  <c:v>44652</c:v>
                </c:pt>
                <c:pt idx="824">
                  <c:v>44655</c:v>
                </c:pt>
                <c:pt idx="825">
                  <c:v>44656</c:v>
                </c:pt>
                <c:pt idx="826">
                  <c:v>44657</c:v>
                </c:pt>
                <c:pt idx="827">
                  <c:v>44658</c:v>
                </c:pt>
                <c:pt idx="828">
                  <c:v>44659</c:v>
                </c:pt>
                <c:pt idx="829">
                  <c:v>44662</c:v>
                </c:pt>
                <c:pt idx="830">
                  <c:v>44663</c:v>
                </c:pt>
                <c:pt idx="831">
                  <c:v>44664</c:v>
                </c:pt>
                <c:pt idx="832">
                  <c:v>44665</c:v>
                </c:pt>
                <c:pt idx="833">
                  <c:v>44670</c:v>
                </c:pt>
                <c:pt idx="834">
                  <c:v>44671</c:v>
                </c:pt>
                <c:pt idx="835">
                  <c:v>44672</c:v>
                </c:pt>
                <c:pt idx="836">
                  <c:v>44673</c:v>
                </c:pt>
                <c:pt idx="837">
                  <c:v>44676</c:v>
                </c:pt>
                <c:pt idx="838">
                  <c:v>44677</c:v>
                </c:pt>
                <c:pt idx="839">
                  <c:v>44678</c:v>
                </c:pt>
                <c:pt idx="840">
                  <c:v>44679</c:v>
                </c:pt>
                <c:pt idx="841">
                  <c:v>44680</c:v>
                </c:pt>
                <c:pt idx="842">
                  <c:v>44683</c:v>
                </c:pt>
                <c:pt idx="843">
                  <c:v>44684</c:v>
                </c:pt>
                <c:pt idx="844">
                  <c:v>44685</c:v>
                </c:pt>
                <c:pt idx="845">
                  <c:v>44686</c:v>
                </c:pt>
                <c:pt idx="846">
                  <c:v>44687</c:v>
                </c:pt>
                <c:pt idx="847">
                  <c:v>44690</c:v>
                </c:pt>
                <c:pt idx="848">
                  <c:v>44691</c:v>
                </c:pt>
                <c:pt idx="849">
                  <c:v>44692</c:v>
                </c:pt>
                <c:pt idx="850">
                  <c:v>44693</c:v>
                </c:pt>
                <c:pt idx="851">
                  <c:v>44694</c:v>
                </c:pt>
                <c:pt idx="852">
                  <c:v>44697</c:v>
                </c:pt>
                <c:pt idx="853">
                  <c:v>44698</c:v>
                </c:pt>
                <c:pt idx="854">
                  <c:v>44699</c:v>
                </c:pt>
                <c:pt idx="855">
                  <c:v>44700</c:v>
                </c:pt>
                <c:pt idx="856">
                  <c:v>44701</c:v>
                </c:pt>
                <c:pt idx="857">
                  <c:v>44704</c:v>
                </c:pt>
                <c:pt idx="858">
                  <c:v>44705</c:v>
                </c:pt>
                <c:pt idx="859">
                  <c:v>44706</c:v>
                </c:pt>
                <c:pt idx="860">
                  <c:v>44707</c:v>
                </c:pt>
                <c:pt idx="861">
                  <c:v>44708</c:v>
                </c:pt>
                <c:pt idx="862">
                  <c:v>44711</c:v>
                </c:pt>
                <c:pt idx="863">
                  <c:v>44712</c:v>
                </c:pt>
                <c:pt idx="864">
                  <c:v>44713</c:v>
                </c:pt>
                <c:pt idx="865">
                  <c:v>44714</c:v>
                </c:pt>
                <c:pt idx="866">
                  <c:v>44715</c:v>
                </c:pt>
                <c:pt idx="867">
                  <c:v>44718</c:v>
                </c:pt>
                <c:pt idx="868">
                  <c:v>44719</c:v>
                </c:pt>
                <c:pt idx="869">
                  <c:v>44720</c:v>
                </c:pt>
                <c:pt idx="870">
                  <c:v>44721</c:v>
                </c:pt>
                <c:pt idx="871">
                  <c:v>44722</c:v>
                </c:pt>
                <c:pt idx="872">
                  <c:v>44725</c:v>
                </c:pt>
                <c:pt idx="873">
                  <c:v>44726</c:v>
                </c:pt>
                <c:pt idx="874">
                  <c:v>44727</c:v>
                </c:pt>
                <c:pt idx="875">
                  <c:v>44728</c:v>
                </c:pt>
                <c:pt idx="876">
                  <c:v>44729</c:v>
                </c:pt>
                <c:pt idx="877">
                  <c:v>44732</c:v>
                </c:pt>
                <c:pt idx="878">
                  <c:v>44733</c:v>
                </c:pt>
                <c:pt idx="879">
                  <c:v>44734</c:v>
                </c:pt>
                <c:pt idx="880">
                  <c:v>44735</c:v>
                </c:pt>
                <c:pt idx="881">
                  <c:v>44736</c:v>
                </c:pt>
                <c:pt idx="882">
                  <c:v>44739</c:v>
                </c:pt>
                <c:pt idx="883">
                  <c:v>44740</c:v>
                </c:pt>
                <c:pt idx="884">
                  <c:v>44741</c:v>
                </c:pt>
                <c:pt idx="885">
                  <c:v>44742</c:v>
                </c:pt>
                <c:pt idx="886">
                  <c:v>44743</c:v>
                </c:pt>
                <c:pt idx="887">
                  <c:v>44746</c:v>
                </c:pt>
                <c:pt idx="888">
                  <c:v>44747</c:v>
                </c:pt>
                <c:pt idx="889">
                  <c:v>44748</c:v>
                </c:pt>
                <c:pt idx="890">
                  <c:v>44749</c:v>
                </c:pt>
                <c:pt idx="891">
                  <c:v>44750</c:v>
                </c:pt>
                <c:pt idx="892">
                  <c:v>44753</c:v>
                </c:pt>
                <c:pt idx="893">
                  <c:v>44754</c:v>
                </c:pt>
                <c:pt idx="894">
                  <c:v>44755</c:v>
                </c:pt>
                <c:pt idx="895">
                  <c:v>44756</c:v>
                </c:pt>
                <c:pt idx="896">
                  <c:v>44757</c:v>
                </c:pt>
                <c:pt idx="897">
                  <c:v>44760</c:v>
                </c:pt>
                <c:pt idx="898">
                  <c:v>44761</c:v>
                </c:pt>
                <c:pt idx="899">
                  <c:v>44762</c:v>
                </c:pt>
                <c:pt idx="900">
                  <c:v>44763</c:v>
                </c:pt>
                <c:pt idx="901">
                  <c:v>44764</c:v>
                </c:pt>
                <c:pt idx="902">
                  <c:v>44767</c:v>
                </c:pt>
                <c:pt idx="903">
                  <c:v>44768</c:v>
                </c:pt>
                <c:pt idx="904">
                  <c:v>44769</c:v>
                </c:pt>
                <c:pt idx="905">
                  <c:v>44770</c:v>
                </c:pt>
                <c:pt idx="906">
                  <c:v>44771</c:v>
                </c:pt>
                <c:pt idx="907">
                  <c:v>44774</c:v>
                </c:pt>
                <c:pt idx="908">
                  <c:v>44775</c:v>
                </c:pt>
                <c:pt idx="909">
                  <c:v>44776</c:v>
                </c:pt>
                <c:pt idx="910">
                  <c:v>44777</c:v>
                </c:pt>
                <c:pt idx="911">
                  <c:v>44778</c:v>
                </c:pt>
                <c:pt idx="912">
                  <c:v>44781</c:v>
                </c:pt>
                <c:pt idx="913">
                  <c:v>44782</c:v>
                </c:pt>
                <c:pt idx="914">
                  <c:v>44783</c:v>
                </c:pt>
                <c:pt idx="915">
                  <c:v>44784</c:v>
                </c:pt>
                <c:pt idx="916">
                  <c:v>44785</c:v>
                </c:pt>
                <c:pt idx="917">
                  <c:v>44789</c:v>
                </c:pt>
                <c:pt idx="918">
                  <c:v>44790</c:v>
                </c:pt>
                <c:pt idx="919">
                  <c:v>44791</c:v>
                </c:pt>
                <c:pt idx="920">
                  <c:v>44792</c:v>
                </c:pt>
                <c:pt idx="921">
                  <c:v>44795</c:v>
                </c:pt>
                <c:pt idx="922">
                  <c:v>44796</c:v>
                </c:pt>
                <c:pt idx="923">
                  <c:v>44797</c:v>
                </c:pt>
                <c:pt idx="924">
                  <c:v>44798</c:v>
                </c:pt>
                <c:pt idx="925">
                  <c:v>44799</c:v>
                </c:pt>
                <c:pt idx="926">
                  <c:v>44802</c:v>
                </c:pt>
                <c:pt idx="927">
                  <c:v>44803</c:v>
                </c:pt>
                <c:pt idx="928">
                  <c:v>44804</c:v>
                </c:pt>
                <c:pt idx="929">
                  <c:v>44805</c:v>
                </c:pt>
                <c:pt idx="930">
                  <c:v>44806</c:v>
                </c:pt>
                <c:pt idx="931">
                  <c:v>44809</c:v>
                </c:pt>
                <c:pt idx="932">
                  <c:v>44810</c:v>
                </c:pt>
                <c:pt idx="933">
                  <c:v>44811</c:v>
                </c:pt>
                <c:pt idx="934">
                  <c:v>44812</c:v>
                </c:pt>
                <c:pt idx="935">
                  <c:v>44813</c:v>
                </c:pt>
                <c:pt idx="936">
                  <c:v>44816</c:v>
                </c:pt>
                <c:pt idx="937">
                  <c:v>44817</c:v>
                </c:pt>
                <c:pt idx="938">
                  <c:v>44818</c:v>
                </c:pt>
                <c:pt idx="939">
                  <c:v>44819</c:v>
                </c:pt>
                <c:pt idx="940">
                  <c:v>44820</c:v>
                </c:pt>
                <c:pt idx="941">
                  <c:v>44823</c:v>
                </c:pt>
                <c:pt idx="942">
                  <c:v>44824</c:v>
                </c:pt>
                <c:pt idx="943">
                  <c:v>44825</c:v>
                </c:pt>
                <c:pt idx="944">
                  <c:v>44826</c:v>
                </c:pt>
                <c:pt idx="945">
                  <c:v>44827</c:v>
                </c:pt>
                <c:pt idx="946">
                  <c:v>44830</c:v>
                </c:pt>
                <c:pt idx="947">
                  <c:v>44831</c:v>
                </c:pt>
                <c:pt idx="948">
                  <c:v>44832</c:v>
                </c:pt>
                <c:pt idx="949">
                  <c:v>44833</c:v>
                </c:pt>
                <c:pt idx="950">
                  <c:v>44834</c:v>
                </c:pt>
                <c:pt idx="951">
                  <c:v>44837</c:v>
                </c:pt>
                <c:pt idx="952">
                  <c:v>44838</c:v>
                </c:pt>
                <c:pt idx="953">
                  <c:v>44839</c:v>
                </c:pt>
                <c:pt idx="954">
                  <c:v>44840</c:v>
                </c:pt>
                <c:pt idx="955">
                  <c:v>44841</c:v>
                </c:pt>
                <c:pt idx="956">
                  <c:v>44844</c:v>
                </c:pt>
                <c:pt idx="957">
                  <c:v>44845</c:v>
                </c:pt>
                <c:pt idx="958">
                  <c:v>44846</c:v>
                </c:pt>
                <c:pt idx="959">
                  <c:v>44847</c:v>
                </c:pt>
                <c:pt idx="960">
                  <c:v>44848</c:v>
                </c:pt>
                <c:pt idx="961">
                  <c:v>44851</c:v>
                </c:pt>
                <c:pt idx="962">
                  <c:v>44852</c:v>
                </c:pt>
                <c:pt idx="963">
                  <c:v>44853</c:v>
                </c:pt>
                <c:pt idx="964">
                  <c:v>44854</c:v>
                </c:pt>
                <c:pt idx="965">
                  <c:v>44855</c:v>
                </c:pt>
                <c:pt idx="966">
                  <c:v>44858</c:v>
                </c:pt>
                <c:pt idx="967">
                  <c:v>44859</c:v>
                </c:pt>
                <c:pt idx="968">
                  <c:v>44860</c:v>
                </c:pt>
                <c:pt idx="969">
                  <c:v>44861</c:v>
                </c:pt>
                <c:pt idx="970">
                  <c:v>44862</c:v>
                </c:pt>
                <c:pt idx="971">
                  <c:v>44865</c:v>
                </c:pt>
                <c:pt idx="972">
                  <c:v>44866</c:v>
                </c:pt>
                <c:pt idx="973">
                  <c:v>44867</c:v>
                </c:pt>
                <c:pt idx="974">
                  <c:v>44868</c:v>
                </c:pt>
                <c:pt idx="975">
                  <c:v>44869</c:v>
                </c:pt>
                <c:pt idx="976">
                  <c:v>44872</c:v>
                </c:pt>
                <c:pt idx="977">
                  <c:v>44873</c:v>
                </c:pt>
                <c:pt idx="978">
                  <c:v>44874</c:v>
                </c:pt>
                <c:pt idx="979">
                  <c:v>44875</c:v>
                </c:pt>
                <c:pt idx="980">
                  <c:v>44876</c:v>
                </c:pt>
                <c:pt idx="981">
                  <c:v>44879</c:v>
                </c:pt>
                <c:pt idx="982">
                  <c:v>44880</c:v>
                </c:pt>
                <c:pt idx="983">
                  <c:v>44881</c:v>
                </c:pt>
                <c:pt idx="984">
                  <c:v>44882</c:v>
                </c:pt>
                <c:pt idx="985">
                  <c:v>44883</c:v>
                </c:pt>
                <c:pt idx="986">
                  <c:v>44886</c:v>
                </c:pt>
                <c:pt idx="987">
                  <c:v>44887</c:v>
                </c:pt>
                <c:pt idx="988">
                  <c:v>44888</c:v>
                </c:pt>
                <c:pt idx="989">
                  <c:v>44889</c:v>
                </c:pt>
                <c:pt idx="990">
                  <c:v>44890</c:v>
                </c:pt>
                <c:pt idx="991">
                  <c:v>44893</c:v>
                </c:pt>
                <c:pt idx="992">
                  <c:v>44894</c:v>
                </c:pt>
                <c:pt idx="993">
                  <c:v>44895</c:v>
                </c:pt>
                <c:pt idx="994">
                  <c:v>44896</c:v>
                </c:pt>
                <c:pt idx="995">
                  <c:v>44897</c:v>
                </c:pt>
                <c:pt idx="996">
                  <c:v>44900</c:v>
                </c:pt>
                <c:pt idx="997">
                  <c:v>44901</c:v>
                </c:pt>
                <c:pt idx="998">
                  <c:v>44902</c:v>
                </c:pt>
                <c:pt idx="999">
                  <c:v>44903</c:v>
                </c:pt>
                <c:pt idx="1000">
                  <c:v>44904</c:v>
                </c:pt>
                <c:pt idx="1001">
                  <c:v>44907</c:v>
                </c:pt>
                <c:pt idx="1002">
                  <c:v>44908</c:v>
                </c:pt>
                <c:pt idx="1003">
                  <c:v>44909</c:v>
                </c:pt>
                <c:pt idx="1004">
                  <c:v>44910</c:v>
                </c:pt>
                <c:pt idx="1005">
                  <c:v>44911</c:v>
                </c:pt>
                <c:pt idx="1006">
                  <c:v>44914</c:v>
                </c:pt>
                <c:pt idx="1007">
                  <c:v>44915</c:v>
                </c:pt>
                <c:pt idx="1008">
                  <c:v>44916</c:v>
                </c:pt>
                <c:pt idx="1009">
                  <c:v>44917</c:v>
                </c:pt>
                <c:pt idx="1010">
                  <c:v>44918</c:v>
                </c:pt>
                <c:pt idx="1011">
                  <c:v>44922</c:v>
                </c:pt>
                <c:pt idx="1012">
                  <c:v>44923</c:v>
                </c:pt>
                <c:pt idx="1013">
                  <c:v>44924</c:v>
                </c:pt>
                <c:pt idx="1014">
                  <c:v>44925</c:v>
                </c:pt>
                <c:pt idx="1015">
                  <c:v>44928</c:v>
                </c:pt>
                <c:pt idx="1016">
                  <c:v>44929</c:v>
                </c:pt>
                <c:pt idx="1017">
                  <c:v>44930</c:v>
                </c:pt>
                <c:pt idx="1018">
                  <c:v>44931</c:v>
                </c:pt>
                <c:pt idx="1019">
                  <c:v>44932</c:v>
                </c:pt>
                <c:pt idx="1020">
                  <c:v>44935</c:v>
                </c:pt>
                <c:pt idx="1021">
                  <c:v>44936</c:v>
                </c:pt>
                <c:pt idx="1022">
                  <c:v>44937</c:v>
                </c:pt>
                <c:pt idx="1023">
                  <c:v>44938</c:v>
                </c:pt>
                <c:pt idx="1024">
                  <c:v>44939</c:v>
                </c:pt>
                <c:pt idx="1025">
                  <c:v>44942</c:v>
                </c:pt>
                <c:pt idx="1026">
                  <c:v>44943</c:v>
                </c:pt>
                <c:pt idx="1027">
                  <c:v>44944</c:v>
                </c:pt>
                <c:pt idx="1028">
                  <c:v>44945</c:v>
                </c:pt>
                <c:pt idx="1029">
                  <c:v>44946</c:v>
                </c:pt>
                <c:pt idx="1030">
                  <c:v>44949</c:v>
                </c:pt>
                <c:pt idx="1031">
                  <c:v>44950</c:v>
                </c:pt>
                <c:pt idx="1032">
                  <c:v>44951</c:v>
                </c:pt>
                <c:pt idx="1033">
                  <c:v>44952</c:v>
                </c:pt>
                <c:pt idx="1034">
                  <c:v>44953</c:v>
                </c:pt>
                <c:pt idx="1035">
                  <c:v>44956</c:v>
                </c:pt>
                <c:pt idx="1036">
                  <c:v>44957</c:v>
                </c:pt>
                <c:pt idx="1037">
                  <c:v>44958</c:v>
                </c:pt>
                <c:pt idx="1038">
                  <c:v>44959</c:v>
                </c:pt>
                <c:pt idx="1039">
                  <c:v>44960</c:v>
                </c:pt>
                <c:pt idx="1040">
                  <c:v>44963</c:v>
                </c:pt>
                <c:pt idx="1041">
                  <c:v>44964</c:v>
                </c:pt>
                <c:pt idx="1042">
                  <c:v>44965</c:v>
                </c:pt>
                <c:pt idx="1043">
                  <c:v>44966</c:v>
                </c:pt>
                <c:pt idx="1044">
                  <c:v>44967</c:v>
                </c:pt>
                <c:pt idx="1045">
                  <c:v>44970</c:v>
                </c:pt>
                <c:pt idx="1046">
                  <c:v>44971</c:v>
                </c:pt>
                <c:pt idx="1047">
                  <c:v>44972</c:v>
                </c:pt>
                <c:pt idx="1048">
                  <c:v>44973</c:v>
                </c:pt>
                <c:pt idx="1049">
                  <c:v>44974</c:v>
                </c:pt>
                <c:pt idx="1050">
                  <c:v>44977</c:v>
                </c:pt>
                <c:pt idx="1051">
                  <c:v>44978</c:v>
                </c:pt>
                <c:pt idx="1052">
                  <c:v>44979</c:v>
                </c:pt>
                <c:pt idx="1053">
                  <c:v>44980</c:v>
                </c:pt>
                <c:pt idx="1054">
                  <c:v>44981</c:v>
                </c:pt>
                <c:pt idx="1055">
                  <c:v>44984</c:v>
                </c:pt>
                <c:pt idx="1056">
                  <c:v>44985</c:v>
                </c:pt>
                <c:pt idx="1057">
                  <c:v>44986</c:v>
                </c:pt>
                <c:pt idx="1058">
                  <c:v>44987</c:v>
                </c:pt>
                <c:pt idx="1059">
                  <c:v>44988</c:v>
                </c:pt>
                <c:pt idx="1060">
                  <c:v>44991</c:v>
                </c:pt>
                <c:pt idx="1061">
                  <c:v>44992</c:v>
                </c:pt>
                <c:pt idx="1062">
                  <c:v>44993</c:v>
                </c:pt>
                <c:pt idx="1063">
                  <c:v>44994</c:v>
                </c:pt>
                <c:pt idx="1064">
                  <c:v>44995</c:v>
                </c:pt>
                <c:pt idx="1065">
                  <c:v>44998</c:v>
                </c:pt>
                <c:pt idx="1066">
                  <c:v>44999</c:v>
                </c:pt>
                <c:pt idx="1067">
                  <c:v>45000</c:v>
                </c:pt>
                <c:pt idx="1068">
                  <c:v>45001</c:v>
                </c:pt>
                <c:pt idx="1069">
                  <c:v>45002</c:v>
                </c:pt>
                <c:pt idx="1070">
                  <c:v>45005</c:v>
                </c:pt>
                <c:pt idx="1071">
                  <c:v>45006</c:v>
                </c:pt>
                <c:pt idx="1072">
                  <c:v>45007</c:v>
                </c:pt>
                <c:pt idx="1073">
                  <c:v>45008</c:v>
                </c:pt>
                <c:pt idx="1074">
                  <c:v>45009</c:v>
                </c:pt>
                <c:pt idx="1075">
                  <c:v>45012</c:v>
                </c:pt>
                <c:pt idx="1076">
                  <c:v>45013</c:v>
                </c:pt>
                <c:pt idx="1077">
                  <c:v>45014</c:v>
                </c:pt>
                <c:pt idx="1078">
                  <c:v>45015</c:v>
                </c:pt>
                <c:pt idx="1079">
                  <c:v>45016</c:v>
                </c:pt>
                <c:pt idx="1080">
                  <c:v>45019</c:v>
                </c:pt>
                <c:pt idx="1081">
                  <c:v>45020</c:v>
                </c:pt>
                <c:pt idx="1082">
                  <c:v>45021</c:v>
                </c:pt>
                <c:pt idx="1083">
                  <c:v>45022</c:v>
                </c:pt>
                <c:pt idx="1084">
                  <c:v>45027</c:v>
                </c:pt>
                <c:pt idx="1085">
                  <c:v>45028</c:v>
                </c:pt>
                <c:pt idx="1086">
                  <c:v>45029</c:v>
                </c:pt>
                <c:pt idx="1087">
                  <c:v>45030</c:v>
                </c:pt>
                <c:pt idx="1088">
                  <c:v>45033</c:v>
                </c:pt>
                <c:pt idx="1089">
                  <c:v>45034</c:v>
                </c:pt>
                <c:pt idx="1090">
                  <c:v>45035</c:v>
                </c:pt>
                <c:pt idx="1091">
                  <c:v>45036</c:v>
                </c:pt>
                <c:pt idx="1092">
                  <c:v>45037</c:v>
                </c:pt>
                <c:pt idx="1093">
                  <c:v>45040</c:v>
                </c:pt>
                <c:pt idx="1094">
                  <c:v>45041</c:v>
                </c:pt>
                <c:pt idx="1095">
                  <c:v>45042</c:v>
                </c:pt>
                <c:pt idx="1096">
                  <c:v>45043</c:v>
                </c:pt>
                <c:pt idx="1097">
                  <c:v>45044</c:v>
                </c:pt>
                <c:pt idx="1098">
                  <c:v>45048</c:v>
                </c:pt>
                <c:pt idx="1099">
                  <c:v>45049</c:v>
                </c:pt>
                <c:pt idx="1100">
                  <c:v>45050</c:v>
                </c:pt>
                <c:pt idx="1101">
                  <c:v>45051</c:v>
                </c:pt>
                <c:pt idx="1102">
                  <c:v>45054</c:v>
                </c:pt>
                <c:pt idx="1103">
                  <c:v>45055</c:v>
                </c:pt>
                <c:pt idx="1104">
                  <c:v>45056</c:v>
                </c:pt>
                <c:pt idx="1105">
                  <c:v>45057</c:v>
                </c:pt>
                <c:pt idx="1106">
                  <c:v>45058</c:v>
                </c:pt>
                <c:pt idx="1107">
                  <c:v>45061</c:v>
                </c:pt>
                <c:pt idx="1108">
                  <c:v>45062</c:v>
                </c:pt>
                <c:pt idx="1109">
                  <c:v>45063</c:v>
                </c:pt>
                <c:pt idx="1110">
                  <c:v>45064</c:v>
                </c:pt>
                <c:pt idx="1111">
                  <c:v>45065</c:v>
                </c:pt>
                <c:pt idx="1112">
                  <c:v>45068</c:v>
                </c:pt>
                <c:pt idx="1113">
                  <c:v>45069</c:v>
                </c:pt>
                <c:pt idx="1114">
                  <c:v>45070</c:v>
                </c:pt>
                <c:pt idx="1115">
                  <c:v>45071</c:v>
                </c:pt>
                <c:pt idx="1116">
                  <c:v>45072</c:v>
                </c:pt>
                <c:pt idx="1117">
                  <c:v>45075</c:v>
                </c:pt>
                <c:pt idx="1118">
                  <c:v>45076</c:v>
                </c:pt>
                <c:pt idx="1119">
                  <c:v>45077</c:v>
                </c:pt>
                <c:pt idx="1120">
                  <c:v>45078</c:v>
                </c:pt>
                <c:pt idx="1121">
                  <c:v>45079</c:v>
                </c:pt>
                <c:pt idx="1122">
                  <c:v>45082</c:v>
                </c:pt>
                <c:pt idx="1123">
                  <c:v>45083</c:v>
                </c:pt>
                <c:pt idx="1124">
                  <c:v>45084</c:v>
                </c:pt>
                <c:pt idx="1125">
                  <c:v>45085</c:v>
                </c:pt>
                <c:pt idx="1126">
                  <c:v>45086</c:v>
                </c:pt>
                <c:pt idx="1127">
                  <c:v>45089</c:v>
                </c:pt>
                <c:pt idx="1128">
                  <c:v>45090</c:v>
                </c:pt>
                <c:pt idx="1129">
                  <c:v>45091</c:v>
                </c:pt>
                <c:pt idx="1130">
                  <c:v>45092</c:v>
                </c:pt>
                <c:pt idx="1131">
                  <c:v>45093</c:v>
                </c:pt>
                <c:pt idx="1132">
                  <c:v>45096</c:v>
                </c:pt>
                <c:pt idx="1133">
                  <c:v>45097</c:v>
                </c:pt>
                <c:pt idx="1134">
                  <c:v>45098</c:v>
                </c:pt>
                <c:pt idx="1135">
                  <c:v>45099</c:v>
                </c:pt>
                <c:pt idx="1136">
                  <c:v>45100</c:v>
                </c:pt>
                <c:pt idx="1137">
                  <c:v>45103</c:v>
                </c:pt>
                <c:pt idx="1138">
                  <c:v>45104</c:v>
                </c:pt>
                <c:pt idx="1139">
                  <c:v>45105</c:v>
                </c:pt>
                <c:pt idx="1140">
                  <c:v>45106</c:v>
                </c:pt>
                <c:pt idx="1141">
                  <c:v>45107</c:v>
                </c:pt>
                <c:pt idx="1142">
                  <c:v>45110</c:v>
                </c:pt>
                <c:pt idx="1143">
                  <c:v>45111</c:v>
                </c:pt>
                <c:pt idx="1144">
                  <c:v>45112</c:v>
                </c:pt>
                <c:pt idx="1145">
                  <c:v>45113</c:v>
                </c:pt>
                <c:pt idx="1146">
                  <c:v>45114</c:v>
                </c:pt>
                <c:pt idx="1147">
                  <c:v>45117</c:v>
                </c:pt>
                <c:pt idx="1148">
                  <c:v>45118</c:v>
                </c:pt>
                <c:pt idx="1149">
                  <c:v>45119</c:v>
                </c:pt>
                <c:pt idx="1150">
                  <c:v>45120</c:v>
                </c:pt>
                <c:pt idx="1151">
                  <c:v>45121</c:v>
                </c:pt>
                <c:pt idx="1152">
                  <c:v>45124</c:v>
                </c:pt>
                <c:pt idx="1153">
                  <c:v>45125</c:v>
                </c:pt>
                <c:pt idx="1154">
                  <c:v>45126</c:v>
                </c:pt>
                <c:pt idx="1155">
                  <c:v>45127</c:v>
                </c:pt>
                <c:pt idx="1156">
                  <c:v>45128</c:v>
                </c:pt>
                <c:pt idx="1157">
                  <c:v>45131</c:v>
                </c:pt>
                <c:pt idx="1158">
                  <c:v>45132</c:v>
                </c:pt>
                <c:pt idx="1159">
                  <c:v>45133</c:v>
                </c:pt>
                <c:pt idx="1160">
                  <c:v>45134</c:v>
                </c:pt>
                <c:pt idx="1161">
                  <c:v>45135</c:v>
                </c:pt>
                <c:pt idx="1162">
                  <c:v>45138</c:v>
                </c:pt>
                <c:pt idx="1163">
                  <c:v>45139</c:v>
                </c:pt>
                <c:pt idx="1164">
                  <c:v>45140</c:v>
                </c:pt>
                <c:pt idx="1165">
                  <c:v>45141</c:v>
                </c:pt>
                <c:pt idx="1166">
                  <c:v>45142</c:v>
                </c:pt>
                <c:pt idx="1167">
                  <c:v>45145</c:v>
                </c:pt>
                <c:pt idx="1168">
                  <c:v>45146</c:v>
                </c:pt>
                <c:pt idx="1169">
                  <c:v>45147</c:v>
                </c:pt>
                <c:pt idx="1170">
                  <c:v>45148</c:v>
                </c:pt>
                <c:pt idx="1171">
                  <c:v>45149</c:v>
                </c:pt>
                <c:pt idx="1172">
                  <c:v>45152</c:v>
                </c:pt>
                <c:pt idx="1173">
                  <c:v>45154</c:v>
                </c:pt>
                <c:pt idx="1174">
                  <c:v>45155</c:v>
                </c:pt>
                <c:pt idx="1175">
                  <c:v>45156</c:v>
                </c:pt>
                <c:pt idx="1176">
                  <c:v>45159</c:v>
                </c:pt>
                <c:pt idx="1177">
                  <c:v>45160</c:v>
                </c:pt>
                <c:pt idx="1178">
                  <c:v>45161</c:v>
                </c:pt>
                <c:pt idx="1179">
                  <c:v>45162</c:v>
                </c:pt>
                <c:pt idx="1180">
                  <c:v>45163</c:v>
                </c:pt>
                <c:pt idx="1181">
                  <c:v>45166</c:v>
                </c:pt>
                <c:pt idx="1182">
                  <c:v>45167</c:v>
                </c:pt>
                <c:pt idx="1183">
                  <c:v>45168</c:v>
                </c:pt>
                <c:pt idx="1184">
                  <c:v>45169</c:v>
                </c:pt>
                <c:pt idx="1185">
                  <c:v>45170</c:v>
                </c:pt>
                <c:pt idx="1186">
                  <c:v>45173</c:v>
                </c:pt>
                <c:pt idx="1187">
                  <c:v>45174</c:v>
                </c:pt>
                <c:pt idx="1188">
                  <c:v>45175</c:v>
                </c:pt>
                <c:pt idx="1189">
                  <c:v>45176</c:v>
                </c:pt>
                <c:pt idx="1190">
                  <c:v>45177</c:v>
                </c:pt>
                <c:pt idx="1191">
                  <c:v>45180</c:v>
                </c:pt>
                <c:pt idx="1192">
                  <c:v>45181</c:v>
                </c:pt>
                <c:pt idx="1193">
                  <c:v>45182</c:v>
                </c:pt>
                <c:pt idx="1194">
                  <c:v>45183</c:v>
                </c:pt>
                <c:pt idx="1195">
                  <c:v>45184</c:v>
                </c:pt>
                <c:pt idx="1196">
                  <c:v>45187</c:v>
                </c:pt>
                <c:pt idx="1197">
                  <c:v>45188</c:v>
                </c:pt>
                <c:pt idx="1198">
                  <c:v>45189</c:v>
                </c:pt>
                <c:pt idx="1199">
                  <c:v>45190</c:v>
                </c:pt>
                <c:pt idx="1200">
                  <c:v>45191</c:v>
                </c:pt>
                <c:pt idx="1201">
                  <c:v>45194</c:v>
                </c:pt>
                <c:pt idx="1202">
                  <c:v>45195</c:v>
                </c:pt>
                <c:pt idx="1203">
                  <c:v>45196</c:v>
                </c:pt>
                <c:pt idx="1204">
                  <c:v>45197</c:v>
                </c:pt>
                <c:pt idx="1205">
                  <c:v>45198</c:v>
                </c:pt>
                <c:pt idx="1206">
                  <c:v>45201</c:v>
                </c:pt>
                <c:pt idx="1207">
                  <c:v>45202</c:v>
                </c:pt>
                <c:pt idx="1208">
                  <c:v>45203</c:v>
                </c:pt>
                <c:pt idx="1209">
                  <c:v>45204</c:v>
                </c:pt>
                <c:pt idx="1210">
                  <c:v>45205</c:v>
                </c:pt>
                <c:pt idx="1211">
                  <c:v>45208</c:v>
                </c:pt>
                <c:pt idx="1212">
                  <c:v>45209</c:v>
                </c:pt>
                <c:pt idx="1213">
                  <c:v>45210</c:v>
                </c:pt>
                <c:pt idx="1214">
                  <c:v>45211</c:v>
                </c:pt>
                <c:pt idx="1215">
                  <c:v>45212</c:v>
                </c:pt>
                <c:pt idx="1216">
                  <c:v>45215</c:v>
                </c:pt>
                <c:pt idx="1217">
                  <c:v>45216</c:v>
                </c:pt>
                <c:pt idx="1218">
                  <c:v>45217</c:v>
                </c:pt>
                <c:pt idx="1219">
                  <c:v>45218</c:v>
                </c:pt>
                <c:pt idx="1220">
                  <c:v>45219</c:v>
                </c:pt>
                <c:pt idx="1221">
                  <c:v>45222</c:v>
                </c:pt>
                <c:pt idx="1222">
                  <c:v>45223</c:v>
                </c:pt>
                <c:pt idx="1223">
                  <c:v>45224</c:v>
                </c:pt>
                <c:pt idx="1224">
                  <c:v>45225</c:v>
                </c:pt>
                <c:pt idx="1225">
                  <c:v>45226</c:v>
                </c:pt>
                <c:pt idx="1226">
                  <c:v>45229</c:v>
                </c:pt>
                <c:pt idx="1227">
                  <c:v>45230</c:v>
                </c:pt>
                <c:pt idx="1228">
                  <c:v>45231</c:v>
                </c:pt>
                <c:pt idx="1229">
                  <c:v>45232</c:v>
                </c:pt>
                <c:pt idx="1230">
                  <c:v>45233</c:v>
                </c:pt>
                <c:pt idx="1231">
                  <c:v>45236</c:v>
                </c:pt>
                <c:pt idx="1232">
                  <c:v>45237</c:v>
                </c:pt>
                <c:pt idx="1233">
                  <c:v>45238</c:v>
                </c:pt>
                <c:pt idx="1234">
                  <c:v>45239</c:v>
                </c:pt>
                <c:pt idx="1235">
                  <c:v>45240</c:v>
                </c:pt>
                <c:pt idx="1236">
                  <c:v>45243</c:v>
                </c:pt>
                <c:pt idx="1237">
                  <c:v>45244</c:v>
                </c:pt>
                <c:pt idx="1238">
                  <c:v>45245</c:v>
                </c:pt>
                <c:pt idx="1239">
                  <c:v>45246</c:v>
                </c:pt>
                <c:pt idx="1240">
                  <c:v>45247</c:v>
                </c:pt>
                <c:pt idx="1241">
                  <c:v>45250</c:v>
                </c:pt>
                <c:pt idx="1242">
                  <c:v>45251</c:v>
                </c:pt>
                <c:pt idx="1243">
                  <c:v>45252</c:v>
                </c:pt>
                <c:pt idx="1244">
                  <c:v>45253</c:v>
                </c:pt>
                <c:pt idx="1245">
                  <c:v>45254</c:v>
                </c:pt>
                <c:pt idx="1246">
                  <c:v>45257</c:v>
                </c:pt>
                <c:pt idx="1247">
                  <c:v>45258</c:v>
                </c:pt>
                <c:pt idx="1248">
                  <c:v>45259</c:v>
                </c:pt>
                <c:pt idx="1249">
                  <c:v>45260</c:v>
                </c:pt>
                <c:pt idx="1250">
                  <c:v>45261</c:v>
                </c:pt>
                <c:pt idx="1251">
                  <c:v>45264</c:v>
                </c:pt>
                <c:pt idx="1252">
                  <c:v>45265</c:v>
                </c:pt>
                <c:pt idx="1253">
                  <c:v>45266</c:v>
                </c:pt>
                <c:pt idx="1254">
                  <c:v>45267</c:v>
                </c:pt>
                <c:pt idx="1255">
                  <c:v>45268</c:v>
                </c:pt>
                <c:pt idx="1256">
                  <c:v>45271</c:v>
                </c:pt>
                <c:pt idx="1257">
                  <c:v>45272</c:v>
                </c:pt>
                <c:pt idx="1258">
                  <c:v>45273</c:v>
                </c:pt>
                <c:pt idx="1259">
                  <c:v>45274</c:v>
                </c:pt>
                <c:pt idx="1260">
                  <c:v>45275</c:v>
                </c:pt>
                <c:pt idx="1261">
                  <c:v>45278</c:v>
                </c:pt>
                <c:pt idx="1262">
                  <c:v>45279</c:v>
                </c:pt>
                <c:pt idx="1263">
                  <c:v>45280</c:v>
                </c:pt>
                <c:pt idx="1264">
                  <c:v>45281</c:v>
                </c:pt>
                <c:pt idx="1265">
                  <c:v>45282</c:v>
                </c:pt>
                <c:pt idx="1266">
                  <c:v>45287</c:v>
                </c:pt>
                <c:pt idx="1267">
                  <c:v>45288</c:v>
                </c:pt>
                <c:pt idx="1268">
                  <c:v>45289</c:v>
                </c:pt>
              </c:numCache>
            </c:numRef>
          </c:cat>
          <c:val>
            <c:numRef>
              <c:f>'Confronto con indicizzazione'!$F$2:$F$1270</c:f>
              <c:numCache>
                <c:formatCode>#,##0.00\ "€"</c:formatCode>
                <c:ptCount val="1269"/>
                <c:pt idx="0">
                  <c:v>100</c:v>
                </c:pt>
                <c:pt idx="1">
                  <c:v>99.024346846178943</c:v>
                </c:pt>
                <c:pt idx="2">
                  <c:v>101.82972035230273</c:v>
                </c:pt>
                <c:pt idx="3">
                  <c:v>101.68144479701078</c:v>
                </c:pt>
                <c:pt idx="4">
                  <c:v>102.56220159544498</c:v>
                </c:pt>
                <c:pt idx="5">
                  <c:v>103.11082115002522</c:v>
                </c:pt>
                <c:pt idx="6">
                  <c:v>103.46075146051423</c:v>
                </c:pt>
                <c:pt idx="7">
                  <c:v>103.55564781590107</c:v>
                </c:pt>
                <c:pt idx="8">
                  <c:v>103.05447643901427</c:v>
                </c:pt>
                <c:pt idx="9">
                  <c:v>103.41033777171495</c:v>
                </c:pt>
                <c:pt idx="10">
                  <c:v>103.96785385961272</c:v>
                </c:pt>
                <c:pt idx="11">
                  <c:v>104.00937101509446</c:v>
                </c:pt>
                <c:pt idx="12">
                  <c:v>105.88357403398476</c:v>
                </c:pt>
                <c:pt idx="13">
                  <c:v>105.67895376768186</c:v>
                </c:pt>
                <c:pt idx="14">
                  <c:v>105.3023338572403</c:v>
                </c:pt>
                <c:pt idx="15">
                  <c:v>105.24302363512352</c:v>
                </c:pt>
                <c:pt idx="16">
                  <c:v>105.47433350137898</c:v>
                </c:pt>
                <c:pt idx="17">
                  <c:v>106.11784941134606</c:v>
                </c:pt>
                <c:pt idx="18">
                  <c:v>105.09178256872573</c:v>
                </c:pt>
                <c:pt idx="19">
                  <c:v>105.93695323388988</c:v>
                </c:pt>
                <c:pt idx="20">
                  <c:v>106.31653865543727</c:v>
                </c:pt>
                <c:pt idx="21">
                  <c:v>106.36398683313071</c:v>
                </c:pt>
                <c:pt idx="22">
                  <c:v>106.67239998813795</c:v>
                </c:pt>
                <c:pt idx="23">
                  <c:v>106.73467572136059</c:v>
                </c:pt>
                <c:pt idx="24">
                  <c:v>108.23818985202101</c:v>
                </c:pt>
                <c:pt idx="25">
                  <c:v>108.39536194063047</c:v>
                </c:pt>
                <c:pt idx="26">
                  <c:v>106.782123899054</c:v>
                </c:pt>
                <c:pt idx="27">
                  <c:v>106.18605616678035</c:v>
                </c:pt>
                <c:pt idx="28">
                  <c:v>107.09053705406129</c:v>
                </c:pt>
                <c:pt idx="29">
                  <c:v>107.58281189763055</c:v>
                </c:pt>
                <c:pt idx="30">
                  <c:v>108.23225882980934</c:v>
                </c:pt>
                <c:pt idx="31">
                  <c:v>107.88529403042615</c:v>
                </c:pt>
                <c:pt idx="32">
                  <c:v>109.40956673882745</c:v>
                </c:pt>
                <c:pt idx="33">
                  <c:v>109.65866967171792</c:v>
                </c:pt>
                <c:pt idx="34">
                  <c:v>109.41846327214498</c:v>
                </c:pt>
                <c:pt idx="35">
                  <c:v>110.15687553749889</c:v>
                </c:pt>
                <c:pt idx="36">
                  <c:v>109.84549687138581</c:v>
                </c:pt>
                <c:pt idx="37">
                  <c:v>110.0886687820646</c:v>
                </c:pt>
                <c:pt idx="38">
                  <c:v>110.37039233711931</c:v>
                </c:pt>
                <c:pt idx="39">
                  <c:v>110.80335695857183</c:v>
                </c:pt>
                <c:pt idx="40">
                  <c:v>110.48901278135286</c:v>
                </c:pt>
                <c:pt idx="41">
                  <c:v>110.55425402568133</c:v>
                </c:pt>
                <c:pt idx="42">
                  <c:v>110.98128762492216</c:v>
                </c:pt>
                <c:pt idx="43">
                  <c:v>111.23335606891848</c:v>
                </c:pt>
                <c:pt idx="44">
                  <c:v>111.39645917973964</c:v>
                </c:pt>
                <c:pt idx="45">
                  <c:v>111.34901100204621</c:v>
                </c:pt>
                <c:pt idx="46">
                  <c:v>110.87452922511196</c:v>
                </c:pt>
                <c:pt idx="47">
                  <c:v>109.8929450490792</c:v>
                </c:pt>
                <c:pt idx="48">
                  <c:v>110.75294326977256</c:v>
                </c:pt>
                <c:pt idx="49">
                  <c:v>110.6877020254441</c:v>
                </c:pt>
                <c:pt idx="50">
                  <c:v>111.38459713531628</c:v>
                </c:pt>
                <c:pt idx="51">
                  <c:v>112.25052637822128</c:v>
                </c:pt>
                <c:pt idx="52">
                  <c:v>113.01562824352777</c:v>
                </c:pt>
                <c:pt idx="53">
                  <c:v>113.31514486521752</c:v>
                </c:pt>
                <c:pt idx="54">
                  <c:v>113.96162628629045</c:v>
                </c:pt>
                <c:pt idx="55">
                  <c:v>112.93852495477597</c:v>
                </c:pt>
                <c:pt idx="56">
                  <c:v>112.89404228818837</c:v>
                </c:pt>
                <c:pt idx="57">
                  <c:v>111.51211411286735</c:v>
                </c:pt>
                <c:pt idx="58">
                  <c:v>111.00797722487469</c:v>
                </c:pt>
                <c:pt idx="59">
                  <c:v>111.85907891225054</c:v>
                </c:pt>
                <c:pt idx="60">
                  <c:v>111.88280300109723</c:v>
                </c:pt>
                <c:pt idx="61">
                  <c:v>111.75232051244033</c:v>
                </c:pt>
                <c:pt idx="62">
                  <c:v>112.41956051125412</c:v>
                </c:pt>
                <c:pt idx="63">
                  <c:v>113.77776459772844</c:v>
                </c:pt>
                <c:pt idx="64">
                  <c:v>114.18107410812253</c:v>
                </c:pt>
                <c:pt idx="65">
                  <c:v>115.33465792829396</c:v>
                </c:pt>
                <c:pt idx="66">
                  <c:v>115.02327926218085</c:v>
                </c:pt>
                <c:pt idx="67">
                  <c:v>115.13003766199105</c:v>
                </c:pt>
                <c:pt idx="68">
                  <c:v>114.91652086237063</c:v>
                </c:pt>
                <c:pt idx="69">
                  <c:v>114.37383233000209</c:v>
                </c:pt>
                <c:pt idx="70">
                  <c:v>114.67038344058599</c:v>
                </c:pt>
                <c:pt idx="71">
                  <c:v>114.73859019602031</c:v>
                </c:pt>
                <c:pt idx="72">
                  <c:v>114.9224518845823</c:v>
                </c:pt>
                <c:pt idx="73">
                  <c:v>115.09148601761514</c:v>
                </c:pt>
                <c:pt idx="74">
                  <c:v>115.42065775036328</c:v>
                </c:pt>
                <c:pt idx="75">
                  <c:v>115.53334717238516</c:v>
                </c:pt>
                <c:pt idx="76">
                  <c:v>115.79134663859317</c:v>
                </c:pt>
                <c:pt idx="77">
                  <c:v>116.05527712701284</c:v>
                </c:pt>
                <c:pt idx="78">
                  <c:v>115.94555321609681</c:v>
                </c:pt>
                <c:pt idx="79">
                  <c:v>115.69941579431216</c:v>
                </c:pt>
                <c:pt idx="80">
                  <c:v>115.95444974941431</c:v>
                </c:pt>
                <c:pt idx="81">
                  <c:v>116.04638059369532</c:v>
                </c:pt>
                <c:pt idx="82">
                  <c:v>116.05527712701284</c:v>
                </c:pt>
                <c:pt idx="83">
                  <c:v>115.31093383944724</c:v>
                </c:pt>
                <c:pt idx="84">
                  <c:v>115.76465703864062</c:v>
                </c:pt>
                <c:pt idx="85">
                  <c:v>114.75045224044365</c:v>
                </c:pt>
                <c:pt idx="86">
                  <c:v>113.1757658432431</c:v>
                </c:pt>
                <c:pt idx="87">
                  <c:v>113.35073099848761</c:v>
                </c:pt>
                <c:pt idx="88">
                  <c:v>111.47949349070313</c:v>
                </c:pt>
                <c:pt idx="89">
                  <c:v>111.8412858456155</c:v>
                </c:pt>
                <c:pt idx="90">
                  <c:v>110.48604727024703</c:v>
                </c:pt>
                <c:pt idx="91">
                  <c:v>111.60404495714837</c:v>
                </c:pt>
                <c:pt idx="92">
                  <c:v>112.11411286735269</c:v>
                </c:pt>
                <c:pt idx="93">
                  <c:v>113.54348922036715</c:v>
                </c:pt>
                <c:pt idx="94">
                  <c:v>113.13721419886717</c:v>
                </c:pt>
                <c:pt idx="95">
                  <c:v>111.93618220100234</c:v>
                </c:pt>
                <c:pt idx="96">
                  <c:v>112.54114646659352</c:v>
                </c:pt>
                <c:pt idx="97">
                  <c:v>112.44921562231252</c:v>
                </c:pt>
                <c:pt idx="98">
                  <c:v>110.84783962515941</c:v>
                </c:pt>
                <c:pt idx="99">
                  <c:v>111.47059695738561</c:v>
                </c:pt>
                <c:pt idx="100">
                  <c:v>111.71376886806441</c:v>
                </c:pt>
                <c:pt idx="101">
                  <c:v>111.47356246849145</c:v>
                </c:pt>
                <c:pt idx="102">
                  <c:v>109.87515198244418</c:v>
                </c:pt>
                <c:pt idx="103">
                  <c:v>110.33777171495507</c:v>
                </c:pt>
                <c:pt idx="104">
                  <c:v>109.44515287209751</c:v>
                </c:pt>
                <c:pt idx="105">
                  <c:v>109.86922096023251</c:v>
                </c:pt>
                <c:pt idx="106">
                  <c:v>110.51570238130543</c:v>
                </c:pt>
                <c:pt idx="107">
                  <c:v>110.93383944722872</c:v>
                </c:pt>
                <c:pt idx="108">
                  <c:v>110.91308086948786</c:v>
                </c:pt>
                <c:pt idx="109">
                  <c:v>111.94211322321404</c:v>
                </c:pt>
                <c:pt idx="110">
                  <c:v>112.95335251030517</c:v>
                </c:pt>
                <c:pt idx="111">
                  <c:v>112.61231873313366</c:v>
                </c:pt>
                <c:pt idx="112">
                  <c:v>112.78728388837816</c:v>
                </c:pt>
                <c:pt idx="113">
                  <c:v>112.33652620029062</c:v>
                </c:pt>
                <c:pt idx="114">
                  <c:v>112.23273331158626</c:v>
                </c:pt>
                <c:pt idx="115">
                  <c:v>114.10693633047654</c:v>
                </c:pt>
                <c:pt idx="116">
                  <c:v>114.10397081937072</c:v>
                </c:pt>
                <c:pt idx="117">
                  <c:v>114.51617686308238</c:v>
                </c:pt>
                <c:pt idx="118">
                  <c:v>114.10100530826487</c:v>
                </c:pt>
                <c:pt idx="119">
                  <c:v>113.81335073099849</c:v>
                </c:pt>
                <c:pt idx="120">
                  <c:v>113.69769579787076</c:v>
                </c:pt>
                <c:pt idx="121">
                  <c:v>113.34183446517008</c:v>
                </c:pt>
                <c:pt idx="122">
                  <c:v>113.34479997627591</c:v>
                </c:pt>
                <c:pt idx="123">
                  <c:v>114.13362593042913</c:v>
                </c:pt>
                <c:pt idx="124">
                  <c:v>115.02327926218085</c:v>
                </c:pt>
                <c:pt idx="125">
                  <c:v>115.44438183921</c:v>
                </c:pt>
                <c:pt idx="126">
                  <c:v>116.42003499303104</c:v>
                </c:pt>
                <c:pt idx="127">
                  <c:v>116.52679339284127</c:v>
                </c:pt>
                <c:pt idx="128">
                  <c:v>115.68755374988879</c:v>
                </c:pt>
                <c:pt idx="129">
                  <c:v>115.62527801666617</c:v>
                </c:pt>
                <c:pt idx="130">
                  <c:v>115.03810681771004</c:v>
                </c:pt>
                <c:pt idx="131">
                  <c:v>114.80976246256043</c:v>
                </c:pt>
                <c:pt idx="132">
                  <c:v>114.67631446279766</c:v>
                </c:pt>
                <c:pt idx="133">
                  <c:v>114.72079712938526</c:v>
                </c:pt>
                <c:pt idx="134">
                  <c:v>114.98769312891078</c:v>
                </c:pt>
                <c:pt idx="135">
                  <c:v>115.38803712819904</c:v>
                </c:pt>
                <c:pt idx="136">
                  <c:v>114.96100352895824</c:v>
                </c:pt>
                <c:pt idx="137">
                  <c:v>114.70596957385607</c:v>
                </c:pt>
                <c:pt idx="138">
                  <c:v>114.83941757361882</c:v>
                </c:pt>
                <c:pt idx="139">
                  <c:v>114.98472761780494</c:v>
                </c:pt>
                <c:pt idx="140">
                  <c:v>116.11162183802379</c:v>
                </c:pt>
                <c:pt idx="141">
                  <c:v>116.16796654903474</c:v>
                </c:pt>
                <c:pt idx="142">
                  <c:v>115.51258859464428</c:v>
                </c:pt>
                <c:pt idx="143">
                  <c:v>115.87141543845082</c:v>
                </c:pt>
                <c:pt idx="144">
                  <c:v>115.9070015717209</c:v>
                </c:pt>
                <c:pt idx="145">
                  <c:v>114.20479819696925</c:v>
                </c:pt>
                <c:pt idx="146">
                  <c:v>114.40052192995462</c:v>
                </c:pt>
                <c:pt idx="147">
                  <c:v>114.96693455116991</c:v>
                </c:pt>
                <c:pt idx="148">
                  <c:v>112.14080246730525</c:v>
                </c:pt>
                <c:pt idx="149">
                  <c:v>109.55487678301357</c:v>
                </c:pt>
                <c:pt idx="150">
                  <c:v>109.04480887280923</c:v>
                </c:pt>
                <c:pt idx="151">
                  <c:v>109.30873936122892</c:v>
                </c:pt>
                <c:pt idx="152">
                  <c:v>111.12066664689659</c:v>
                </c:pt>
                <c:pt idx="153">
                  <c:v>110.18653064855728</c:v>
                </c:pt>
                <c:pt idx="154">
                  <c:v>109.84549687138581</c:v>
                </c:pt>
                <c:pt idx="155">
                  <c:v>110.43563358144777</c:v>
                </c:pt>
                <c:pt idx="156">
                  <c:v>108.5851546514042</c:v>
                </c:pt>
                <c:pt idx="157">
                  <c:v>109.61418700513035</c:v>
                </c:pt>
                <c:pt idx="158">
                  <c:v>110.86859820290027</c:v>
                </c:pt>
                <c:pt idx="159">
                  <c:v>110.10942735980547</c:v>
                </c:pt>
                <c:pt idx="160">
                  <c:v>111.44390735743306</c:v>
                </c:pt>
                <c:pt idx="161">
                  <c:v>110.99611518045135</c:v>
                </c:pt>
                <c:pt idx="162">
                  <c:v>110.1272204264405</c:v>
                </c:pt>
                <c:pt idx="163">
                  <c:v>110.10349633759378</c:v>
                </c:pt>
                <c:pt idx="164">
                  <c:v>110.79742593636016</c:v>
                </c:pt>
                <c:pt idx="165">
                  <c:v>110.57204709231637</c:v>
                </c:pt>
                <c:pt idx="166">
                  <c:v>111.72266540138193</c:v>
                </c:pt>
                <c:pt idx="167">
                  <c:v>112.53521544438185</c:v>
                </c:pt>
                <c:pt idx="168">
                  <c:v>112.89404228818837</c:v>
                </c:pt>
                <c:pt idx="169">
                  <c:v>112.63307731087453</c:v>
                </c:pt>
                <c:pt idx="170">
                  <c:v>113.63245455354232</c:v>
                </c:pt>
                <c:pt idx="171">
                  <c:v>114.44500459654223</c:v>
                </c:pt>
                <c:pt idx="172">
                  <c:v>114.80679695145459</c:v>
                </c:pt>
                <c:pt idx="173">
                  <c:v>114.48652175202396</c:v>
                </c:pt>
                <c:pt idx="174">
                  <c:v>114.59921117404586</c:v>
                </c:pt>
                <c:pt idx="175">
                  <c:v>115.56893330565524</c:v>
                </c:pt>
                <c:pt idx="176">
                  <c:v>115.79727766080485</c:v>
                </c:pt>
                <c:pt idx="177">
                  <c:v>116.18575961566977</c:v>
                </c:pt>
                <c:pt idx="178">
                  <c:v>115.51555410575011</c:v>
                </c:pt>
                <c:pt idx="179">
                  <c:v>115.45624388363333</c:v>
                </c:pt>
                <c:pt idx="180">
                  <c:v>115.47996797248008</c:v>
                </c:pt>
                <c:pt idx="181">
                  <c:v>116.18872512677561</c:v>
                </c:pt>
                <c:pt idx="182">
                  <c:v>116.5297589039471</c:v>
                </c:pt>
                <c:pt idx="183">
                  <c:v>115.59562290560778</c:v>
                </c:pt>
                <c:pt idx="184">
                  <c:v>115.60748495003115</c:v>
                </c:pt>
                <c:pt idx="185">
                  <c:v>114.94024495121735</c:v>
                </c:pt>
                <c:pt idx="186">
                  <c:v>115.64010557219537</c:v>
                </c:pt>
                <c:pt idx="187">
                  <c:v>116.18575961566977</c:v>
                </c:pt>
                <c:pt idx="188">
                  <c:v>116.58906912606388</c:v>
                </c:pt>
                <c:pt idx="189">
                  <c:v>115.05886539545091</c:v>
                </c:pt>
                <c:pt idx="190">
                  <c:v>111.95397526763738</c:v>
                </c:pt>
                <c:pt idx="191">
                  <c:v>112.75466326621395</c:v>
                </c:pt>
                <c:pt idx="192">
                  <c:v>113.55238575368467</c:v>
                </c:pt>
                <c:pt idx="193">
                  <c:v>112.30687108923223</c:v>
                </c:pt>
                <c:pt idx="194">
                  <c:v>112.77838735506064</c:v>
                </c:pt>
                <c:pt idx="195">
                  <c:v>113.50790308709706</c:v>
                </c:pt>
                <c:pt idx="196">
                  <c:v>116.13238041576466</c:v>
                </c:pt>
                <c:pt idx="197">
                  <c:v>115.56300228344357</c:v>
                </c:pt>
                <c:pt idx="198">
                  <c:v>116.84706859227188</c:v>
                </c:pt>
                <c:pt idx="199">
                  <c:v>116.68099997034489</c:v>
                </c:pt>
                <c:pt idx="200">
                  <c:v>116.568310548323</c:v>
                </c:pt>
                <c:pt idx="201">
                  <c:v>116.20058717119896</c:v>
                </c:pt>
                <c:pt idx="202">
                  <c:v>116.90637881438867</c:v>
                </c:pt>
                <c:pt idx="203">
                  <c:v>117.01610272530472</c:v>
                </c:pt>
                <c:pt idx="204">
                  <c:v>117.14658521396161</c:v>
                </c:pt>
                <c:pt idx="205">
                  <c:v>117.84051481272799</c:v>
                </c:pt>
                <c:pt idx="206">
                  <c:v>118.03030752350168</c:v>
                </c:pt>
                <c:pt idx="207">
                  <c:v>118.32092761187391</c:v>
                </c:pt>
                <c:pt idx="208">
                  <c:v>118.13706592331189</c:v>
                </c:pt>
                <c:pt idx="209">
                  <c:v>118.23492778980457</c:v>
                </c:pt>
                <c:pt idx="210">
                  <c:v>117.65665312416596</c:v>
                </c:pt>
                <c:pt idx="211">
                  <c:v>118.45141010053084</c:v>
                </c:pt>
                <c:pt idx="212">
                  <c:v>119.6316835206548</c:v>
                </c:pt>
                <c:pt idx="213">
                  <c:v>119.8748554313336</c:v>
                </c:pt>
                <c:pt idx="214">
                  <c:v>120.12395836422407</c:v>
                </c:pt>
                <c:pt idx="215">
                  <c:v>120.5658195189941</c:v>
                </c:pt>
                <c:pt idx="216">
                  <c:v>120.22775125292846</c:v>
                </c:pt>
                <c:pt idx="217">
                  <c:v>120.20402716408174</c:v>
                </c:pt>
                <c:pt idx="218">
                  <c:v>120.66664689659264</c:v>
                </c:pt>
                <c:pt idx="219">
                  <c:v>120.35823374158537</c:v>
                </c:pt>
                <c:pt idx="220">
                  <c:v>119.92823463123872</c:v>
                </c:pt>
                <c:pt idx="221">
                  <c:v>120.41161294149047</c:v>
                </c:pt>
                <c:pt idx="222">
                  <c:v>120.39678538596128</c:v>
                </c:pt>
                <c:pt idx="223">
                  <c:v>120.25147534177516</c:v>
                </c:pt>
                <c:pt idx="224">
                  <c:v>119.75326947599419</c:v>
                </c:pt>
                <c:pt idx="225">
                  <c:v>119.27878769905995</c:v>
                </c:pt>
                <c:pt idx="226">
                  <c:v>119.80071765368763</c:v>
                </c:pt>
                <c:pt idx="227">
                  <c:v>121.01954271818749</c:v>
                </c:pt>
                <c:pt idx="228">
                  <c:v>121.13816316242105</c:v>
                </c:pt>
                <c:pt idx="229">
                  <c:v>121.52961062839181</c:v>
                </c:pt>
                <c:pt idx="230">
                  <c:v>121.36354200646483</c:v>
                </c:pt>
                <c:pt idx="231">
                  <c:v>120.82381898520211</c:v>
                </c:pt>
                <c:pt idx="232">
                  <c:v>118.91996085525341</c:v>
                </c:pt>
                <c:pt idx="233">
                  <c:v>118.16968654547613</c:v>
                </c:pt>
                <c:pt idx="234">
                  <c:v>119.56644227632634</c:v>
                </c:pt>
                <c:pt idx="235">
                  <c:v>119.40927018771687</c:v>
                </c:pt>
                <c:pt idx="236">
                  <c:v>120.80009489635539</c:v>
                </c:pt>
                <c:pt idx="237">
                  <c:v>120.51540583019485</c:v>
                </c:pt>
                <c:pt idx="238">
                  <c:v>120.20402716408174</c:v>
                </c:pt>
                <c:pt idx="239">
                  <c:v>120.46499214139558</c:v>
                </c:pt>
                <c:pt idx="240">
                  <c:v>120.86830165178968</c:v>
                </c:pt>
                <c:pt idx="241">
                  <c:v>122.18498858278224</c:v>
                </c:pt>
                <c:pt idx="242">
                  <c:v>123.88422644642804</c:v>
                </c:pt>
                <c:pt idx="243">
                  <c:v>123.0449868034756</c:v>
                </c:pt>
                <c:pt idx="244">
                  <c:v>122.88484920376028</c:v>
                </c:pt>
                <c:pt idx="245">
                  <c:v>123.08946947006316</c:v>
                </c:pt>
                <c:pt idx="246">
                  <c:v>124.07698466830759</c:v>
                </c:pt>
                <c:pt idx="247">
                  <c:v>124.03843302393167</c:v>
                </c:pt>
                <c:pt idx="248">
                  <c:v>124.47436315649003</c:v>
                </c:pt>
                <c:pt idx="249">
                  <c:v>123.41567569170549</c:v>
                </c:pt>
                <c:pt idx="250">
                  <c:v>124.46843213427836</c:v>
                </c:pt>
                <c:pt idx="251">
                  <c:v>124.0562260905667</c:v>
                </c:pt>
                <c:pt idx="252">
                  <c:v>123.55208920257408</c:v>
                </c:pt>
                <c:pt idx="253">
                  <c:v>123.86050235758135</c:v>
                </c:pt>
                <c:pt idx="254">
                  <c:v>124.06512262388422</c:v>
                </c:pt>
                <c:pt idx="255">
                  <c:v>124.44470804543164</c:v>
                </c:pt>
                <c:pt idx="256">
                  <c:v>124.29643249013968</c:v>
                </c:pt>
                <c:pt idx="257">
                  <c:v>124.07401915720175</c:v>
                </c:pt>
                <c:pt idx="258">
                  <c:v>124.42988048990244</c:v>
                </c:pt>
                <c:pt idx="259">
                  <c:v>124.44174253432581</c:v>
                </c:pt>
                <c:pt idx="260">
                  <c:v>124.71160404495716</c:v>
                </c:pt>
                <c:pt idx="261">
                  <c:v>125.90373950950446</c:v>
                </c:pt>
                <c:pt idx="262">
                  <c:v>125.73173986536581</c:v>
                </c:pt>
                <c:pt idx="263">
                  <c:v>125.55380919901546</c:v>
                </c:pt>
                <c:pt idx="264">
                  <c:v>125.45298182141693</c:v>
                </c:pt>
                <c:pt idx="265">
                  <c:v>124.56036297855934</c:v>
                </c:pt>
                <c:pt idx="266">
                  <c:v>125.63091248776728</c:v>
                </c:pt>
                <c:pt idx="267">
                  <c:v>122.79291835947926</c:v>
                </c:pt>
                <c:pt idx="268">
                  <c:v>123.82788173541709</c:v>
                </c:pt>
                <c:pt idx="269">
                  <c:v>124.37650128999735</c:v>
                </c:pt>
                <c:pt idx="270">
                  <c:v>123.11615907001574</c:v>
                </c:pt>
                <c:pt idx="271">
                  <c:v>121.79650662791732</c:v>
                </c:pt>
                <c:pt idx="272">
                  <c:v>122.09602324960709</c:v>
                </c:pt>
                <c:pt idx="273">
                  <c:v>124.09774324604848</c:v>
                </c:pt>
                <c:pt idx="274">
                  <c:v>125.62498146555561</c:v>
                </c:pt>
                <c:pt idx="275">
                  <c:v>126.1795320423475</c:v>
                </c:pt>
                <c:pt idx="276">
                  <c:v>125.84442928738768</c:v>
                </c:pt>
                <c:pt idx="277">
                  <c:v>125.92746359835118</c:v>
                </c:pt>
                <c:pt idx="278">
                  <c:v>127.06621986299341</c:v>
                </c:pt>
                <c:pt idx="279">
                  <c:v>127.86097683935829</c:v>
                </c:pt>
                <c:pt idx="280">
                  <c:v>127.83725275051154</c:v>
                </c:pt>
                <c:pt idx="281">
                  <c:v>127.67118412858456</c:v>
                </c:pt>
                <c:pt idx="282">
                  <c:v>128.1041487500371</c:v>
                </c:pt>
                <c:pt idx="283">
                  <c:v>127.61483941757361</c:v>
                </c:pt>
                <c:pt idx="284">
                  <c:v>128.67352688235817</c:v>
                </c:pt>
                <c:pt idx="285">
                  <c:v>127.57332226209188</c:v>
                </c:pt>
                <c:pt idx="286">
                  <c:v>126.94463390765398</c:v>
                </c:pt>
                <c:pt idx="287">
                  <c:v>122.13754040508881</c:v>
                </c:pt>
                <c:pt idx="288">
                  <c:v>119.98457934224965</c:v>
                </c:pt>
                <c:pt idx="289">
                  <c:v>119.99051036446133</c:v>
                </c:pt>
                <c:pt idx="290">
                  <c:v>115.49183001690342</c:v>
                </c:pt>
                <c:pt idx="291">
                  <c:v>111.39942469084548</c:v>
                </c:pt>
                <c:pt idx="292">
                  <c:v>111.49432104623233</c:v>
                </c:pt>
                <c:pt idx="293">
                  <c:v>113.0245247768453</c:v>
                </c:pt>
                <c:pt idx="294">
                  <c:v>114.55769401856411</c:v>
                </c:pt>
                <c:pt idx="295">
                  <c:v>112.91480086592924</c:v>
                </c:pt>
                <c:pt idx="296">
                  <c:v>108.77494736217787</c:v>
                </c:pt>
                <c:pt idx="297">
                  <c:v>100.67910204323715</c:v>
                </c:pt>
                <c:pt idx="298">
                  <c:v>99.534414756383256</c:v>
                </c:pt>
                <c:pt idx="299">
                  <c:v>98.801933513241011</c:v>
                </c:pt>
                <c:pt idx="300">
                  <c:v>87.461819044512339</c:v>
                </c:pt>
                <c:pt idx="301">
                  <c:v>88.716230242282265</c:v>
                </c:pt>
                <c:pt idx="302">
                  <c:v>84.407342605498059</c:v>
                </c:pt>
                <c:pt idx="303">
                  <c:v>86.317131757658444</c:v>
                </c:pt>
                <c:pt idx="304">
                  <c:v>82.933483585896042</c:v>
                </c:pt>
                <c:pt idx="305">
                  <c:v>85.347409626049057</c:v>
                </c:pt>
                <c:pt idx="306">
                  <c:v>86.901337445508744</c:v>
                </c:pt>
                <c:pt idx="307">
                  <c:v>83.161827941045658</c:v>
                </c:pt>
                <c:pt idx="308">
                  <c:v>90.151537617508382</c:v>
                </c:pt>
                <c:pt idx="309">
                  <c:v>92.933187034785448</c:v>
                </c:pt>
                <c:pt idx="310">
                  <c:v>95.305595919456721</c:v>
                </c:pt>
                <c:pt idx="311">
                  <c:v>92.19774028053736</c:v>
                </c:pt>
                <c:pt idx="312">
                  <c:v>93.378013700661313</c:v>
                </c:pt>
                <c:pt idx="313">
                  <c:v>94.914148453485964</c:v>
                </c:pt>
                <c:pt idx="314">
                  <c:v>92.159188636161431</c:v>
                </c:pt>
                <c:pt idx="315">
                  <c:v>92.54767059102636</c:v>
                </c:pt>
                <c:pt idx="316">
                  <c:v>91.652086237062974</c:v>
                </c:pt>
                <c:pt idx="317">
                  <c:v>95.068355030989594</c:v>
                </c:pt>
                <c:pt idx="318">
                  <c:v>96.856558227810581</c:v>
                </c:pt>
                <c:pt idx="319">
                  <c:v>96.874351294445603</c:v>
                </c:pt>
                <c:pt idx="320">
                  <c:v>98.395658491741059</c:v>
                </c:pt>
                <c:pt idx="321">
                  <c:v>99.015450312861418</c:v>
                </c:pt>
                <c:pt idx="322">
                  <c:v>95.803801785237695</c:v>
                </c:pt>
                <c:pt idx="323">
                  <c:v>96.355386850923765</c:v>
                </c:pt>
                <c:pt idx="324">
                  <c:v>98.890898846416192</c:v>
                </c:pt>
                <c:pt idx="325">
                  <c:v>99.552207823018307</c:v>
                </c:pt>
                <c:pt idx="326">
                  <c:v>96.174490673467588</c:v>
                </c:pt>
                <c:pt idx="327">
                  <c:v>97.903383648171754</c:v>
                </c:pt>
                <c:pt idx="328">
                  <c:v>98.822692090981889</c:v>
                </c:pt>
                <c:pt idx="329">
                  <c:v>97.740280537350614</c:v>
                </c:pt>
                <c:pt idx="330">
                  <c:v>99.475104534266492</c:v>
                </c:pt>
                <c:pt idx="331">
                  <c:v>101.15061830906558</c:v>
                </c:pt>
                <c:pt idx="332">
                  <c:v>102.9210284392515</c:v>
                </c:pt>
                <c:pt idx="333">
                  <c:v>100.83627413184661</c:v>
                </c:pt>
                <c:pt idx="334">
                  <c:v>97.399246760179125</c:v>
                </c:pt>
                <c:pt idx="335">
                  <c:v>99.492897600901514</c:v>
                </c:pt>
                <c:pt idx="336">
                  <c:v>99.148898312624183</c:v>
                </c:pt>
                <c:pt idx="337">
                  <c:v>100.22834435514963</c:v>
                </c:pt>
                <c:pt idx="338">
                  <c:v>101.13875626464221</c:v>
                </c:pt>
                <c:pt idx="339">
                  <c:v>100.73841226535394</c:v>
                </c:pt>
                <c:pt idx="340">
                  <c:v>100.99641173156193</c:v>
                </c:pt>
                <c:pt idx="341">
                  <c:v>99.039174401708152</c:v>
                </c:pt>
                <c:pt idx="342">
                  <c:v>96.886213338868956</c:v>
                </c:pt>
                <c:pt idx="343">
                  <c:v>97.339936538062346</c:v>
                </c:pt>
                <c:pt idx="344">
                  <c:v>101.29889386435752</c:v>
                </c:pt>
                <c:pt idx="345">
                  <c:v>100.67613653213132</c:v>
                </c:pt>
                <c:pt idx="346">
                  <c:v>101.66365173037573</c:v>
                </c:pt>
                <c:pt idx="347">
                  <c:v>100.90448088728093</c:v>
                </c:pt>
                <c:pt idx="348">
                  <c:v>100.87779128732839</c:v>
                </c:pt>
                <c:pt idx="349">
                  <c:v>102.36351235135376</c:v>
                </c:pt>
                <c:pt idx="350">
                  <c:v>103.4726135049376</c:v>
                </c:pt>
                <c:pt idx="351">
                  <c:v>103.71875092672222</c:v>
                </c:pt>
                <c:pt idx="352">
                  <c:v>105.4150232792622</c:v>
                </c:pt>
                <c:pt idx="353">
                  <c:v>103.8996471041784</c:v>
                </c:pt>
                <c:pt idx="354">
                  <c:v>106.69019305477299</c:v>
                </c:pt>
                <c:pt idx="355">
                  <c:v>109.40363571661578</c:v>
                </c:pt>
                <c:pt idx="356">
                  <c:v>108.61184425135673</c:v>
                </c:pt>
                <c:pt idx="357">
                  <c:v>111.30156282435277</c:v>
                </c:pt>
                <c:pt idx="358">
                  <c:v>110.9457014916521</c:v>
                </c:pt>
                <c:pt idx="359">
                  <c:v>109.58749740517779</c:v>
                </c:pt>
                <c:pt idx="360">
                  <c:v>109.17529136146615</c:v>
                </c:pt>
                <c:pt idx="361">
                  <c:v>104.70330061386079</c:v>
                </c:pt>
                <c:pt idx="362">
                  <c:v>104.99688621333887</c:v>
                </c:pt>
                <c:pt idx="363">
                  <c:v>104.70923163607249</c:v>
                </c:pt>
                <c:pt idx="364">
                  <c:v>107.7459150084517</c:v>
                </c:pt>
                <c:pt idx="365">
                  <c:v>108.54363749592241</c:v>
                </c:pt>
                <c:pt idx="366">
                  <c:v>107.76963909729844</c:v>
                </c:pt>
                <c:pt idx="367">
                  <c:v>108.37756887399543</c:v>
                </c:pt>
                <c:pt idx="368">
                  <c:v>107.55908780878384</c:v>
                </c:pt>
                <c:pt idx="369">
                  <c:v>108.95287802852822</c:v>
                </c:pt>
                <c:pt idx="370">
                  <c:v>105.91916016725484</c:v>
                </c:pt>
                <c:pt idx="371">
                  <c:v>106.68129652145548</c:v>
                </c:pt>
                <c:pt idx="372">
                  <c:v>106.26019394442632</c:v>
                </c:pt>
                <c:pt idx="373">
                  <c:v>106.72577918804306</c:v>
                </c:pt>
                <c:pt idx="374">
                  <c:v>106.85922718780583</c:v>
                </c:pt>
                <c:pt idx="375">
                  <c:v>107.11129563180215</c:v>
                </c:pt>
                <c:pt idx="376">
                  <c:v>109.21680851694791</c:v>
                </c:pt>
                <c:pt idx="377">
                  <c:v>108.36867234067793</c:v>
                </c:pt>
                <c:pt idx="378">
                  <c:v>110.0827377598529</c:v>
                </c:pt>
                <c:pt idx="379">
                  <c:v>109.41549776103912</c:v>
                </c:pt>
                <c:pt idx="380">
                  <c:v>108.68005100679103</c:v>
                </c:pt>
                <c:pt idx="381">
                  <c:v>107.83784585273273</c:v>
                </c:pt>
                <c:pt idx="382">
                  <c:v>108.78384389549538</c:v>
                </c:pt>
                <c:pt idx="383">
                  <c:v>109.87218647133834</c:v>
                </c:pt>
                <c:pt idx="384">
                  <c:v>108.95287802852822</c:v>
                </c:pt>
                <c:pt idx="385">
                  <c:v>110.87156371400613</c:v>
                </c:pt>
                <c:pt idx="386">
                  <c:v>110.35556478159012</c:v>
                </c:pt>
                <c:pt idx="387">
                  <c:v>110.52756442572877</c:v>
                </c:pt>
                <c:pt idx="388">
                  <c:v>111.35790753536372</c:v>
                </c:pt>
                <c:pt idx="389">
                  <c:v>111.70783784585274</c:v>
                </c:pt>
                <c:pt idx="390">
                  <c:v>110.74404673645503</c:v>
                </c:pt>
                <c:pt idx="391">
                  <c:v>110.80632246967765</c:v>
                </c:pt>
                <c:pt idx="392">
                  <c:v>108.920257406364</c:v>
                </c:pt>
                <c:pt idx="393">
                  <c:v>108.58218914029834</c:v>
                </c:pt>
                <c:pt idx="394">
                  <c:v>109.03591233949173</c:v>
                </c:pt>
                <c:pt idx="395">
                  <c:v>108.96770558405741</c:v>
                </c:pt>
                <c:pt idx="396">
                  <c:v>106.616055277127</c:v>
                </c:pt>
                <c:pt idx="397">
                  <c:v>105.67005723436434</c:v>
                </c:pt>
                <c:pt idx="398">
                  <c:v>107.83784585273273</c:v>
                </c:pt>
                <c:pt idx="399">
                  <c:v>107.76370807508675</c:v>
                </c:pt>
                <c:pt idx="400">
                  <c:v>108.28860354082028</c:v>
                </c:pt>
                <c:pt idx="401">
                  <c:v>107.49681207556124</c:v>
                </c:pt>
                <c:pt idx="402">
                  <c:v>107.81115625278017</c:v>
                </c:pt>
                <c:pt idx="403">
                  <c:v>108.13736247442247</c:v>
                </c:pt>
                <c:pt idx="404">
                  <c:v>109.94928976009015</c:v>
                </c:pt>
                <c:pt idx="405">
                  <c:v>111.17108033569588</c:v>
                </c:pt>
                <c:pt idx="406">
                  <c:v>110.47418522582366</c:v>
                </c:pt>
                <c:pt idx="407">
                  <c:v>109.15156727261943</c:v>
                </c:pt>
                <c:pt idx="408">
                  <c:v>109.50446309421429</c:v>
                </c:pt>
                <c:pt idx="409">
                  <c:v>108.88763678419977</c:v>
                </c:pt>
                <c:pt idx="410">
                  <c:v>109.59935944960112</c:v>
                </c:pt>
                <c:pt idx="411">
                  <c:v>108.43094807390055</c:v>
                </c:pt>
                <c:pt idx="412">
                  <c:v>108.2678449630794</c:v>
                </c:pt>
                <c:pt idx="413">
                  <c:v>109.97597936004271</c:v>
                </c:pt>
                <c:pt idx="414">
                  <c:v>109.64977313840041</c:v>
                </c:pt>
                <c:pt idx="415">
                  <c:v>110.6491503810682</c:v>
                </c:pt>
                <c:pt idx="416">
                  <c:v>109.93742771566681</c:v>
                </c:pt>
                <c:pt idx="417">
                  <c:v>109.36804958334569</c:v>
                </c:pt>
                <c:pt idx="418">
                  <c:v>108.68894754010854</c:v>
                </c:pt>
                <c:pt idx="419">
                  <c:v>108.30936211856115</c:v>
                </c:pt>
                <c:pt idx="420">
                  <c:v>110.10349633759378</c:v>
                </c:pt>
                <c:pt idx="421">
                  <c:v>108.56143056255745</c:v>
                </c:pt>
                <c:pt idx="422">
                  <c:v>107.33074345363424</c:v>
                </c:pt>
                <c:pt idx="423">
                  <c:v>109.12191216156106</c:v>
                </c:pt>
                <c:pt idx="424">
                  <c:v>107.87046647489696</c:v>
                </c:pt>
                <c:pt idx="425">
                  <c:v>109.62011802734202</c:v>
                </c:pt>
                <c:pt idx="426">
                  <c:v>108.97660211737494</c:v>
                </c:pt>
                <c:pt idx="427">
                  <c:v>109.1189466504552</c:v>
                </c:pt>
                <c:pt idx="428">
                  <c:v>109.28204976127635</c:v>
                </c:pt>
                <c:pt idx="429">
                  <c:v>110.00859998220693</c:v>
                </c:pt>
                <c:pt idx="430">
                  <c:v>110.65211589217402</c:v>
                </c:pt>
                <c:pt idx="431">
                  <c:v>110.0886687820646</c:v>
                </c:pt>
                <c:pt idx="432">
                  <c:v>109.362118561134</c:v>
                </c:pt>
                <c:pt idx="433">
                  <c:v>105.81536727855045</c:v>
                </c:pt>
                <c:pt idx="434">
                  <c:v>106.03184958927672</c:v>
                </c:pt>
                <c:pt idx="435">
                  <c:v>106.61902078823285</c:v>
                </c:pt>
                <c:pt idx="436">
                  <c:v>105.52771270128407</c:v>
                </c:pt>
                <c:pt idx="437">
                  <c:v>105.42688532368554</c:v>
                </c:pt>
                <c:pt idx="438">
                  <c:v>107.76370807508675</c:v>
                </c:pt>
                <c:pt idx="439">
                  <c:v>107.20026096497732</c:v>
                </c:pt>
                <c:pt idx="440">
                  <c:v>107.08164052074376</c:v>
                </c:pt>
                <c:pt idx="441">
                  <c:v>107.29219180925833</c:v>
                </c:pt>
                <c:pt idx="442">
                  <c:v>107.55612229767802</c:v>
                </c:pt>
                <c:pt idx="443">
                  <c:v>108.42798256279471</c:v>
                </c:pt>
                <c:pt idx="444">
                  <c:v>108.50212034044068</c:v>
                </c:pt>
                <c:pt idx="445">
                  <c:v>108.3746033628896</c:v>
                </c:pt>
                <c:pt idx="446">
                  <c:v>109.22273953915958</c:v>
                </c:pt>
                <c:pt idx="447">
                  <c:v>109.82770380475075</c:v>
                </c:pt>
                <c:pt idx="448">
                  <c:v>110.61356424779811</c:v>
                </c:pt>
                <c:pt idx="449">
                  <c:v>110.00859998220693</c:v>
                </c:pt>
                <c:pt idx="450">
                  <c:v>109.90777260460843</c:v>
                </c:pt>
                <c:pt idx="451">
                  <c:v>107.62136354200649</c:v>
                </c:pt>
                <c:pt idx="452">
                  <c:v>108.97660211737494</c:v>
                </c:pt>
                <c:pt idx="453">
                  <c:v>108.77791287328371</c:v>
                </c:pt>
                <c:pt idx="454">
                  <c:v>108.39239642952462</c:v>
                </c:pt>
                <c:pt idx="455">
                  <c:v>106.99267518756858</c:v>
                </c:pt>
                <c:pt idx="456">
                  <c:v>106.83846861006494</c:v>
                </c:pt>
                <c:pt idx="457">
                  <c:v>107.49977758666707</c:v>
                </c:pt>
                <c:pt idx="458">
                  <c:v>105.55736781234246</c:v>
                </c:pt>
                <c:pt idx="459">
                  <c:v>104.55799056967467</c:v>
                </c:pt>
                <c:pt idx="460">
                  <c:v>101.4708935084962</c:v>
                </c:pt>
                <c:pt idx="461">
                  <c:v>101.34930755315679</c:v>
                </c:pt>
                <c:pt idx="462">
                  <c:v>101.52723821950713</c:v>
                </c:pt>
                <c:pt idx="463">
                  <c:v>103.15826932771863</c:v>
                </c:pt>
                <c:pt idx="464">
                  <c:v>105.5751608789775</c:v>
                </c:pt>
                <c:pt idx="465">
                  <c:v>107.73998398624003</c:v>
                </c:pt>
                <c:pt idx="466">
                  <c:v>108.86984371756473</c:v>
                </c:pt>
                <c:pt idx="467">
                  <c:v>108.65632691794431</c:v>
                </c:pt>
                <c:pt idx="468">
                  <c:v>112.98300762136356</c:v>
                </c:pt>
                <c:pt idx="469">
                  <c:v>114.00017793066637</c:v>
                </c:pt>
                <c:pt idx="470">
                  <c:v>115.22789952848373</c:v>
                </c:pt>
                <c:pt idx="471">
                  <c:v>114.21962575249847</c:v>
                </c:pt>
                <c:pt idx="472">
                  <c:v>114.22555677471013</c:v>
                </c:pt>
                <c:pt idx="473">
                  <c:v>115.57782983897276</c:v>
                </c:pt>
                <c:pt idx="474">
                  <c:v>115.30500281723555</c:v>
                </c:pt>
                <c:pt idx="475">
                  <c:v>115.81507072743989</c:v>
                </c:pt>
                <c:pt idx="476">
                  <c:v>114.94321046232318</c:v>
                </c:pt>
                <c:pt idx="477">
                  <c:v>115.53927819459685</c:v>
                </c:pt>
                <c:pt idx="478">
                  <c:v>115.31093383944724</c:v>
                </c:pt>
                <c:pt idx="479">
                  <c:v>116.36369028202012</c:v>
                </c:pt>
                <c:pt idx="480">
                  <c:v>116.27472494884495</c:v>
                </c:pt>
                <c:pt idx="481">
                  <c:v>116.13831143797636</c:v>
                </c:pt>
                <c:pt idx="482">
                  <c:v>116.61279321491061</c:v>
                </c:pt>
                <c:pt idx="483">
                  <c:v>115.46514041695086</c:v>
                </c:pt>
                <c:pt idx="484">
                  <c:v>116.218380237834</c:v>
                </c:pt>
                <c:pt idx="485">
                  <c:v>116.15610450461138</c:v>
                </c:pt>
                <c:pt idx="486">
                  <c:v>116.1650010379289</c:v>
                </c:pt>
                <c:pt idx="487">
                  <c:v>116.85299961448356</c:v>
                </c:pt>
                <c:pt idx="488">
                  <c:v>116.49713828178288</c:v>
                </c:pt>
                <c:pt idx="489">
                  <c:v>116.73437917025001</c:v>
                </c:pt>
                <c:pt idx="490">
                  <c:v>117.10803356958573</c:v>
                </c:pt>
                <c:pt idx="491">
                  <c:v>116.58906912606388</c:v>
                </c:pt>
                <c:pt idx="492">
                  <c:v>115.69051926099465</c:v>
                </c:pt>
                <c:pt idx="493">
                  <c:v>116.2035526823048</c:v>
                </c:pt>
                <c:pt idx="494">
                  <c:v>116.49713828178288</c:v>
                </c:pt>
                <c:pt idx="495">
                  <c:v>117.45796388007473</c:v>
                </c:pt>
                <c:pt idx="496">
                  <c:v>117.81382521277541</c:v>
                </c:pt>
                <c:pt idx="497">
                  <c:v>117.40458468016963</c:v>
                </c:pt>
                <c:pt idx="498">
                  <c:v>114.67334895169184</c:v>
                </c:pt>
                <c:pt idx="499">
                  <c:v>116.02562201595445</c:v>
                </c:pt>
                <c:pt idx="500">
                  <c:v>117.28299872483024</c:v>
                </c:pt>
                <c:pt idx="501">
                  <c:v>118.1993416565345</c:v>
                </c:pt>
                <c:pt idx="502">
                  <c:v>119.09789152160374</c:v>
                </c:pt>
                <c:pt idx="503">
                  <c:v>118.69458201120963</c:v>
                </c:pt>
                <c:pt idx="504">
                  <c:v>119.12161561045048</c:v>
                </c:pt>
                <c:pt idx="505">
                  <c:v>118.89920227751254</c:v>
                </c:pt>
                <c:pt idx="506">
                  <c:v>120.52133685240653</c:v>
                </c:pt>
                <c:pt idx="507">
                  <c:v>121.13816316242105</c:v>
                </c:pt>
                <c:pt idx="508">
                  <c:v>121.93292013878593</c:v>
                </c:pt>
                <c:pt idx="509">
                  <c:v>121.11443907357436</c:v>
                </c:pt>
                <c:pt idx="510">
                  <c:v>121.17374929569111</c:v>
                </c:pt>
                <c:pt idx="511">
                  <c:v>121.3101628065597</c:v>
                </c:pt>
                <c:pt idx="512">
                  <c:v>122.17905756057057</c:v>
                </c:pt>
                <c:pt idx="513">
                  <c:v>120.94837045164735</c:v>
                </c:pt>
                <c:pt idx="514">
                  <c:v>121.194507873432</c:v>
                </c:pt>
                <c:pt idx="515">
                  <c:v>120.96912902938823</c:v>
                </c:pt>
                <c:pt idx="516">
                  <c:v>121.83505827229324</c:v>
                </c:pt>
                <c:pt idx="517">
                  <c:v>121.84988582782243</c:v>
                </c:pt>
                <c:pt idx="518">
                  <c:v>121.15299071795025</c:v>
                </c:pt>
                <c:pt idx="519">
                  <c:v>120.14175143085912</c:v>
                </c:pt>
                <c:pt idx="520">
                  <c:v>120.90388778505977</c:v>
                </c:pt>
                <c:pt idx="521">
                  <c:v>119.50416654310372</c:v>
                </c:pt>
                <c:pt idx="522">
                  <c:v>119.62575249844312</c:v>
                </c:pt>
                <c:pt idx="523">
                  <c:v>117.38975712464044</c:v>
                </c:pt>
                <c:pt idx="524">
                  <c:v>118.84878858871326</c:v>
                </c:pt>
                <c:pt idx="525">
                  <c:v>120.37602680822042</c:v>
                </c:pt>
                <c:pt idx="526">
                  <c:v>120.77637080750867</c:v>
                </c:pt>
                <c:pt idx="527">
                  <c:v>121.44954182853415</c:v>
                </c:pt>
                <c:pt idx="528">
                  <c:v>121.44954182853415</c:v>
                </c:pt>
                <c:pt idx="529">
                  <c:v>121.81726520565819</c:v>
                </c:pt>
                <c:pt idx="530">
                  <c:v>121.71050680584801</c:v>
                </c:pt>
                <c:pt idx="531">
                  <c:v>121.42878325079329</c:v>
                </c:pt>
                <c:pt idx="532">
                  <c:v>121.98629933869103</c:v>
                </c:pt>
                <c:pt idx="533">
                  <c:v>122.7721597817384</c:v>
                </c:pt>
                <c:pt idx="534">
                  <c:v>124.39429435663239</c:v>
                </c:pt>
                <c:pt idx="535">
                  <c:v>124.31422555677472</c:v>
                </c:pt>
                <c:pt idx="536">
                  <c:v>123.3949171139646</c:v>
                </c:pt>
                <c:pt idx="537">
                  <c:v>122.38664333797931</c:v>
                </c:pt>
                <c:pt idx="538">
                  <c:v>123.03312475905224</c:v>
                </c:pt>
                <c:pt idx="539">
                  <c:v>122.49340173778951</c:v>
                </c:pt>
                <c:pt idx="540">
                  <c:v>121.9774028053735</c:v>
                </c:pt>
                <c:pt idx="541">
                  <c:v>122.5378844043771</c:v>
                </c:pt>
                <c:pt idx="542">
                  <c:v>122.09898876071293</c:v>
                </c:pt>
                <c:pt idx="543">
                  <c:v>120.10023427537737</c:v>
                </c:pt>
                <c:pt idx="544">
                  <c:v>122.30954004922749</c:v>
                </c:pt>
                <c:pt idx="545">
                  <c:v>122.54381542658879</c:v>
                </c:pt>
                <c:pt idx="546">
                  <c:v>122.60016013759973</c:v>
                </c:pt>
                <c:pt idx="547">
                  <c:v>122.15236796061804</c:v>
                </c:pt>
                <c:pt idx="548">
                  <c:v>121.194507873432</c:v>
                </c:pt>
                <c:pt idx="549">
                  <c:v>123.7359508911361</c:v>
                </c:pt>
                <c:pt idx="550">
                  <c:v>124.67305240058127</c:v>
                </c:pt>
                <c:pt idx="551">
                  <c:v>125.17718928857389</c:v>
                </c:pt>
                <c:pt idx="552">
                  <c:v>125.78808457637676</c:v>
                </c:pt>
                <c:pt idx="553">
                  <c:v>125.46484386584027</c:v>
                </c:pt>
                <c:pt idx="554">
                  <c:v>125.46484386584027</c:v>
                </c:pt>
                <c:pt idx="555">
                  <c:v>126.57394501942409</c:v>
                </c:pt>
                <c:pt idx="556">
                  <c:v>126.00753239820885</c:v>
                </c:pt>
                <c:pt idx="557">
                  <c:v>126.50573826398981</c:v>
                </c:pt>
                <c:pt idx="558">
                  <c:v>125.54491266569794</c:v>
                </c:pt>
                <c:pt idx="559">
                  <c:v>125.78808457637676</c:v>
                </c:pt>
                <c:pt idx="560">
                  <c:v>125.53305062127458</c:v>
                </c:pt>
                <c:pt idx="561">
                  <c:v>125.5567747101213</c:v>
                </c:pt>
                <c:pt idx="562">
                  <c:v>125.46484386584027</c:v>
                </c:pt>
                <c:pt idx="563">
                  <c:v>126.60656564158835</c:v>
                </c:pt>
                <c:pt idx="564">
                  <c:v>126.80822039678539</c:v>
                </c:pt>
                <c:pt idx="565">
                  <c:v>127.70973577296047</c:v>
                </c:pt>
                <c:pt idx="566">
                  <c:v>127.39835710684737</c:v>
                </c:pt>
                <c:pt idx="567">
                  <c:v>128.17532101657721</c:v>
                </c:pt>
                <c:pt idx="568">
                  <c:v>129.07683639275228</c:v>
                </c:pt>
                <c:pt idx="569">
                  <c:v>128.79807834880341</c:v>
                </c:pt>
                <c:pt idx="570">
                  <c:v>129.55131816968654</c:v>
                </c:pt>
                <c:pt idx="571">
                  <c:v>129.66104208060261</c:v>
                </c:pt>
                <c:pt idx="572">
                  <c:v>129.07090537054063</c:v>
                </c:pt>
                <c:pt idx="573">
                  <c:v>129.2221464369384</c:v>
                </c:pt>
                <c:pt idx="574">
                  <c:v>129.4653183476172</c:v>
                </c:pt>
                <c:pt idx="575">
                  <c:v>130.05248954657336</c:v>
                </c:pt>
                <c:pt idx="576">
                  <c:v>131.22090092227396</c:v>
                </c:pt>
                <c:pt idx="577">
                  <c:v>131.12897007799296</c:v>
                </c:pt>
                <c:pt idx="578">
                  <c:v>128.64387177129979</c:v>
                </c:pt>
                <c:pt idx="579">
                  <c:v>129.48607692535811</c:v>
                </c:pt>
                <c:pt idx="580">
                  <c:v>130.37276474600398</c:v>
                </c:pt>
                <c:pt idx="581">
                  <c:v>130.19779959075947</c:v>
                </c:pt>
                <c:pt idx="582">
                  <c:v>130.5417988790368</c:v>
                </c:pt>
                <c:pt idx="583">
                  <c:v>130.43800599033244</c:v>
                </c:pt>
                <c:pt idx="584">
                  <c:v>130.45876456807332</c:v>
                </c:pt>
                <c:pt idx="585">
                  <c:v>130.11773079090182</c:v>
                </c:pt>
                <c:pt idx="586">
                  <c:v>129.70849025829602</c:v>
                </c:pt>
                <c:pt idx="587">
                  <c:v>130.45876456807332</c:v>
                </c:pt>
                <c:pt idx="588">
                  <c:v>128.5993891047122</c:v>
                </c:pt>
                <c:pt idx="589">
                  <c:v>130.94214287832509</c:v>
                </c:pt>
                <c:pt idx="590">
                  <c:v>130.7849707897156</c:v>
                </c:pt>
                <c:pt idx="591">
                  <c:v>131.94448563209872</c:v>
                </c:pt>
                <c:pt idx="592">
                  <c:v>132.0808991429673</c:v>
                </c:pt>
                <c:pt idx="593">
                  <c:v>129.47718039204057</c:v>
                </c:pt>
                <c:pt idx="594">
                  <c:v>129.86862785801134</c:v>
                </c:pt>
                <c:pt idx="595">
                  <c:v>129.68773168055515</c:v>
                </c:pt>
                <c:pt idx="596">
                  <c:v>131.23276296669729</c:v>
                </c:pt>
                <c:pt idx="597">
                  <c:v>131.16159070015718</c:v>
                </c:pt>
                <c:pt idx="598">
                  <c:v>131.38400403309512</c:v>
                </c:pt>
                <c:pt idx="599">
                  <c:v>129.39711159218291</c:v>
                </c:pt>
                <c:pt idx="600">
                  <c:v>131.04593576702945</c:v>
                </c:pt>
                <c:pt idx="601">
                  <c:v>131.7991755879126</c:v>
                </c:pt>
                <c:pt idx="602">
                  <c:v>132.02455443195635</c:v>
                </c:pt>
                <c:pt idx="603">
                  <c:v>132.03048545416806</c:v>
                </c:pt>
                <c:pt idx="604">
                  <c:v>132.39227780908041</c:v>
                </c:pt>
                <c:pt idx="605">
                  <c:v>133.14551762996354</c:v>
                </c:pt>
                <c:pt idx="606">
                  <c:v>132.48717416446723</c:v>
                </c:pt>
                <c:pt idx="607">
                  <c:v>133.4776548738175</c:v>
                </c:pt>
                <c:pt idx="608">
                  <c:v>133.84537825094156</c:v>
                </c:pt>
                <c:pt idx="609">
                  <c:v>133.6822751401204</c:v>
                </c:pt>
                <c:pt idx="610">
                  <c:v>134.21013611695975</c:v>
                </c:pt>
                <c:pt idx="611">
                  <c:v>134.50372171643784</c:v>
                </c:pt>
                <c:pt idx="612">
                  <c:v>134.63716971620059</c:v>
                </c:pt>
                <c:pt idx="613">
                  <c:v>134.76468669375168</c:v>
                </c:pt>
                <c:pt idx="614">
                  <c:v>134.80027282702173</c:v>
                </c:pt>
                <c:pt idx="615">
                  <c:v>135.67509860324427</c:v>
                </c:pt>
                <c:pt idx="616">
                  <c:v>135.91530500281723</c:v>
                </c:pt>
                <c:pt idx="617">
                  <c:v>136.06061504700335</c:v>
                </c:pt>
                <c:pt idx="618">
                  <c:v>136.37199371311647</c:v>
                </c:pt>
                <c:pt idx="619">
                  <c:v>136.21482162450698</c:v>
                </c:pt>
                <c:pt idx="620">
                  <c:v>134.05592953945614</c:v>
                </c:pt>
                <c:pt idx="621">
                  <c:v>134.99896207111297</c:v>
                </c:pt>
                <c:pt idx="622">
                  <c:v>135.35185789270784</c:v>
                </c:pt>
                <c:pt idx="623">
                  <c:v>134.36730820556923</c:v>
                </c:pt>
                <c:pt idx="624">
                  <c:v>135.53571958126983</c:v>
                </c:pt>
                <c:pt idx="625">
                  <c:v>135.71068473651437</c:v>
                </c:pt>
                <c:pt idx="626">
                  <c:v>134.91296224904363</c:v>
                </c:pt>
                <c:pt idx="627">
                  <c:v>135.33703033717865</c:v>
                </c:pt>
                <c:pt idx="628">
                  <c:v>134.29020491681743</c:v>
                </c:pt>
                <c:pt idx="629">
                  <c:v>135.11758251534653</c:v>
                </c:pt>
                <c:pt idx="630">
                  <c:v>135.46751282583554</c:v>
                </c:pt>
                <c:pt idx="631">
                  <c:v>135.9271670472406</c:v>
                </c:pt>
                <c:pt idx="632">
                  <c:v>135.22137540405089</c:v>
                </c:pt>
                <c:pt idx="633">
                  <c:v>136.27413184662376</c:v>
                </c:pt>
                <c:pt idx="634">
                  <c:v>133.92544705079922</c:v>
                </c:pt>
                <c:pt idx="635">
                  <c:v>135.72254678093771</c:v>
                </c:pt>
                <c:pt idx="636">
                  <c:v>136.65964829038285</c:v>
                </c:pt>
                <c:pt idx="637">
                  <c:v>136.69819993475875</c:v>
                </c:pt>
                <c:pt idx="638">
                  <c:v>136.57957949052519</c:v>
                </c:pt>
                <c:pt idx="639">
                  <c:v>135.28661664837935</c:v>
                </c:pt>
                <c:pt idx="640">
                  <c:v>134.85365202692685</c:v>
                </c:pt>
                <c:pt idx="641">
                  <c:v>131.75469292132499</c:v>
                </c:pt>
                <c:pt idx="642">
                  <c:v>132.44269149787965</c:v>
                </c:pt>
                <c:pt idx="643">
                  <c:v>134.62530767177725</c:v>
                </c:pt>
                <c:pt idx="644">
                  <c:v>135.38447851487203</c:v>
                </c:pt>
                <c:pt idx="645">
                  <c:v>136.86130304557992</c:v>
                </c:pt>
                <c:pt idx="646">
                  <c:v>136.75157913466387</c:v>
                </c:pt>
                <c:pt idx="647">
                  <c:v>136.01316686930994</c:v>
                </c:pt>
                <c:pt idx="648">
                  <c:v>136.91764775659087</c:v>
                </c:pt>
                <c:pt idx="649">
                  <c:v>137.55226713324043</c:v>
                </c:pt>
                <c:pt idx="650">
                  <c:v>136.92950980101421</c:v>
                </c:pt>
                <c:pt idx="651">
                  <c:v>137.7331633106966</c:v>
                </c:pt>
                <c:pt idx="652">
                  <c:v>138.00895584353964</c:v>
                </c:pt>
                <c:pt idx="653">
                  <c:v>138.85116099759796</c:v>
                </c:pt>
                <c:pt idx="654">
                  <c:v>139.36715993001394</c:v>
                </c:pt>
                <c:pt idx="655">
                  <c:v>139.3701254411198</c:v>
                </c:pt>
                <c:pt idx="656">
                  <c:v>139.58067672963438</c:v>
                </c:pt>
                <c:pt idx="657">
                  <c:v>140.06702055099197</c:v>
                </c:pt>
                <c:pt idx="658">
                  <c:v>140.66012277215978</c:v>
                </c:pt>
                <c:pt idx="659">
                  <c:v>140.81432934966344</c:v>
                </c:pt>
                <c:pt idx="660">
                  <c:v>141.10791494914147</c:v>
                </c:pt>
                <c:pt idx="661">
                  <c:v>140.40212330595179</c:v>
                </c:pt>
                <c:pt idx="662">
                  <c:v>140.49998517244447</c:v>
                </c:pt>
                <c:pt idx="663">
                  <c:v>140.6897778832182</c:v>
                </c:pt>
                <c:pt idx="664">
                  <c:v>138.56054090922572</c:v>
                </c:pt>
                <c:pt idx="665">
                  <c:v>139.02316064173661</c:v>
                </c:pt>
                <c:pt idx="666">
                  <c:v>139.93653806233505</c:v>
                </c:pt>
                <c:pt idx="667">
                  <c:v>139.90984846238251</c:v>
                </c:pt>
                <c:pt idx="668">
                  <c:v>139.92467601791171</c:v>
                </c:pt>
                <c:pt idx="669">
                  <c:v>139.47984935203584</c:v>
                </c:pt>
                <c:pt idx="670">
                  <c:v>140.07295157320365</c:v>
                </c:pt>
                <c:pt idx="671">
                  <c:v>140.17377895080219</c:v>
                </c:pt>
                <c:pt idx="672">
                  <c:v>139.63998695175115</c:v>
                </c:pt>
                <c:pt idx="673">
                  <c:v>140.30426143945911</c:v>
                </c:pt>
                <c:pt idx="674">
                  <c:v>140.74315708312329</c:v>
                </c:pt>
                <c:pt idx="675">
                  <c:v>139.95136561786424</c:v>
                </c:pt>
                <c:pt idx="676">
                  <c:v>140.9181222383678</c:v>
                </c:pt>
                <c:pt idx="677">
                  <c:v>140.23012366181314</c:v>
                </c:pt>
                <c:pt idx="678">
                  <c:v>138.7473681088936</c:v>
                </c:pt>
                <c:pt idx="679">
                  <c:v>138.6584027757184</c:v>
                </c:pt>
                <c:pt idx="680">
                  <c:v>138.29364490970019</c:v>
                </c:pt>
                <c:pt idx="681">
                  <c:v>138.69398890898847</c:v>
                </c:pt>
                <c:pt idx="682">
                  <c:v>138.68212686456511</c:v>
                </c:pt>
                <c:pt idx="683">
                  <c:v>137.57302571098131</c:v>
                </c:pt>
                <c:pt idx="684">
                  <c:v>138.17798997657246</c:v>
                </c:pt>
                <c:pt idx="685">
                  <c:v>136.95916491207259</c:v>
                </c:pt>
                <c:pt idx="686">
                  <c:v>134.66979033836483</c:v>
                </c:pt>
                <c:pt idx="687">
                  <c:v>136.02206340262745</c:v>
                </c:pt>
                <c:pt idx="688">
                  <c:v>137.36247442246673</c:v>
                </c:pt>
                <c:pt idx="689">
                  <c:v>138.63764419797752</c:v>
                </c:pt>
                <c:pt idx="690">
                  <c:v>137.38916402241927</c:v>
                </c:pt>
                <c:pt idx="691">
                  <c:v>137.13116455621127</c:v>
                </c:pt>
                <c:pt idx="692">
                  <c:v>134.14489487263131</c:v>
                </c:pt>
                <c:pt idx="693">
                  <c:v>134.93965184899616</c:v>
                </c:pt>
                <c:pt idx="694">
                  <c:v>134.87441060466773</c:v>
                </c:pt>
                <c:pt idx="695">
                  <c:v>134.30799798345245</c:v>
                </c:pt>
                <c:pt idx="696">
                  <c:v>133.67634411790871</c:v>
                </c:pt>
                <c:pt idx="697">
                  <c:v>135.23620295958008</c:v>
                </c:pt>
                <c:pt idx="698">
                  <c:v>133.84241273983571</c:v>
                </c:pt>
                <c:pt idx="699">
                  <c:v>135.98944278046321</c:v>
                </c:pt>
                <c:pt idx="700">
                  <c:v>135.60985735891583</c:v>
                </c:pt>
                <c:pt idx="701">
                  <c:v>135.68102962545595</c:v>
                </c:pt>
                <c:pt idx="702">
                  <c:v>135.5861332700691</c:v>
                </c:pt>
                <c:pt idx="703">
                  <c:v>136.52916580172592</c:v>
                </c:pt>
                <c:pt idx="704">
                  <c:v>138.16909344325495</c:v>
                </c:pt>
                <c:pt idx="705">
                  <c:v>139.19812579698112</c:v>
                </c:pt>
                <c:pt idx="706">
                  <c:v>138.50123068710894</c:v>
                </c:pt>
                <c:pt idx="707">
                  <c:v>138.95791939740815</c:v>
                </c:pt>
                <c:pt idx="708">
                  <c:v>139.39978055217816</c:v>
                </c:pt>
                <c:pt idx="709">
                  <c:v>139.29302215236797</c:v>
                </c:pt>
                <c:pt idx="710">
                  <c:v>139.93653806233505</c:v>
                </c:pt>
                <c:pt idx="711">
                  <c:v>140.03439992882772</c:v>
                </c:pt>
                <c:pt idx="712">
                  <c:v>141.08122534918894</c:v>
                </c:pt>
                <c:pt idx="713">
                  <c:v>140.5770884611963</c:v>
                </c:pt>
                <c:pt idx="714">
                  <c:v>140.90922570505029</c:v>
                </c:pt>
                <c:pt idx="715">
                  <c:v>141.01301859375462</c:v>
                </c:pt>
                <c:pt idx="716">
                  <c:v>142.0094303253166</c:v>
                </c:pt>
                <c:pt idx="717">
                  <c:v>142.20515405830193</c:v>
                </c:pt>
                <c:pt idx="718">
                  <c:v>142.70632543518877</c:v>
                </c:pt>
                <c:pt idx="719">
                  <c:v>143.29646214525073</c:v>
                </c:pt>
                <c:pt idx="720">
                  <c:v>143.36466890068505</c:v>
                </c:pt>
                <c:pt idx="721">
                  <c:v>143.41508258948431</c:v>
                </c:pt>
                <c:pt idx="722">
                  <c:v>143.14818658995878</c:v>
                </c:pt>
                <c:pt idx="723">
                  <c:v>143.4595652560719</c:v>
                </c:pt>
                <c:pt idx="724">
                  <c:v>143.91328845526527</c:v>
                </c:pt>
                <c:pt idx="725">
                  <c:v>144.34625307671777</c:v>
                </c:pt>
                <c:pt idx="726">
                  <c:v>144.84445894249876</c:v>
                </c:pt>
                <c:pt idx="727">
                  <c:v>145.09356187538921</c:v>
                </c:pt>
                <c:pt idx="728">
                  <c:v>145.29521663058628</c:v>
                </c:pt>
                <c:pt idx="729">
                  <c:v>144.6279766317725</c:v>
                </c:pt>
                <c:pt idx="730">
                  <c:v>144.14756383262656</c:v>
                </c:pt>
                <c:pt idx="731">
                  <c:v>143.96370214406454</c:v>
                </c:pt>
                <c:pt idx="732">
                  <c:v>142.12211974733847</c:v>
                </c:pt>
                <c:pt idx="733">
                  <c:v>142.2526022359954</c:v>
                </c:pt>
                <c:pt idx="734">
                  <c:v>142.85460099048072</c:v>
                </c:pt>
                <c:pt idx="735">
                  <c:v>137.61454286646304</c:v>
                </c:pt>
                <c:pt idx="736">
                  <c:v>138.56054090922572</c:v>
                </c:pt>
                <c:pt idx="737">
                  <c:v>137.29130215592659</c:v>
                </c:pt>
                <c:pt idx="738">
                  <c:v>139.63405592953947</c:v>
                </c:pt>
                <c:pt idx="739">
                  <c:v>138.02674891017469</c:v>
                </c:pt>
                <c:pt idx="740">
                  <c:v>137.23495744491564</c:v>
                </c:pt>
                <c:pt idx="741">
                  <c:v>138.99647104178405</c:v>
                </c:pt>
                <c:pt idx="742">
                  <c:v>142.39791228018152</c:v>
                </c:pt>
                <c:pt idx="743">
                  <c:v>141.56163814833488</c:v>
                </c:pt>
                <c:pt idx="744">
                  <c:v>141.45191423741883</c:v>
                </c:pt>
                <c:pt idx="745">
                  <c:v>141.02784614928382</c:v>
                </c:pt>
                <c:pt idx="746">
                  <c:v>140.4258473947985</c:v>
                </c:pt>
                <c:pt idx="747">
                  <c:v>139.24853948578038</c:v>
                </c:pt>
                <c:pt idx="748">
                  <c:v>139.60440081848105</c:v>
                </c:pt>
                <c:pt idx="749">
                  <c:v>141.32439725986774</c:v>
                </c:pt>
                <c:pt idx="750">
                  <c:v>140.53557130571454</c:v>
                </c:pt>
                <c:pt idx="751">
                  <c:v>138.59316153138994</c:v>
                </c:pt>
                <c:pt idx="752">
                  <c:v>140.5622609056671</c:v>
                </c:pt>
                <c:pt idx="753">
                  <c:v>141.85818925891877</c:v>
                </c:pt>
                <c:pt idx="754">
                  <c:v>143.23715192313395</c:v>
                </c:pt>
                <c:pt idx="755">
                  <c:v>143.97259867738205</c:v>
                </c:pt>
                <c:pt idx="756">
                  <c:v>144.86521752023961</c:v>
                </c:pt>
                <c:pt idx="757">
                  <c:v>144.71101094273598</c:v>
                </c:pt>
                <c:pt idx="758">
                  <c:v>144.92749325346225</c:v>
                </c:pt>
                <c:pt idx="759">
                  <c:v>145.30707867500965</c:v>
                </c:pt>
                <c:pt idx="760">
                  <c:v>146.50217965066278</c:v>
                </c:pt>
                <c:pt idx="761">
                  <c:v>146.60004151715549</c:v>
                </c:pt>
                <c:pt idx="762">
                  <c:v>144.7643901426411</c:v>
                </c:pt>
                <c:pt idx="763">
                  <c:v>144.19797752142583</c:v>
                </c:pt>
                <c:pt idx="764">
                  <c:v>142.05984401411584</c:v>
                </c:pt>
                <c:pt idx="765">
                  <c:v>143.25791050087483</c:v>
                </c:pt>
                <c:pt idx="766">
                  <c:v>144.18314996589663</c:v>
                </c:pt>
                <c:pt idx="767">
                  <c:v>144.13866729930905</c:v>
                </c:pt>
                <c:pt idx="768">
                  <c:v>142.68853236855375</c:v>
                </c:pt>
                <c:pt idx="769">
                  <c:v>143.68197858900982</c:v>
                </c:pt>
                <c:pt idx="770">
                  <c:v>142.28225734705379</c:v>
                </c:pt>
                <c:pt idx="771">
                  <c:v>142.61142907980192</c:v>
                </c:pt>
                <c:pt idx="772">
                  <c:v>143.33797930073248</c:v>
                </c:pt>
                <c:pt idx="773">
                  <c:v>140.69570890542985</c:v>
                </c:pt>
                <c:pt idx="774">
                  <c:v>135.33406482607276</c:v>
                </c:pt>
                <c:pt idx="775">
                  <c:v>136.29192491325881</c:v>
                </c:pt>
                <c:pt idx="776">
                  <c:v>138.58129948696657</c:v>
                </c:pt>
                <c:pt idx="777">
                  <c:v>139.47688384092999</c:v>
                </c:pt>
                <c:pt idx="778">
                  <c:v>138.05936953233891</c:v>
                </c:pt>
                <c:pt idx="779">
                  <c:v>139.04688473058334</c:v>
                </c:pt>
                <c:pt idx="780">
                  <c:v>140.82026037187509</c:v>
                </c:pt>
                <c:pt idx="781">
                  <c:v>141.45784525963049</c:v>
                </c:pt>
                <c:pt idx="782">
                  <c:v>138.97274695293734</c:v>
                </c:pt>
                <c:pt idx="783">
                  <c:v>137.05109575635362</c:v>
                </c:pt>
                <c:pt idx="784">
                  <c:v>137.97930073248125</c:v>
                </c:pt>
                <c:pt idx="785">
                  <c:v>137.9970937991163</c:v>
                </c:pt>
                <c:pt idx="786">
                  <c:v>140.36653717268172</c:v>
                </c:pt>
                <c:pt idx="787">
                  <c:v>140.07591708430948</c:v>
                </c:pt>
                <c:pt idx="788">
                  <c:v>139.25150499688621</c:v>
                </c:pt>
                <c:pt idx="789">
                  <c:v>136.69819993475875</c:v>
                </c:pt>
                <c:pt idx="790">
                  <c:v>138.65543726461254</c:v>
                </c:pt>
                <c:pt idx="791">
                  <c:v>138.71771299783518</c:v>
                </c:pt>
                <c:pt idx="792">
                  <c:v>137.76281842175499</c:v>
                </c:pt>
                <c:pt idx="793">
                  <c:v>136.65371726817116</c:v>
                </c:pt>
                <c:pt idx="794">
                  <c:v>134.87441060466773</c:v>
                </c:pt>
                <c:pt idx="795">
                  <c:v>134.96634144894875</c:v>
                </c:pt>
                <c:pt idx="796">
                  <c:v>134.59268704961301</c:v>
                </c:pt>
                <c:pt idx="797">
                  <c:v>130.17407550191277</c:v>
                </c:pt>
                <c:pt idx="798">
                  <c:v>134.4948251831203</c:v>
                </c:pt>
                <c:pt idx="799">
                  <c:v>134.37027371667506</c:v>
                </c:pt>
                <c:pt idx="800">
                  <c:v>131.18531478900391</c:v>
                </c:pt>
                <c:pt idx="801">
                  <c:v>132.35965718691617</c:v>
                </c:pt>
                <c:pt idx="802">
                  <c:v>129.69959372497851</c:v>
                </c:pt>
                <c:pt idx="803">
                  <c:v>125.07932742208119</c:v>
                </c:pt>
                <c:pt idx="804">
                  <c:v>123.70036475786603</c:v>
                </c:pt>
                <c:pt idx="805">
                  <c:v>123.07167640342813</c:v>
                </c:pt>
                <c:pt idx="806">
                  <c:v>128.83662999317934</c:v>
                </c:pt>
                <c:pt idx="807">
                  <c:v>126.66291035259928</c:v>
                </c:pt>
                <c:pt idx="808">
                  <c:v>127.86394235046413</c:v>
                </c:pt>
                <c:pt idx="809">
                  <c:v>129.40007710328877</c:v>
                </c:pt>
                <c:pt idx="810">
                  <c:v>129.03531923727056</c:v>
                </c:pt>
                <c:pt idx="811">
                  <c:v>132.98834554135405</c:v>
                </c:pt>
                <c:pt idx="812">
                  <c:v>133.59330980694523</c:v>
                </c:pt>
                <c:pt idx="813">
                  <c:v>134.8121348714451</c:v>
                </c:pt>
                <c:pt idx="814">
                  <c:v>134.86847958245605</c:v>
                </c:pt>
                <c:pt idx="815">
                  <c:v>136.01316686930994</c:v>
                </c:pt>
                <c:pt idx="816">
                  <c:v>134.64310073841227</c:v>
                </c:pt>
                <c:pt idx="817">
                  <c:v>134.35841167225172</c:v>
                </c:pt>
                <c:pt idx="818">
                  <c:v>134.50075620533198</c:v>
                </c:pt>
                <c:pt idx="819">
                  <c:v>134.68461789389403</c:v>
                </c:pt>
                <c:pt idx="820">
                  <c:v>137.0333026897186</c:v>
                </c:pt>
                <c:pt idx="821">
                  <c:v>136.46985557960915</c:v>
                </c:pt>
                <c:pt idx="822">
                  <c:v>135.18578927078082</c:v>
                </c:pt>
                <c:pt idx="823">
                  <c:v>135.92123602502892</c:v>
                </c:pt>
                <c:pt idx="824">
                  <c:v>137.06295780077699</c:v>
                </c:pt>
                <c:pt idx="825">
                  <c:v>137.3239227780908</c:v>
                </c:pt>
                <c:pt idx="826">
                  <c:v>135.21840989294506</c:v>
                </c:pt>
                <c:pt idx="827">
                  <c:v>134.93668633789034</c:v>
                </c:pt>
                <c:pt idx="828">
                  <c:v>136.7011654458646</c:v>
                </c:pt>
                <c:pt idx="829">
                  <c:v>135.89751193618221</c:v>
                </c:pt>
                <c:pt idx="830">
                  <c:v>135.4200646481421</c:v>
                </c:pt>
                <c:pt idx="831">
                  <c:v>135.458616292518</c:v>
                </c:pt>
                <c:pt idx="832">
                  <c:v>136.3601316686931</c:v>
                </c:pt>
                <c:pt idx="833">
                  <c:v>135.31034073722606</c:v>
                </c:pt>
                <c:pt idx="834">
                  <c:v>136.44316597965661</c:v>
                </c:pt>
                <c:pt idx="835">
                  <c:v>136.87909611221494</c:v>
                </c:pt>
                <c:pt idx="836">
                  <c:v>134.42958393879186</c:v>
                </c:pt>
                <c:pt idx="837">
                  <c:v>131.99786483200378</c:v>
                </c:pt>
                <c:pt idx="838">
                  <c:v>130.80869487856233</c:v>
                </c:pt>
                <c:pt idx="839">
                  <c:v>131.76062394353667</c:v>
                </c:pt>
                <c:pt idx="840">
                  <c:v>132.57910500874826</c:v>
                </c:pt>
                <c:pt idx="841">
                  <c:v>133.56365469588684</c:v>
                </c:pt>
                <c:pt idx="842">
                  <c:v>131.61827941045638</c:v>
                </c:pt>
                <c:pt idx="843">
                  <c:v>132.32110554254027</c:v>
                </c:pt>
                <c:pt idx="844">
                  <c:v>130.88876367841999</c:v>
                </c:pt>
                <c:pt idx="845">
                  <c:v>129.96648972450402</c:v>
                </c:pt>
                <c:pt idx="846">
                  <c:v>127.49028795112839</c:v>
                </c:pt>
                <c:pt idx="847">
                  <c:v>123.7982266243587</c:v>
                </c:pt>
                <c:pt idx="848">
                  <c:v>124.63746626731118</c:v>
                </c:pt>
                <c:pt idx="849">
                  <c:v>126.80228937457372</c:v>
                </c:pt>
                <c:pt idx="850">
                  <c:v>125.85629133181104</c:v>
                </c:pt>
                <c:pt idx="851">
                  <c:v>128.54897541591293</c:v>
                </c:pt>
                <c:pt idx="852">
                  <c:v>128.60532012692389</c:v>
                </c:pt>
                <c:pt idx="853">
                  <c:v>130.17704101301862</c:v>
                </c:pt>
                <c:pt idx="854">
                  <c:v>128.68835443788737</c:v>
                </c:pt>
                <c:pt idx="855">
                  <c:v>126.92090981880727</c:v>
                </c:pt>
                <c:pt idx="856">
                  <c:v>127.84318377272324</c:v>
                </c:pt>
                <c:pt idx="857">
                  <c:v>129.45642181429972</c:v>
                </c:pt>
                <c:pt idx="858">
                  <c:v>127.9855283058035</c:v>
                </c:pt>
                <c:pt idx="859">
                  <c:v>128.79511283769759</c:v>
                </c:pt>
                <c:pt idx="860">
                  <c:v>129.80338661368287</c:v>
                </c:pt>
                <c:pt idx="861">
                  <c:v>131.6479345215148</c:v>
                </c:pt>
                <c:pt idx="862">
                  <c:v>132.43082945345631</c:v>
                </c:pt>
                <c:pt idx="863">
                  <c:v>131.47593487737612</c:v>
                </c:pt>
                <c:pt idx="864">
                  <c:v>130.10290323537262</c:v>
                </c:pt>
                <c:pt idx="865">
                  <c:v>130.84724652293824</c:v>
                </c:pt>
                <c:pt idx="866">
                  <c:v>130.50917825687259</c:v>
                </c:pt>
                <c:pt idx="867">
                  <c:v>131.70427923252575</c:v>
                </c:pt>
                <c:pt idx="868">
                  <c:v>131.33655585540168</c:v>
                </c:pt>
                <c:pt idx="869">
                  <c:v>130.5922125678361</c:v>
                </c:pt>
                <c:pt idx="870">
                  <c:v>128.81587141543847</c:v>
                </c:pt>
                <c:pt idx="871">
                  <c:v>125.35511995492423</c:v>
                </c:pt>
                <c:pt idx="872">
                  <c:v>122.3332641380742</c:v>
                </c:pt>
                <c:pt idx="873">
                  <c:v>120.79119836303786</c:v>
                </c:pt>
                <c:pt idx="874">
                  <c:v>122.50526378221286</c:v>
                </c:pt>
                <c:pt idx="875">
                  <c:v>119.47451143204533</c:v>
                </c:pt>
                <c:pt idx="876">
                  <c:v>119.58423534296136</c:v>
                </c:pt>
                <c:pt idx="877">
                  <c:v>120.73781916313277</c:v>
                </c:pt>
                <c:pt idx="878">
                  <c:v>121.16485276237358</c:v>
                </c:pt>
                <c:pt idx="879">
                  <c:v>120.32264760831531</c:v>
                </c:pt>
                <c:pt idx="880">
                  <c:v>119.33216689896504</c:v>
                </c:pt>
                <c:pt idx="881">
                  <c:v>122.45485009341361</c:v>
                </c:pt>
                <c:pt idx="882">
                  <c:v>123.09540049227485</c:v>
                </c:pt>
                <c:pt idx="883">
                  <c:v>123.42160671391716</c:v>
                </c:pt>
                <c:pt idx="884">
                  <c:v>122.60016013759973</c:v>
                </c:pt>
                <c:pt idx="885">
                  <c:v>120.75561222976781</c:v>
                </c:pt>
                <c:pt idx="886">
                  <c:v>120.73485365202694</c:v>
                </c:pt>
                <c:pt idx="887">
                  <c:v>121.38133507309985</c:v>
                </c:pt>
                <c:pt idx="888">
                  <c:v>118.82209898876073</c:v>
                </c:pt>
                <c:pt idx="889">
                  <c:v>120.79712938524956</c:v>
                </c:pt>
                <c:pt idx="890">
                  <c:v>123.07167640342813</c:v>
                </c:pt>
                <c:pt idx="891">
                  <c:v>123.6973992467602</c:v>
                </c:pt>
                <c:pt idx="892">
                  <c:v>123.07464191453397</c:v>
                </c:pt>
                <c:pt idx="893">
                  <c:v>123.67367515791348</c:v>
                </c:pt>
                <c:pt idx="894">
                  <c:v>122.41926396014352</c:v>
                </c:pt>
                <c:pt idx="895">
                  <c:v>120.54802645235907</c:v>
                </c:pt>
                <c:pt idx="896">
                  <c:v>122.70691853740992</c:v>
                </c:pt>
                <c:pt idx="897">
                  <c:v>123.84864031315799</c:v>
                </c:pt>
                <c:pt idx="898">
                  <c:v>125.56270573233299</c:v>
                </c:pt>
                <c:pt idx="899">
                  <c:v>125.29580973280746</c:v>
                </c:pt>
                <c:pt idx="900">
                  <c:v>125.85332582070521</c:v>
                </c:pt>
                <c:pt idx="901">
                  <c:v>126.24477328667597</c:v>
                </c:pt>
                <c:pt idx="902">
                  <c:v>126.40491088639128</c:v>
                </c:pt>
                <c:pt idx="903">
                  <c:v>126.36932475312122</c:v>
                </c:pt>
                <c:pt idx="904">
                  <c:v>126.9594614631832</c:v>
                </c:pt>
                <c:pt idx="905">
                  <c:v>128.33842412739835</c:v>
                </c:pt>
                <c:pt idx="906">
                  <c:v>129.97538625782155</c:v>
                </c:pt>
                <c:pt idx="907">
                  <c:v>129.7292488360369</c:v>
                </c:pt>
                <c:pt idx="908">
                  <c:v>129.31704279232525</c:v>
                </c:pt>
                <c:pt idx="909">
                  <c:v>129.97538625782155</c:v>
                </c:pt>
                <c:pt idx="910">
                  <c:v>130.20373061297116</c:v>
                </c:pt>
                <c:pt idx="911">
                  <c:v>129.21324990362092</c:v>
                </c:pt>
                <c:pt idx="912">
                  <c:v>130.16517896859526</c:v>
                </c:pt>
                <c:pt idx="913">
                  <c:v>129.29035319237272</c:v>
                </c:pt>
                <c:pt idx="914">
                  <c:v>130.44690252364995</c:v>
                </c:pt>
                <c:pt idx="915">
                  <c:v>130.52993683461347</c:v>
                </c:pt>
                <c:pt idx="916">
                  <c:v>130.74048812312805</c:v>
                </c:pt>
                <c:pt idx="917">
                  <c:v>131.39290056641261</c:v>
                </c:pt>
                <c:pt idx="918">
                  <c:v>130.19483407965362</c:v>
                </c:pt>
                <c:pt idx="919">
                  <c:v>130.7078675009638</c:v>
                </c:pt>
                <c:pt idx="920">
                  <c:v>129.69959372497851</c:v>
                </c:pt>
                <c:pt idx="921">
                  <c:v>128.45704457163194</c:v>
                </c:pt>
                <c:pt idx="922">
                  <c:v>127.91732155036921</c:v>
                </c:pt>
                <c:pt idx="923">
                  <c:v>128.12490732777795</c:v>
                </c:pt>
                <c:pt idx="924">
                  <c:v>128.51338928264286</c:v>
                </c:pt>
                <c:pt idx="925">
                  <c:v>126.35746270869785</c:v>
                </c:pt>
                <c:pt idx="926">
                  <c:v>125.3373268882892</c:v>
                </c:pt>
                <c:pt idx="927">
                  <c:v>124.49512173423089</c:v>
                </c:pt>
                <c:pt idx="928">
                  <c:v>123.10429702559237</c:v>
                </c:pt>
                <c:pt idx="929">
                  <c:v>120.89202574063643</c:v>
                </c:pt>
                <c:pt idx="930">
                  <c:v>123.3563654695887</c:v>
                </c:pt>
                <c:pt idx="931">
                  <c:v>122.5912636042822</c:v>
                </c:pt>
                <c:pt idx="932">
                  <c:v>122.88484920376028</c:v>
                </c:pt>
                <c:pt idx="933">
                  <c:v>122.18202307167641</c:v>
                </c:pt>
                <c:pt idx="934">
                  <c:v>122.79884938169094</c:v>
                </c:pt>
                <c:pt idx="935">
                  <c:v>124.6611903561579</c:v>
                </c:pt>
                <c:pt idx="936">
                  <c:v>126.84973755226714</c:v>
                </c:pt>
                <c:pt idx="937">
                  <c:v>124.88656920020166</c:v>
                </c:pt>
                <c:pt idx="938">
                  <c:v>123.8130541798879</c:v>
                </c:pt>
                <c:pt idx="939">
                  <c:v>123.00346964799382</c:v>
                </c:pt>
                <c:pt idx="940">
                  <c:v>121.06402538477508</c:v>
                </c:pt>
                <c:pt idx="941">
                  <c:v>120.95430147385903</c:v>
                </c:pt>
                <c:pt idx="942">
                  <c:v>119.63464903176065</c:v>
                </c:pt>
                <c:pt idx="943">
                  <c:v>120.71112956318022</c:v>
                </c:pt>
                <c:pt idx="944">
                  <c:v>118.54927196702351</c:v>
                </c:pt>
                <c:pt idx="945">
                  <c:v>115.77355357195813</c:v>
                </c:pt>
                <c:pt idx="946">
                  <c:v>115.28424423949468</c:v>
                </c:pt>
                <c:pt idx="947">
                  <c:v>115.1330031730969</c:v>
                </c:pt>
                <c:pt idx="948">
                  <c:v>115.47996797248008</c:v>
                </c:pt>
                <c:pt idx="949">
                  <c:v>113.54645473147298</c:v>
                </c:pt>
                <c:pt idx="950">
                  <c:v>115.01734823996917</c:v>
                </c:pt>
                <c:pt idx="951">
                  <c:v>115.9010705495092</c:v>
                </c:pt>
                <c:pt idx="952">
                  <c:v>119.51899409863289</c:v>
                </c:pt>
                <c:pt idx="953">
                  <c:v>118.29720352302722</c:v>
                </c:pt>
                <c:pt idx="954">
                  <c:v>117.53803267993239</c:v>
                </c:pt>
                <c:pt idx="955">
                  <c:v>116.15017348239971</c:v>
                </c:pt>
                <c:pt idx="956">
                  <c:v>115.69051926099465</c:v>
                </c:pt>
                <c:pt idx="957">
                  <c:v>115.04700335102756</c:v>
                </c:pt>
                <c:pt idx="958">
                  <c:v>114.43314255211887</c:v>
                </c:pt>
                <c:pt idx="959">
                  <c:v>115.40286468372824</c:v>
                </c:pt>
                <c:pt idx="960">
                  <c:v>116.04341508258949</c:v>
                </c:pt>
                <c:pt idx="961">
                  <c:v>118.16968654547613</c:v>
                </c:pt>
                <c:pt idx="962">
                  <c:v>118.57299605587023</c:v>
                </c:pt>
                <c:pt idx="963">
                  <c:v>117.94727321253819</c:v>
                </c:pt>
                <c:pt idx="964">
                  <c:v>118.25568636754544</c:v>
                </c:pt>
                <c:pt idx="965">
                  <c:v>117.52023961329736</c:v>
                </c:pt>
                <c:pt idx="966">
                  <c:v>119.16609827703806</c:v>
                </c:pt>
                <c:pt idx="967">
                  <c:v>120.8771981851072</c:v>
                </c:pt>
                <c:pt idx="968">
                  <c:v>121.67788618368375</c:v>
                </c:pt>
                <c:pt idx="969">
                  <c:v>121.6423000504137</c:v>
                </c:pt>
                <c:pt idx="970">
                  <c:v>121.81133418344652</c:v>
                </c:pt>
                <c:pt idx="971">
                  <c:v>122.23836778268735</c:v>
                </c:pt>
                <c:pt idx="972">
                  <c:v>122.95305595919457</c:v>
                </c:pt>
                <c:pt idx="973">
                  <c:v>122.5912636042822</c:v>
                </c:pt>
                <c:pt idx="974">
                  <c:v>121.45250733963999</c:v>
                </c:pt>
                <c:pt idx="975">
                  <c:v>123.65588209127844</c:v>
                </c:pt>
                <c:pt idx="976">
                  <c:v>124.05919160167255</c:v>
                </c:pt>
                <c:pt idx="977">
                  <c:v>125.02891373328194</c:v>
                </c:pt>
                <c:pt idx="978">
                  <c:v>124.65229382284038</c:v>
                </c:pt>
                <c:pt idx="979">
                  <c:v>128.07745915008454</c:v>
                </c:pt>
                <c:pt idx="980">
                  <c:v>128.18718306100055</c:v>
                </c:pt>
                <c:pt idx="981">
                  <c:v>128.36511372735092</c:v>
                </c:pt>
                <c:pt idx="982">
                  <c:v>128.83366448207349</c:v>
                </c:pt>
                <c:pt idx="983">
                  <c:v>127.56739123988021</c:v>
                </c:pt>
                <c:pt idx="984">
                  <c:v>127.036564751935</c:v>
                </c:pt>
                <c:pt idx="985">
                  <c:v>128.50449274932535</c:v>
                </c:pt>
                <c:pt idx="986">
                  <c:v>128.42442394946769</c:v>
                </c:pt>
                <c:pt idx="987">
                  <c:v>129.36152545891287</c:v>
                </c:pt>
                <c:pt idx="988">
                  <c:v>130.13255834643101</c:v>
                </c:pt>
                <c:pt idx="989">
                  <c:v>130.73159158981051</c:v>
                </c:pt>
                <c:pt idx="990">
                  <c:v>130.69897096764629</c:v>
                </c:pt>
                <c:pt idx="991">
                  <c:v>129.84490376916463</c:v>
                </c:pt>
                <c:pt idx="992">
                  <c:v>129.67883514723763</c:v>
                </c:pt>
                <c:pt idx="993">
                  <c:v>130.49435070134339</c:v>
                </c:pt>
                <c:pt idx="994">
                  <c:v>131.65683105483231</c:v>
                </c:pt>
                <c:pt idx="995">
                  <c:v>131.4581418107411</c:v>
                </c:pt>
                <c:pt idx="996">
                  <c:v>130.91841878947838</c:v>
                </c:pt>
                <c:pt idx="997">
                  <c:v>130.16221345748943</c:v>
                </c:pt>
                <c:pt idx="998">
                  <c:v>129.35559443670118</c:v>
                </c:pt>
                <c:pt idx="999">
                  <c:v>129.13911212597492</c:v>
                </c:pt>
                <c:pt idx="1000">
                  <c:v>130.22448919071203</c:v>
                </c:pt>
                <c:pt idx="1001">
                  <c:v>129.58690430295664</c:v>
                </c:pt>
                <c:pt idx="1002">
                  <c:v>131.2535215444382</c:v>
                </c:pt>
                <c:pt idx="1003">
                  <c:v>131.22683194448564</c:v>
                </c:pt>
                <c:pt idx="1004">
                  <c:v>127.49028795112839</c:v>
                </c:pt>
                <c:pt idx="1005">
                  <c:v>125.95711870940957</c:v>
                </c:pt>
                <c:pt idx="1006">
                  <c:v>126.2922214643694</c:v>
                </c:pt>
                <c:pt idx="1007">
                  <c:v>125.79105008748259</c:v>
                </c:pt>
                <c:pt idx="1008">
                  <c:v>127.94401115032177</c:v>
                </c:pt>
                <c:pt idx="1009">
                  <c:v>126.70442750808103</c:v>
                </c:pt>
                <c:pt idx="1010">
                  <c:v>126.76077221909196</c:v>
                </c:pt>
                <c:pt idx="1011">
                  <c:v>126.92387532991312</c:v>
                </c:pt>
                <c:pt idx="1012">
                  <c:v>126.7637377301978</c:v>
                </c:pt>
                <c:pt idx="1013">
                  <c:v>127.6207704397853</c:v>
                </c:pt>
                <c:pt idx="1014">
                  <c:v>126.00160137599717</c:v>
                </c:pt>
                <c:pt idx="1015">
                  <c:v>127.20559888496783</c:v>
                </c:pt>
                <c:pt idx="1016">
                  <c:v>128.75656119332169</c:v>
                </c:pt>
                <c:pt idx="1017">
                  <c:v>130.53883336793098</c:v>
                </c:pt>
                <c:pt idx="1018">
                  <c:v>130.28379941282878</c:v>
                </c:pt>
                <c:pt idx="1019">
                  <c:v>131.79324456570092</c:v>
                </c:pt>
                <c:pt idx="1020">
                  <c:v>132.95869043029566</c:v>
                </c:pt>
                <c:pt idx="1021">
                  <c:v>132.17579549835415</c:v>
                </c:pt>
                <c:pt idx="1022">
                  <c:v>132.67993238634682</c:v>
                </c:pt>
                <c:pt idx="1023">
                  <c:v>133.5132410070876</c:v>
                </c:pt>
                <c:pt idx="1024">
                  <c:v>134.20123958364226</c:v>
                </c:pt>
                <c:pt idx="1025">
                  <c:v>134.82103140476264</c:v>
                </c:pt>
                <c:pt idx="1026">
                  <c:v>135.36371993713118</c:v>
                </c:pt>
                <c:pt idx="1027">
                  <c:v>135.68102962545595</c:v>
                </c:pt>
                <c:pt idx="1028">
                  <c:v>133.58144776252189</c:v>
                </c:pt>
                <c:pt idx="1029">
                  <c:v>134.07668811719702</c:v>
                </c:pt>
                <c:pt idx="1030">
                  <c:v>134.77951424928088</c:v>
                </c:pt>
                <c:pt idx="1031">
                  <c:v>134.45034251653274</c:v>
                </c:pt>
                <c:pt idx="1032">
                  <c:v>134.0618605616678</c:v>
                </c:pt>
                <c:pt idx="1033">
                  <c:v>134.62827318288308</c:v>
                </c:pt>
                <c:pt idx="1034">
                  <c:v>134.98116900447795</c:v>
                </c:pt>
                <c:pt idx="1035">
                  <c:v>134.75282464932832</c:v>
                </c:pt>
                <c:pt idx="1036">
                  <c:v>134.39992882773345</c:v>
                </c:pt>
                <c:pt idx="1037">
                  <c:v>134.3643426944634</c:v>
                </c:pt>
                <c:pt idx="1038">
                  <c:v>136.17626998013108</c:v>
                </c:pt>
                <c:pt idx="1039">
                  <c:v>136.6418552237478</c:v>
                </c:pt>
                <c:pt idx="1040">
                  <c:v>135.57130571453993</c:v>
                </c:pt>
                <c:pt idx="1041">
                  <c:v>135.87675335844133</c:v>
                </c:pt>
                <c:pt idx="1042">
                  <c:v>136.25337326888288</c:v>
                </c:pt>
                <c:pt idx="1043">
                  <c:v>137.09854393404703</c:v>
                </c:pt>
                <c:pt idx="1044">
                  <c:v>135.78778802526617</c:v>
                </c:pt>
                <c:pt idx="1045">
                  <c:v>137.01550962308352</c:v>
                </c:pt>
                <c:pt idx="1046">
                  <c:v>137.12523353399959</c:v>
                </c:pt>
                <c:pt idx="1047">
                  <c:v>137.70647371074404</c:v>
                </c:pt>
                <c:pt idx="1048">
                  <c:v>137.96743868805791</c:v>
                </c:pt>
                <c:pt idx="1049">
                  <c:v>137.68868064410901</c:v>
                </c:pt>
                <c:pt idx="1050">
                  <c:v>137.78950802170755</c:v>
                </c:pt>
                <c:pt idx="1051">
                  <c:v>137.53150855549953</c:v>
                </c:pt>
                <c:pt idx="1052">
                  <c:v>137.0718543340945</c:v>
                </c:pt>
                <c:pt idx="1053">
                  <c:v>137.15488864505798</c:v>
                </c:pt>
                <c:pt idx="1054">
                  <c:v>135.73144331425522</c:v>
                </c:pt>
                <c:pt idx="1055">
                  <c:v>137.17861273390469</c:v>
                </c:pt>
                <c:pt idx="1056">
                  <c:v>136.74268260134633</c:v>
                </c:pt>
                <c:pt idx="1057">
                  <c:v>135.72551229204356</c:v>
                </c:pt>
                <c:pt idx="1058">
                  <c:v>136.41944189080988</c:v>
                </c:pt>
                <c:pt idx="1059">
                  <c:v>137.67681859968565</c:v>
                </c:pt>
                <c:pt idx="1060">
                  <c:v>137.65309451083897</c:v>
                </c:pt>
                <c:pt idx="1061">
                  <c:v>136.59144153494856</c:v>
                </c:pt>
                <c:pt idx="1062">
                  <c:v>136.70709646807629</c:v>
                </c:pt>
                <c:pt idx="1063">
                  <c:v>136.40757984638654</c:v>
                </c:pt>
                <c:pt idx="1064">
                  <c:v>134.56303193855462</c:v>
                </c:pt>
                <c:pt idx="1065">
                  <c:v>131.31283176655498</c:v>
                </c:pt>
                <c:pt idx="1066">
                  <c:v>133.31751727410219</c:v>
                </c:pt>
                <c:pt idx="1067">
                  <c:v>129.42973221434715</c:v>
                </c:pt>
                <c:pt idx="1068">
                  <c:v>130.96883247827765</c:v>
                </c:pt>
                <c:pt idx="1069">
                  <c:v>129.3882150588654</c:v>
                </c:pt>
                <c:pt idx="1070">
                  <c:v>130.66041932327036</c:v>
                </c:pt>
                <c:pt idx="1071">
                  <c:v>132.40117434239792</c:v>
                </c:pt>
                <c:pt idx="1072">
                  <c:v>132.60579460870082</c:v>
                </c:pt>
                <c:pt idx="1073">
                  <c:v>132.32703656475195</c:v>
                </c:pt>
                <c:pt idx="1074">
                  <c:v>130.51510927908424</c:v>
                </c:pt>
                <c:pt idx="1075">
                  <c:v>131.88220989887608</c:v>
                </c:pt>
                <c:pt idx="1076">
                  <c:v>131.80214109901843</c:v>
                </c:pt>
                <c:pt idx="1077">
                  <c:v>133.51027549598174</c:v>
                </c:pt>
                <c:pt idx="1078">
                  <c:v>134.88330713798524</c:v>
                </c:pt>
                <c:pt idx="1079">
                  <c:v>135.77296046973697</c:v>
                </c:pt>
                <c:pt idx="1080">
                  <c:v>135.7373743364669</c:v>
                </c:pt>
                <c:pt idx="1081">
                  <c:v>135.62468491444503</c:v>
                </c:pt>
                <c:pt idx="1082">
                  <c:v>135.40227158150708</c:v>
                </c:pt>
                <c:pt idx="1083">
                  <c:v>136.09916669137928</c:v>
                </c:pt>
                <c:pt idx="1084">
                  <c:v>136.9443373565434</c:v>
                </c:pt>
                <c:pt idx="1085">
                  <c:v>137.11930251178791</c:v>
                </c:pt>
                <c:pt idx="1086">
                  <c:v>137.66199104415645</c:v>
                </c:pt>
                <c:pt idx="1087">
                  <c:v>138.46267904273304</c:v>
                </c:pt>
                <c:pt idx="1088">
                  <c:v>138.44192046499217</c:v>
                </c:pt>
                <c:pt idx="1089">
                  <c:v>138.96681593072566</c:v>
                </c:pt>
                <c:pt idx="1090">
                  <c:v>138.8244713976454</c:v>
                </c:pt>
                <c:pt idx="1091">
                  <c:v>138.61688562023667</c:v>
                </c:pt>
                <c:pt idx="1092">
                  <c:v>139.08247086385339</c:v>
                </c:pt>
                <c:pt idx="1093">
                  <c:v>139.07357433053588</c:v>
                </c:pt>
                <c:pt idx="1094">
                  <c:v>138.51309273153228</c:v>
                </c:pt>
                <c:pt idx="1095">
                  <c:v>137.36543993357256</c:v>
                </c:pt>
                <c:pt idx="1096">
                  <c:v>137.60861184425136</c:v>
                </c:pt>
                <c:pt idx="1097">
                  <c:v>138.38261024287536</c:v>
                </c:pt>
                <c:pt idx="1098">
                  <c:v>136.73378606802882</c:v>
                </c:pt>
                <c:pt idx="1099">
                  <c:v>137.15785415616381</c:v>
                </c:pt>
                <c:pt idx="1100">
                  <c:v>136.51433824619673</c:v>
                </c:pt>
                <c:pt idx="1101">
                  <c:v>137.98819726579876</c:v>
                </c:pt>
                <c:pt idx="1102">
                  <c:v>138.47157557605055</c:v>
                </c:pt>
                <c:pt idx="1103">
                  <c:v>138.01785237685718</c:v>
                </c:pt>
                <c:pt idx="1104">
                  <c:v>137.49295691112366</c:v>
                </c:pt>
                <c:pt idx="1105">
                  <c:v>137.48702588891197</c:v>
                </c:pt>
                <c:pt idx="1106">
                  <c:v>138.04157646570388</c:v>
                </c:pt>
                <c:pt idx="1107">
                  <c:v>138.3915067761929</c:v>
                </c:pt>
                <c:pt idx="1108">
                  <c:v>137.80730108834257</c:v>
                </c:pt>
                <c:pt idx="1109">
                  <c:v>137.59378428872219</c:v>
                </c:pt>
                <c:pt idx="1110">
                  <c:v>138.13054179887905</c:v>
                </c:pt>
                <c:pt idx="1111">
                  <c:v>139.0379881972658</c:v>
                </c:pt>
                <c:pt idx="1112">
                  <c:v>139.05578126390085</c:v>
                </c:pt>
                <c:pt idx="1113">
                  <c:v>138.22247264316005</c:v>
                </c:pt>
                <c:pt idx="1114">
                  <c:v>135.71661575872602</c:v>
                </c:pt>
                <c:pt idx="1115">
                  <c:v>135.2806856261677</c:v>
                </c:pt>
                <c:pt idx="1116">
                  <c:v>136.83164793452153</c:v>
                </c:pt>
                <c:pt idx="1117">
                  <c:v>136.67151033480621</c:v>
                </c:pt>
                <c:pt idx="1118">
                  <c:v>135.41413362593045</c:v>
                </c:pt>
                <c:pt idx="1119">
                  <c:v>133.9699297173868</c:v>
                </c:pt>
                <c:pt idx="1120">
                  <c:v>135.01082411553631</c:v>
                </c:pt>
                <c:pt idx="1121">
                  <c:v>137.05109575635362</c:v>
                </c:pt>
                <c:pt idx="1122">
                  <c:v>136.39275229085735</c:v>
                </c:pt>
                <c:pt idx="1123">
                  <c:v>136.91171673437918</c:v>
                </c:pt>
                <c:pt idx="1124">
                  <c:v>136.65075175706534</c:v>
                </c:pt>
                <c:pt idx="1125">
                  <c:v>136.62109664600695</c:v>
                </c:pt>
                <c:pt idx="1126">
                  <c:v>136.41647637970405</c:v>
                </c:pt>
                <c:pt idx="1127">
                  <c:v>136.62999317932446</c:v>
                </c:pt>
                <c:pt idx="1128">
                  <c:v>137.38323300020758</c:v>
                </c:pt>
                <c:pt idx="1129">
                  <c:v>137.87847335488271</c:v>
                </c:pt>
                <c:pt idx="1130">
                  <c:v>137.69757717742652</c:v>
                </c:pt>
                <c:pt idx="1131">
                  <c:v>138.4300584205688</c:v>
                </c:pt>
                <c:pt idx="1132">
                  <c:v>137.0184751341894</c:v>
                </c:pt>
                <c:pt idx="1133">
                  <c:v>136.21185611340115</c:v>
                </c:pt>
                <c:pt idx="1134">
                  <c:v>135.52682304795232</c:v>
                </c:pt>
                <c:pt idx="1135">
                  <c:v>134.84178998250349</c:v>
                </c:pt>
                <c:pt idx="1136">
                  <c:v>134.3791702499926</c:v>
                </c:pt>
                <c:pt idx="1137">
                  <c:v>134.24275673912399</c:v>
                </c:pt>
                <c:pt idx="1138">
                  <c:v>134.30799798345245</c:v>
                </c:pt>
                <c:pt idx="1139">
                  <c:v>135.24213398179177</c:v>
                </c:pt>
                <c:pt idx="1140">
                  <c:v>135.41709913703627</c:v>
                </c:pt>
                <c:pt idx="1141">
                  <c:v>136.98585451202516</c:v>
                </c:pt>
                <c:pt idx="1142">
                  <c:v>136.70413095697046</c:v>
                </c:pt>
                <c:pt idx="1143">
                  <c:v>136.79902731235728</c:v>
                </c:pt>
                <c:pt idx="1144">
                  <c:v>135.80261558079536</c:v>
                </c:pt>
                <c:pt idx="1145">
                  <c:v>132.62358767533587</c:v>
                </c:pt>
                <c:pt idx="1146">
                  <c:v>132.75110465288694</c:v>
                </c:pt>
                <c:pt idx="1147">
                  <c:v>132.99427656356576</c:v>
                </c:pt>
                <c:pt idx="1148">
                  <c:v>133.95806767296347</c:v>
                </c:pt>
                <c:pt idx="1149">
                  <c:v>135.9805462471457</c:v>
                </c:pt>
                <c:pt idx="1150">
                  <c:v>136.81682037899233</c:v>
                </c:pt>
                <c:pt idx="1151">
                  <c:v>136.65964829038285</c:v>
                </c:pt>
                <c:pt idx="1152">
                  <c:v>135.79668455858368</c:v>
                </c:pt>
                <c:pt idx="1153">
                  <c:v>136.63888971264197</c:v>
                </c:pt>
                <c:pt idx="1154">
                  <c:v>136.99771655644852</c:v>
                </c:pt>
                <c:pt idx="1155">
                  <c:v>137.57895673319297</c:v>
                </c:pt>
                <c:pt idx="1156">
                  <c:v>138.01488686575132</c:v>
                </c:pt>
                <c:pt idx="1157">
                  <c:v>138.09792117671483</c:v>
                </c:pt>
                <c:pt idx="1158">
                  <c:v>138.76219566442279</c:v>
                </c:pt>
                <c:pt idx="1159">
                  <c:v>138.03267993238634</c:v>
                </c:pt>
                <c:pt idx="1160">
                  <c:v>139.89502090685332</c:v>
                </c:pt>
                <c:pt idx="1161">
                  <c:v>139.61033184069274</c:v>
                </c:pt>
                <c:pt idx="1162">
                  <c:v>139.77936597372559</c:v>
                </c:pt>
                <c:pt idx="1163">
                  <c:v>138.53681682037902</c:v>
                </c:pt>
                <c:pt idx="1164">
                  <c:v>136.6626138014887</c:v>
                </c:pt>
                <c:pt idx="1165">
                  <c:v>135.79965006968953</c:v>
                </c:pt>
                <c:pt idx="1166">
                  <c:v>136.19999406897779</c:v>
                </c:pt>
                <c:pt idx="1167">
                  <c:v>136.31861451321137</c:v>
                </c:pt>
                <c:pt idx="1168">
                  <c:v>135.99833931378075</c:v>
                </c:pt>
                <c:pt idx="1169">
                  <c:v>136.58551051273687</c:v>
                </c:pt>
                <c:pt idx="1170">
                  <c:v>137.66792206636816</c:v>
                </c:pt>
                <c:pt idx="1171">
                  <c:v>136.16737344681357</c:v>
                </c:pt>
                <c:pt idx="1172">
                  <c:v>136.37199371311647</c:v>
                </c:pt>
                <c:pt idx="1173">
                  <c:v>135.01675513774799</c:v>
                </c:pt>
                <c:pt idx="1174">
                  <c:v>133.80089558435398</c:v>
                </c:pt>
                <c:pt idx="1175">
                  <c:v>132.98538003024822</c:v>
                </c:pt>
                <c:pt idx="1176">
                  <c:v>133.05062127457668</c:v>
                </c:pt>
                <c:pt idx="1177">
                  <c:v>133.95213665075175</c:v>
                </c:pt>
                <c:pt idx="1178">
                  <c:v>134.47110109427359</c:v>
                </c:pt>
                <c:pt idx="1179">
                  <c:v>133.91358500637585</c:v>
                </c:pt>
                <c:pt idx="1180">
                  <c:v>133.86020580647076</c:v>
                </c:pt>
                <c:pt idx="1181">
                  <c:v>135.05234127101809</c:v>
                </c:pt>
                <c:pt idx="1182">
                  <c:v>136.36309717979893</c:v>
                </c:pt>
                <c:pt idx="1183">
                  <c:v>136.1555114023902</c:v>
                </c:pt>
                <c:pt idx="1184">
                  <c:v>135.87675335844133</c:v>
                </c:pt>
                <c:pt idx="1185">
                  <c:v>135.85896029180631</c:v>
                </c:pt>
                <c:pt idx="1186">
                  <c:v>135.80854660300702</c:v>
                </c:pt>
                <c:pt idx="1187">
                  <c:v>135.4942024257881</c:v>
                </c:pt>
                <c:pt idx="1188">
                  <c:v>134.72316953826993</c:v>
                </c:pt>
                <c:pt idx="1189">
                  <c:v>134.53634233860208</c:v>
                </c:pt>
                <c:pt idx="1190">
                  <c:v>134.82992793808015</c:v>
                </c:pt>
                <c:pt idx="1191">
                  <c:v>135.28958215948518</c:v>
                </c:pt>
                <c:pt idx="1192">
                  <c:v>135.04937575991224</c:v>
                </c:pt>
                <c:pt idx="1193">
                  <c:v>134.61641113845971</c:v>
                </c:pt>
                <c:pt idx="1194">
                  <c:v>136.66854482370036</c:v>
                </c:pt>
                <c:pt idx="1195">
                  <c:v>136.98585451202516</c:v>
                </c:pt>
                <c:pt idx="1196">
                  <c:v>135.44082322588301</c:v>
                </c:pt>
                <c:pt idx="1197">
                  <c:v>135.3815130037662</c:v>
                </c:pt>
                <c:pt idx="1198">
                  <c:v>136.60923460158361</c:v>
                </c:pt>
                <c:pt idx="1199">
                  <c:v>134.83289344918597</c:v>
                </c:pt>
                <c:pt idx="1200">
                  <c:v>134.41475638326267</c:v>
                </c:pt>
                <c:pt idx="1201">
                  <c:v>133.57848225141603</c:v>
                </c:pt>
                <c:pt idx="1202">
                  <c:v>132.76593220841613</c:v>
                </c:pt>
                <c:pt idx="1203">
                  <c:v>132.53165683105485</c:v>
                </c:pt>
                <c:pt idx="1204">
                  <c:v>133.00317309688324</c:v>
                </c:pt>
                <c:pt idx="1205">
                  <c:v>133.5132410070876</c:v>
                </c:pt>
                <c:pt idx="1206">
                  <c:v>132.14020936508408</c:v>
                </c:pt>
                <c:pt idx="1207">
                  <c:v>130.69007443432875</c:v>
                </c:pt>
                <c:pt idx="1208">
                  <c:v>130.50621274576673</c:v>
                </c:pt>
                <c:pt idx="1209">
                  <c:v>130.87097061178494</c:v>
                </c:pt>
                <c:pt idx="1210">
                  <c:v>131.94448563209872</c:v>
                </c:pt>
                <c:pt idx="1211">
                  <c:v>131.60641736603304</c:v>
                </c:pt>
                <c:pt idx="1212">
                  <c:v>134.18344651700721</c:v>
                </c:pt>
                <c:pt idx="1213">
                  <c:v>134.38510127220428</c:v>
                </c:pt>
                <c:pt idx="1214">
                  <c:v>134.52448029417872</c:v>
                </c:pt>
                <c:pt idx="1215">
                  <c:v>133.20482785208031</c:v>
                </c:pt>
                <c:pt idx="1216">
                  <c:v>133.50730998487589</c:v>
                </c:pt>
                <c:pt idx="1217">
                  <c:v>133.37682749621897</c:v>
                </c:pt>
                <c:pt idx="1218">
                  <c:v>131.97117523205125</c:v>
                </c:pt>
                <c:pt idx="1219">
                  <c:v>130.40241985706237</c:v>
                </c:pt>
                <c:pt idx="1220">
                  <c:v>128.62311319355894</c:v>
                </c:pt>
                <c:pt idx="1221">
                  <c:v>128.46001008273777</c:v>
                </c:pt>
                <c:pt idx="1222">
                  <c:v>129.02642270395305</c:v>
                </c:pt>
                <c:pt idx="1223">
                  <c:v>129.07980190385814</c:v>
                </c:pt>
                <c:pt idx="1224">
                  <c:v>128.46594110494945</c:v>
                </c:pt>
                <c:pt idx="1225">
                  <c:v>127.39242608463567</c:v>
                </c:pt>
                <c:pt idx="1226">
                  <c:v>127.84911479493492</c:v>
                </c:pt>
                <c:pt idx="1227">
                  <c:v>128.60235461581806</c:v>
                </c:pt>
                <c:pt idx="1228">
                  <c:v>129.4653183476172</c:v>
                </c:pt>
                <c:pt idx="1229">
                  <c:v>131.51152101064619</c:v>
                </c:pt>
                <c:pt idx="1230">
                  <c:v>131.73986536579579</c:v>
                </c:pt>
                <c:pt idx="1231">
                  <c:v>131.52634856617539</c:v>
                </c:pt>
                <c:pt idx="1232">
                  <c:v>131.31579727766081</c:v>
                </c:pt>
                <c:pt idx="1233">
                  <c:v>131.68945167699653</c:v>
                </c:pt>
                <c:pt idx="1234">
                  <c:v>132.79558731947452</c:v>
                </c:pt>
                <c:pt idx="1235">
                  <c:v>131.46407283295275</c:v>
                </c:pt>
                <c:pt idx="1236">
                  <c:v>132.44565700898551</c:v>
                </c:pt>
                <c:pt idx="1237">
                  <c:v>134.21903265027728</c:v>
                </c:pt>
                <c:pt idx="1238">
                  <c:v>134.78841078259839</c:v>
                </c:pt>
                <c:pt idx="1239">
                  <c:v>133.82461967320069</c:v>
                </c:pt>
                <c:pt idx="1240">
                  <c:v>135.17392722635745</c:v>
                </c:pt>
                <c:pt idx="1241">
                  <c:v>135.30440971501437</c:v>
                </c:pt>
                <c:pt idx="1242">
                  <c:v>135.18282375967499</c:v>
                </c:pt>
                <c:pt idx="1243">
                  <c:v>135.59502980338664</c:v>
                </c:pt>
                <c:pt idx="1244">
                  <c:v>135.95978766940485</c:v>
                </c:pt>
                <c:pt idx="1245">
                  <c:v>136.40757984638654</c:v>
                </c:pt>
                <c:pt idx="1246">
                  <c:v>135.94199460276982</c:v>
                </c:pt>
                <c:pt idx="1247">
                  <c:v>135.53571958126983</c:v>
                </c:pt>
                <c:pt idx="1248">
                  <c:v>136.14661486907269</c:v>
                </c:pt>
                <c:pt idx="1249">
                  <c:v>136.89095815663831</c:v>
                </c:pt>
                <c:pt idx="1250">
                  <c:v>138.25212775421844</c:v>
                </c:pt>
                <c:pt idx="1251">
                  <c:v>138.12757628777319</c:v>
                </c:pt>
                <c:pt idx="1252">
                  <c:v>138.67323033124762</c:v>
                </c:pt>
                <c:pt idx="1253">
                  <c:v>139.39681504107233</c:v>
                </c:pt>
                <c:pt idx="1254">
                  <c:v>139.01722961952493</c:v>
                </c:pt>
                <c:pt idx="1255">
                  <c:v>140.04922748435692</c:v>
                </c:pt>
                <c:pt idx="1256">
                  <c:v>140.47626108359776</c:v>
                </c:pt>
                <c:pt idx="1257">
                  <c:v>140.18564099522555</c:v>
                </c:pt>
                <c:pt idx="1258">
                  <c:v>140.10853770647373</c:v>
                </c:pt>
                <c:pt idx="1259">
                  <c:v>141.32736277097356</c:v>
                </c:pt>
                <c:pt idx="1260">
                  <c:v>141.33922481539693</c:v>
                </c:pt>
                <c:pt idx="1261">
                  <c:v>140.9566738827437</c:v>
                </c:pt>
                <c:pt idx="1262">
                  <c:v>141.46674179294803</c:v>
                </c:pt>
                <c:pt idx="1263">
                  <c:v>141.73363779247353</c:v>
                </c:pt>
                <c:pt idx="1264">
                  <c:v>141.43708668188964</c:v>
                </c:pt>
                <c:pt idx="1265">
                  <c:v>141.632810414875</c:v>
                </c:pt>
                <c:pt idx="1266">
                  <c:v>141.9352925476706</c:v>
                </c:pt>
                <c:pt idx="1267">
                  <c:v>141.77515494795529</c:v>
                </c:pt>
                <c:pt idx="1268">
                  <c:v>142.04501645858664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996F-4E65-8F9A-AADF3436278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481907391"/>
        <c:axId val="1481908351"/>
      </c:lineChart>
      <c:dateAx>
        <c:axId val="1481907391"/>
        <c:scaling>
          <c:orientation val="minMax"/>
          <c:max val="45289"/>
        </c:scaling>
        <c:delete val="1"/>
        <c:axPos val="b"/>
        <c:numFmt formatCode="dd\-mmm\-yyyy" sourceLinked="1"/>
        <c:majorTickMark val="out"/>
        <c:minorTickMark val="none"/>
        <c:tickLblPos val="nextTo"/>
        <c:crossAx val="1481908351"/>
        <c:crosses val="autoZero"/>
        <c:auto val="0"/>
        <c:lblOffset val="100"/>
        <c:baseTimeUnit val="days"/>
      </c:dateAx>
      <c:valAx>
        <c:axId val="148190835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/>
              </a:solidFill>
              <a:round/>
            </a:ln>
            <a:effectLst/>
          </c:spPr>
        </c:majorGridlines>
        <c:numFmt formatCode="#,##0.00\ &quot;€&quot;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148190739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2852164796453539"/>
          <c:y val="0.93687844698997502"/>
          <c:w val="0.4071742436038443"/>
          <c:h val="4.877202875882498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it-IT"/>
        </a:p>
      </c:txPr>
    </c:legend>
    <c:plotVisOnly val="1"/>
    <c:dispBlanksAs val="gap"/>
    <c:showDLblsOverMax val="0"/>
  </c:chart>
  <c:spPr>
    <a:solidFill>
      <a:schemeClr val="bg1"/>
    </a:solidFill>
    <a:ln>
      <a:solidFill>
        <a:schemeClr val="tx1"/>
      </a:solidFill>
    </a:ln>
    <a:effectLst/>
  </c:spPr>
  <c:txPr>
    <a:bodyPr/>
    <a:lstStyle/>
    <a:p>
      <a:pPr>
        <a:defRPr/>
      </a:pPr>
      <a:endParaRPr lang="it-IT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'Rendimenti RACE.MI'!$C$1:$C$2</c:f>
              <c:strCache>
                <c:ptCount val="2"/>
                <c:pt idx="0">
                  <c:v>Rendimenti giornalieri  RACE.MI</c:v>
                </c:pt>
              </c:strCache>
            </c:strRef>
          </c:tx>
          <c:spPr>
            <a:ln w="1270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'Rendimenti RACE.MI'!$A$3:$A$1270</c:f>
              <c:numCache>
                <c:formatCode>dd\-mmm\-yyyy</c:formatCode>
                <c:ptCount val="1268"/>
                <c:pt idx="0">
                  <c:v>43468</c:v>
                </c:pt>
                <c:pt idx="1">
                  <c:v>43469</c:v>
                </c:pt>
                <c:pt idx="2">
                  <c:v>43472</c:v>
                </c:pt>
                <c:pt idx="3">
                  <c:v>43473</c:v>
                </c:pt>
                <c:pt idx="4">
                  <c:v>43474</c:v>
                </c:pt>
                <c:pt idx="5">
                  <c:v>43475</c:v>
                </c:pt>
                <c:pt idx="6">
                  <c:v>43476</c:v>
                </c:pt>
                <c:pt idx="7">
                  <c:v>43479</c:v>
                </c:pt>
                <c:pt idx="8">
                  <c:v>43480</c:v>
                </c:pt>
                <c:pt idx="9">
                  <c:v>43481</c:v>
                </c:pt>
                <c:pt idx="10">
                  <c:v>43482</c:v>
                </c:pt>
                <c:pt idx="11">
                  <c:v>43483</c:v>
                </c:pt>
                <c:pt idx="12">
                  <c:v>43486</c:v>
                </c:pt>
                <c:pt idx="13">
                  <c:v>43487</c:v>
                </c:pt>
                <c:pt idx="14">
                  <c:v>43488</c:v>
                </c:pt>
                <c:pt idx="15">
                  <c:v>43489</c:v>
                </c:pt>
                <c:pt idx="16">
                  <c:v>43490</c:v>
                </c:pt>
                <c:pt idx="17">
                  <c:v>43493</c:v>
                </c:pt>
                <c:pt idx="18">
                  <c:v>43494</c:v>
                </c:pt>
                <c:pt idx="19">
                  <c:v>43495</c:v>
                </c:pt>
                <c:pt idx="20">
                  <c:v>43496</c:v>
                </c:pt>
                <c:pt idx="21">
                  <c:v>43497</c:v>
                </c:pt>
                <c:pt idx="22">
                  <c:v>43500</c:v>
                </c:pt>
                <c:pt idx="23">
                  <c:v>43501</c:v>
                </c:pt>
                <c:pt idx="24">
                  <c:v>43502</c:v>
                </c:pt>
                <c:pt idx="25">
                  <c:v>43503</c:v>
                </c:pt>
                <c:pt idx="26">
                  <c:v>43504</c:v>
                </c:pt>
                <c:pt idx="27">
                  <c:v>43507</c:v>
                </c:pt>
                <c:pt idx="28">
                  <c:v>43508</c:v>
                </c:pt>
                <c:pt idx="29">
                  <c:v>43509</c:v>
                </c:pt>
                <c:pt idx="30">
                  <c:v>43510</c:v>
                </c:pt>
                <c:pt idx="31">
                  <c:v>43511</c:v>
                </c:pt>
                <c:pt idx="32">
                  <c:v>43514</c:v>
                </c:pt>
                <c:pt idx="33">
                  <c:v>43515</c:v>
                </c:pt>
                <c:pt idx="34">
                  <c:v>43516</c:v>
                </c:pt>
                <c:pt idx="35">
                  <c:v>43517</c:v>
                </c:pt>
                <c:pt idx="36">
                  <c:v>43518</c:v>
                </c:pt>
                <c:pt idx="37">
                  <c:v>43521</c:v>
                </c:pt>
                <c:pt idx="38">
                  <c:v>43522</c:v>
                </c:pt>
                <c:pt idx="39">
                  <c:v>43523</c:v>
                </c:pt>
                <c:pt idx="40">
                  <c:v>43524</c:v>
                </c:pt>
                <c:pt idx="41">
                  <c:v>43525</c:v>
                </c:pt>
                <c:pt idx="42">
                  <c:v>43528</c:v>
                </c:pt>
                <c:pt idx="43">
                  <c:v>43529</c:v>
                </c:pt>
                <c:pt idx="44">
                  <c:v>43530</c:v>
                </c:pt>
                <c:pt idx="45">
                  <c:v>43531</c:v>
                </c:pt>
                <c:pt idx="46">
                  <c:v>43532</c:v>
                </c:pt>
                <c:pt idx="47">
                  <c:v>43535</c:v>
                </c:pt>
                <c:pt idx="48">
                  <c:v>43536</c:v>
                </c:pt>
                <c:pt idx="49">
                  <c:v>43537</c:v>
                </c:pt>
                <c:pt idx="50">
                  <c:v>43538</c:v>
                </c:pt>
                <c:pt idx="51">
                  <c:v>43539</c:v>
                </c:pt>
                <c:pt idx="52">
                  <c:v>43542</c:v>
                </c:pt>
                <c:pt idx="53">
                  <c:v>43543</c:v>
                </c:pt>
                <c:pt idx="54">
                  <c:v>43544</c:v>
                </c:pt>
                <c:pt idx="55">
                  <c:v>43545</c:v>
                </c:pt>
                <c:pt idx="56">
                  <c:v>43546</c:v>
                </c:pt>
                <c:pt idx="57">
                  <c:v>43549</c:v>
                </c:pt>
                <c:pt idx="58">
                  <c:v>43550</c:v>
                </c:pt>
                <c:pt idx="59">
                  <c:v>43551</c:v>
                </c:pt>
                <c:pt idx="60">
                  <c:v>43552</c:v>
                </c:pt>
                <c:pt idx="61">
                  <c:v>43553</c:v>
                </c:pt>
                <c:pt idx="62">
                  <c:v>43556</c:v>
                </c:pt>
                <c:pt idx="63">
                  <c:v>43557</c:v>
                </c:pt>
                <c:pt idx="64">
                  <c:v>43558</c:v>
                </c:pt>
                <c:pt idx="65">
                  <c:v>43559</c:v>
                </c:pt>
                <c:pt idx="66">
                  <c:v>43560</c:v>
                </c:pt>
                <c:pt idx="67">
                  <c:v>43563</c:v>
                </c:pt>
                <c:pt idx="68">
                  <c:v>43564</c:v>
                </c:pt>
                <c:pt idx="69">
                  <c:v>43565</c:v>
                </c:pt>
                <c:pt idx="70">
                  <c:v>43566</c:v>
                </c:pt>
                <c:pt idx="71">
                  <c:v>43567</c:v>
                </c:pt>
                <c:pt idx="72">
                  <c:v>43570</c:v>
                </c:pt>
                <c:pt idx="73">
                  <c:v>43571</c:v>
                </c:pt>
                <c:pt idx="74">
                  <c:v>43572</c:v>
                </c:pt>
                <c:pt idx="75">
                  <c:v>43573</c:v>
                </c:pt>
                <c:pt idx="76">
                  <c:v>43578</c:v>
                </c:pt>
                <c:pt idx="77">
                  <c:v>43579</c:v>
                </c:pt>
                <c:pt idx="78">
                  <c:v>43580</c:v>
                </c:pt>
                <c:pt idx="79">
                  <c:v>43581</c:v>
                </c:pt>
                <c:pt idx="80">
                  <c:v>43584</c:v>
                </c:pt>
                <c:pt idx="81">
                  <c:v>43585</c:v>
                </c:pt>
                <c:pt idx="82">
                  <c:v>43587</c:v>
                </c:pt>
                <c:pt idx="83">
                  <c:v>43588</c:v>
                </c:pt>
                <c:pt idx="84">
                  <c:v>43591</c:v>
                </c:pt>
                <c:pt idx="85">
                  <c:v>43592</c:v>
                </c:pt>
                <c:pt idx="86">
                  <c:v>43593</c:v>
                </c:pt>
                <c:pt idx="87">
                  <c:v>43594</c:v>
                </c:pt>
                <c:pt idx="88">
                  <c:v>43595</c:v>
                </c:pt>
                <c:pt idx="89">
                  <c:v>43598</c:v>
                </c:pt>
                <c:pt idx="90">
                  <c:v>43599</c:v>
                </c:pt>
                <c:pt idx="91">
                  <c:v>43600</c:v>
                </c:pt>
                <c:pt idx="92">
                  <c:v>43601</c:v>
                </c:pt>
                <c:pt idx="93">
                  <c:v>43602</c:v>
                </c:pt>
                <c:pt idx="94">
                  <c:v>43605</c:v>
                </c:pt>
                <c:pt idx="95">
                  <c:v>43606</c:v>
                </c:pt>
                <c:pt idx="96">
                  <c:v>43607</c:v>
                </c:pt>
                <c:pt idx="97">
                  <c:v>43608</c:v>
                </c:pt>
                <c:pt idx="98">
                  <c:v>43609</c:v>
                </c:pt>
                <c:pt idx="99">
                  <c:v>43612</c:v>
                </c:pt>
                <c:pt idx="100">
                  <c:v>43613</c:v>
                </c:pt>
                <c:pt idx="101">
                  <c:v>43614</c:v>
                </c:pt>
                <c:pt idx="102">
                  <c:v>43615</c:v>
                </c:pt>
                <c:pt idx="103">
                  <c:v>43616</c:v>
                </c:pt>
                <c:pt idx="104">
                  <c:v>43619</c:v>
                </c:pt>
                <c:pt idx="105">
                  <c:v>43620</c:v>
                </c:pt>
                <c:pt idx="106">
                  <c:v>43621</c:v>
                </c:pt>
                <c:pt idx="107">
                  <c:v>43622</c:v>
                </c:pt>
                <c:pt idx="108">
                  <c:v>43623</c:v>
                </c:pt>
                <c:pt idx="109">
                  <c:v>43627</c:v>
                </c:pt>
                <c:pt idx="110">
                  <c:v>43628</c:v>
                </c:pt>
                <c:pt idx="111">
                  <c:v>43629</c:v>
                </c:pt>
                <c:pt idx="112">
                  <c:v>43630</c:v>
                </c:pt>
                <c:pt idx="113">
                  <c:v>43633</c:v>
                </c:pt>
                <c:pt idx="114">
                  <c:v>43634</c:v>
                </c:pt>
                <c:pt idx="115">
                  <c:v>43635</c:v>
                </c:pt>
                <c:pt idx="116">
                  <c:v>43636</c:v>
                </c:pt>
                <c:pt idx="117">
                  <c:v>43637</c:v>
                </c:pt>
                <c:pt idx="118">
                  <c:v>43640</c:v>
                </c:pt>
                <c:pt idx="119">
                  <c:v>43641</c:v>
                </c:pt>
                <c:pt idx="120">
                  <c:v>43642</c:v>
                </c:pt>
                <c:pt idx="121">
                  <c:v>43643</c:v>
                </c:pt>
                <c:pt idx="122">
                  <c:v>43644</c:v>
                </c:pt>
                <c:pt idx="123">
                  <c:v>43647</c:v>
                </c:pt>
                <c:pt idx="124">
                  <c:v>43648</c:v>
                </c:pt>
                <c:pt idx="125">
                  <c:v>43649</c:v>
                </c:pt>
                <c:pt idx="126">
                  <c:v>43650</c:v>
                </c:pt>
                <c:pt idx="127">
                  <c:v>43651</c:v>
                </c:pt>
                <c:pt idx="128">
                  <c:v>43654</c:v>
                </c:pt>
                <c:pt idx="129">
                  <c:v>43655</c:v>
                </c:pt>
                <c:pt idx="130">
                  <c:v>43656</c:v>
                </c:pt>
                <c:pt idx="131">
                  <c:v>43657</c:v>
                </c:pt>
                <c:pt idx="132">
                  <c:v>43658</c:v>
                </c:pt>
                <c:pt idx="133">
                  <c:v>43661</c:v>
                </c:pt>
                <c:pt idx="134">
                  <c:v>43662</c:v>
                </c:pt>
                <c:pt idx="135">
                  <c:v>43663</c:v>
                </c:pt>
                <c:pt idx="136">
                  <c:v>43664</c:v>
                </c:pt>
                <c:pt idx="137">
                  <c:v>43665</c:v>
                </c:pt>
                <c:pt idx="138">
                  <c:v>43668</c:v>
                </c:pt>
                <c:pt idx="139">
                  <c:v>43669</c:v>
                </c:pt>
                <c:pt idx="140">
                  <c:v>43670</c:v>
                </c:pt>
                <c:pt idx="141">
                  <c:v>43671</c:v>
                </c:pt>
                <c:pt idx="142">
                  <c:v>43672</c:v>
                </c:pt>
                <c:pt idx="143">
                  <c:v>43675</c:v>
                </c:pt>
                <c:pt idx="144">
                  <c:v>43676</c:v>
                </c:pt>
                <c:pt idx="145">
                  <c:v>43677</c:v>
                </c:pt>
                <c:pt idx="146">
                  <c:v>43678</c:v>
                </c:pt>
                <c:pt idx="147">
                  <c:v>43679</c:v>
                </c:pt>
                <c:pt idx="148">
                  <c:v>43682</c:v>
                </c:pt>
                <c:pt idx="149">
                  <c:v>43683</c:v>
                </c:pt>
                <c:pt idx="150">
                  <c:v>43684</c:v>
                </c:pt>
                <c:pt idx="151">
                  <c:v>43685</c:v>
                </c:pt>
                <c:pt idx="152">
                  <c:v>43686</c:v>
                </c:pt>
                <c:pt idx="153">
                  <c:v>43689</c:v>
                </c:pt>
                <c:pt idx="154">
                  <c:v>43690</c:v>
                </c:pt>
                <c:pt idx="155">
                  <c:v>43691</c:v>
                </c:pt>
                <c:pt idx="156">
                  <c:v>43693</c:v>
                </c:pt>
                <c:pt idx="157">
                  <c:v>43696</c:v>
                </c:pt>
                <c:pt idx="158">
                  <c:v>43697</c:v>
                </c:pt>
                <c:pt idx="159">
                  <c:v>43698</c:v>
                </c:pt>
                <c:pt idx="160">
                  <c:v>43699</c:v>
                </c:pt>
                <c:pt idx="161">
                  <c:v>43700</c:v>
                </c:pt>
                <c:pt idx="162">
                  <c:v>43703</c:v>
                </c:pt>
                <c:pt idx="163">
                  <c:v>43704</c:v>
                </c:pt>
                <c:pt idx="164">
                  <c:v>43705</c:v>
                </c:pt>
                <c:pt idx="165">
                  <c:v>43706</c:v>
                </c:pt>
                <c:pt idx="166">
                  <c:v>43707</c:v>
                </c:pt>
                <c:pt idx="167">
                  <c:v>43710</c:v>
                </c:pt>
                <c:pt idx="168">
                  <c:v>43711</c:v>
                </c:pt>
                <c:pt idx="169">
                  <c:v>43712</c:v>
                </c:pt>
                <c:pt idx="170">
                  <c:v>43713</c:v>
                </c:pt>
                <c:pt idx="171">
                  <c:v>43714</c:v>
                </c:pt>
                <c:pt idx="172">
                  <c:v>43717</c:v>
                </c:pt>
                <c:pt idx="173">
                  <c:v>43718</c:v>
                </c:pt>
                <c:pt idx="174">
                  <c:v>43719</c:v>
                </c:pt>
                <c:pt idx="175">
                  <c:v>43720</c:v>
                </c:pt>
                <c:pt idx="176">
                  <c:v>43721</c:v>
                </c:pt>
                <c:pt idx="177">
                  <c:v>43724</c:v>
                </c:pt>
                <c:pt idx="178">
                  <c:v>43725</c:v>
                </c:pt>
                <c:pt idx="179">
                  <c:v>43726</c:v>
                </c:pt>
                <c:pt idx="180">
                  <c:v>43727</c:v>
                </c:pt>
                <c:pt idx="181">
                  <c:v>43728</c:v>
                </c:pt>
                <c:pt idx="182">
                  <c:v>43731</c:v>
                </c:pt>
                <c:pt idx="183">
                  <c:v>43732</c:v>
                </c:pt>
                <c:pt idx="184">
                  <c:v>43733</c:v>
                </c:pt>
                <c:pt idx="185">
                  <c:v>43734</c:v>
                </c:pt>
                <c:pt idx="186">
                  <c:v>43735</c:v>
                </c:pt>
                <c:pt idx="187">
                  <c:v>43738</c:v>
                </c:pt>
                <c:pt idx="188">
                  <c:v>43739</c:v>
                </c:pt>
                <c:pt idx="189">
                  <c:v>43740</c:v>
                </c:pt>
                <c:pt idx="190">
                  <c:v>43742</c:v>
                </c:pt>
                <c:pt idx="191">
                  <c:v>43745</c:v>
                </c:pt>
                <c:pt idx="192">
                  <c:v>43746</c:v>
                </c:pt>
                <c:pt idx="193">
                  <c:v>43747</c:v>
                </c:pt>
                <c:pt idx="194">
                  <c:v>43748</c:v>
                </c:pt>
                <c:pt idx="195">
                  <c:v>43749</c:v>
                </c:pt>
                <c:pt idx="196">
                  <c:v>43752</c:v>
                </c:pt>
                <c:pt idx="197">
                  <c:v>43753</c:v>
                </c:pt>
                <c:pt idx="198">
                  <c:v>43754</c:v>
                </c:pt>
                <c:pt idx="199">
                  <c:v>43755</c:v>
                </c:pt>
                <c:pt idx="200">
                  <c:v>43756</c:v>
                </c:pt>
                <c:pt idx="201">
                  <c:v>43759</c:v>
                </c:pt>
                <c:pt idx="202">
                  <c:v>43760</c:v>
                </c:pt>
                <c:pt idx="203">
                  <c:v>43761</c:v>
                </c:pt>
                <c:pt idx="204">
                  <c:v>43762</c:v>
                </c:pt>
                <c:pt idx="205">
                  <c:v>43763</c:v>
                </c:pt>
                <c:pt idx="206">
                  <c:v>43766</c:v>
                </c:pt>
                <c:pt idx="207">
                  <c:v>43767</c:v>
                </c:pt>
                <c:pt idx="208">
                  <c:v>43768</c:v>
                </c:pt>
                <c:pt idx="209">
                  <c:v>43769</c:v>
                </c:pt>
                <c:pt idx="210">
                  <c:v>43770</c:v>
                </c:pt>
                <c:pt idx="211">
                  <c:v>43773</c:v>
                </c:pt>
                <c:pt idx="212">
                  <c:v>43774</c:v>
                </c:pt>
                <c:pt idx="213">
                  <c:v>43775</c:v>
                </c:pt>
                <c:pt idx="214">
                  <c:v>43776</c:v>
                </c:pt>
                <c:pt idx="215">
                  <c:v>43777</c:v>
                </c:pt>
                <c:pt idx="216">
                  <c:v>43780</c:v>
                </c:pt>
                <c:pt idx="217">
                  <c:v>43781</c:v>
                </c:pt>
                <c:pt idx="218">
                  <c:v>43782</c:v>
                </c:pt>
                <c:pt idx="219">
                  <c:v>43783</c:v>
                </c:pt>
                <c:pt idx="220">
                  <c:v>43784</c:v>
                </c:pt>
                <c:pt idx="221">
                  <c:v>43787</c:v>
                </c:pt>
                <c:pt idx="222">
                  <c:v>43788</c:v>
                </c:pt>
                <c:pt idx="223">
                  <c:v>43789</c:v>
                </c:pt>
                <c:pt idx="224">
                  <c:v>43790</c:v>
                </c:pt>
                <c:pt idx="225">
                  <c:v>43791</c:v>
                </c:pt>
                <c:pt idx="226">
                  <c:v>43794</c:v>
                </c:pt>
                <c:pt idx="227">
                  <c:v>43795</c:v>
                </c:pt>
                <c:pt idx="228">
                  <c:v>43796</c:v>
                </c:pt>
                <c:pt idx="229">
                  <c:v>43797</c:v>
                </c:pt>
                <c:pt idx="230">
                  <c:v>43798</c:v>
                </c:pt>
                <c:pt idx="231">
                  <c:v>43801</c:v>
                </c:pt>
                <c:pt idx="232">
                  <c:v>43802</c:v>
                </c:pt>
                <c:pt idx="233">
                  <c:v>43803</c:v>
                </c:pt>
                <c:pt idx="234">
                  <c:v>43804</c:v>
                </c:pt>
                <c:pt idx="235">
                  <c:v>43805</c:v>
                </c:pt>
                <c:pt idx="236">
                  <c:v>43808</c:v>
                </c:pt>
                <c:pt idx="237">
                  <c:v>43809</c:v>
                </c:pt>
                <c:pt idx="238">
                  <c:v>43810</c:v>
                </c:pt>
                <c:pt idx="239">
                  <c:v>43811</c:v>
                </c:pt>
                <c:pt idx="240">
                  <c:v>43812</c:v>
                </c:pt>
                <c:pt idx="241">
                  <c:v>43815</c:v>
                </c:pt>
                <c:pt idx="242">
                  <c:v>43816</c:v>
                </c:pt>
                <c:pt idx="243">
                  <c:v>43817</c:v>
                </c:pt>
                <c:pt idx="244">
                  <c:v>43818</c:v>
                </c:pt>
                <c:pt idx="245">
                  <c:v>43819</c:v>
                </c:pt>
                <c:pt idx="246">
                  <c:v>43822</c:v>
                </c:pt>
                <c:pt idx="247">
                  <c:v>43826</c:v>
                </c:pt>
                <c:pt idx="248">
                  <c:v>43829</c:v>
                </c:pt>
                <c:pt idx="249">
                  <c:v>43832</c:v>
                </c:pt>
                <c:pt idx="250">
                  <c:v>43833</c:v>
                </c:pt>
                <c:pt idx="251">
                  <c:v>43836</c:v>
                </c:pt>
                <c:pt idx="252">
                  <c:v>43837</c:v>
                </c:pt>
                <c:pt idx="253">
                  <c:v>43838</c:v>
                </c:pt>
                <c:pt idx="254">
                  <c:v>43839</c:v>
                </c:pt>
                <c:pt idx="255">
                  <c:v>43840</c:v>
                </c:pt>
                <c:pt idx="256">
                  <c:v>43843</c:v>
                </c:pt>
                <c:pt idx="257">
                  <c:v>43844</c:v>
                </c:pt>
                <c:pt idx="258">
                  <c:v>43845</c:v>
                </c:pt>
                <c:pt idx="259">
                  <c:v>43846</c:v>
                </c:pt>
                <c:pt idx="260">
                  <c:v>43847</c:v>
                </c:pt>
                <c:pt idx="261">
                  <c:v>43850</c:v>
                </c:pt>
                <c:pt idx="262">
                  <c:v>43851</c:v>
                </c:pt>
                <c:pt idx="263">
                  <c:v>43852</c:v>
                </c:pt>
                <c:pt idx="264">
                  <c:v>43853</c:v>
                </c:pt>
                <c:pt idx="265">
                  <c:v>43854</c:v>
                </c:pt>
                <c:pt idx="266">
                  <c:v>43857</c:v>
                </c:pt>
                <c:pt idx="267">
                  <c:v>43858</c:v>
                </c:pt>
                <c:pt idx="268">
                  <c:v>43859</c:v>
                </c:pt>
                <c:pt idx="269">
                  <c:v>43860</c:v>
                </c:pt>
                <c:pt idx="270">
                  <c:v>43861</c:v>
                </c:pt>
                <c:pt idx="271">
                  <c:v>43864</c:v>
                </c:pt>
                <c:pt idx="272">
                  <c:v>43865</c:v>
                </c:pt>
                <c:pt idx="273">
                  <c:v>43866</c:v>
                </c:pt>
                <c:pt idx="274">
                  <c:v>43867</c:v>
                </c:pt>
                <c:pt idx="275">
                  <c:v>43868</c:v>
                </c:pt>
                <c:pt idx="276">
                  <c:v>43871</c:v>
                </c:pt>
                <c:pt idx="277">
                  <c:v>43872</c:v>
                </c:pt>
                <c:pt idx="278">
                  <c:v>43873</c:v>
                </c:pt>
                <c:pt idx="279">
                  <c:v>43874</c:v>
                </c:pt>
                <c:pt idx="280">
                  <c:v>43875</c:v>
                </c:pt>
                <c:pt idx="281">
                  <c:v>43878</c:v>
                </c:pt>
                <c:pt idx="282">
                  <c:v>43879</c:v>
                </c:pt>
                <c:pt idx="283">
                  <c:v>43880</c:v>
                </c:pt>
                <c:pt idx="284">
                  <c:v>43881</c:v>
                </c:pt>
                <c:pt idx="285">
                  <c:v>43882</c:v>
                </c:pt>
                <c:pt idx="286">
                  <c:v>43885</c:v>
                </c:pt>
                <c:pt idx="287">
                  <c:v>43886</c:v>
                </c:pt>
                <c:pt idx="288">
                  <c:v>43887</c:v>
                </c:pt>
                <c:pt idx="289">
                  <c:v>43888</c:v>
                </c:pt>
                <c:pt idx="290">
                  <c:v>43889</c:v>
                </c:pt>
                <c:pt idx="291">
                  <c:v>43892</c:v>
                </c:pt>
                <c:pt idx="292">
                  <c:v>43893</c:v>
                </c:pt>
                <c:pt idx="293">
                  <c:v>43894</c:v>
                </c:pt>
                <c:pt idx="294">
                  <c:v>43895</c:v>
                </c:pt>
                <c:pt idx="295">
                  <c:v>43896</c:v>
                </c:pt>
                <c:pt idx="296">
                  <c:v>43899</c:v>
                </c:pt>
                <c:pt idx="297">
                  <c:v>43900</c:v>
                </c:pt>
                <c:pt idx="298">
                  <c:v>43901</c:v>
                </c:pt>
                <c:pt idx="299">
                  <c:v>43902</c:v>
                </c:pt>
                <c:pt idx="300">
                  <c:v>43903</c:v>
                </c:pt>
                <c:pt idx="301">
                  <c:v>43906</c:v>
                </c:pt>
                <c:pt idx="302">
                  <c:v>43907</c:v>
                </c:pt>
                <c:pt idx="303">
                  <c:v>43908</c:v>
                </c:pt>
                <c:pt idx="304">
                  <c:v>43909</c:v>
                </c:pt>
                <c:pt idx="305">
                  <c:v>43910</c:v>
                </c:pt>
                <c:pt idx="306">
                  <c:v>43913</c:v>
                </c:pt>
                <c:pt idx="307">
                  <c:v>43914</c:v>
                </c:pt>
                <c:pt idx="308">
                  <c:v>43915</c:v>
                </c:pt>
                <c:pt idx="309">
                  <c:v>43916</c:v>
                </c:pt>
                <c:pt idx="310">
                  <c:v>43917</c:v>
                </c:pt>
                <c:pt idx="311">
                  <c:v>43920</c:v>
                </c:pt>
                <c:pt idx="312">
                  <c:v>43921</c:v>
                </c:pt>
                <c:pt idx="313">
                  <c:v>43922</c:v>
                </c:pt>
                <c:pt idx="314">
                  <c:v>43923</c:v>
                </c:pt>
                <c:pt idx="315">
                  <c:v>43924</c:v>
                </c:pt>
                <c:pt idx="316">
                  <c:v>43927</c:v>
                </c:pt>
                <c:pt idx="317">
                  <c:v>43928</c:v>
                </c:pt>
                <c:pt idx="318">
                  <c:v>43929</c:v>
                </c:pt>
                <c:pt idx="319">
                  <c:v>43930</c:v>
                </c:pt>
                <c:pt idx="320">
                  <c:v>43935</c:v>
                </c:pt>
                <c:pt idx="321">
                  <c:v>43936</c:v>
                </c:pt>
                <c:pt idx="322">
                  <c:v>43937</c:v>
                </c:pt>
                <c:pt idx="323">
                  <c:v>43938</c:v>
                </c:pt>
                <c:pt idx="324">
                  <c:v>43941</c:v>
                </c:pt>
                <c:pt idx="325">
                  <c:v>43942</c:v>
                </c:pt>
                <c:pt idx="326">
                  <c:v>43943</c:v>
                </c:pt>
                <c:pt idx="327">
                  <c:v>43944</c:v>
                </c:pt>
                <c:pt idx="328">
                  <c:v>43945</c:v>
                </c:pt>
                <c:pt idx="329">
                  <c:v>43948</c:v>
                </c:pt>
                <c:pt idx="330">
                  <c:v>43949</c:v>
                </c:pt>
                <c:pt idx="331">
                  <c:v>43950</c:v>
                </c:pt>
                <c:pt idx="332">
                  <c:v>43951</c:v>
                </c:pt>
                <c:pt idx="333">
                  <c:v>43955</c:v>
                </c:pt>
                <c:pt idx="334">
                  <c:v>43956</c:v>
                </c:pt>
                <c:pt idx="335">
                  <c:v>43957</c:v>
                </c:pt>
                <c:pt idx="336">
                  <c:v>43958</c:v>
                </c:pt>
                <c:pt idx="337">
                  <c:v>43959</c:v>
                </c:pt>
                <c:pt idx="338">
                  <c:v>43962</c:v>
                </c:pt>
                <c:pt idx="339">
                  <c:v>43963</c:v>
                </c:pt>
                <c:pt idx="340">
                  <c:v>43964</c:v>
                </c:pt>
                <c:pt idx="341">
                  <c:v>43965</c:v>
                </c:pt>
                <c:pt idx="342">
                  <c:v>43966</c:v>
                </c:pt>
                <c:pt idx="343">
                  <c:v>43969</c:v>
                </c:pt>
                <c:pt idx="344">
                  <c:v>43970</c:v>
                </c:pt>
                <c:pt idx="345">
                  <c:v>43971</c:v>
                </c:pt>
                <c:pt idx="346">
                  <c:v>43972</c:v>
                </c:pt>
                <c:pt idx="347">
                  <c:v>43973</c:v>
                </c:pt>
                <c:pt idx="348">
                  <c:v>43976</c:v>
                </c:pt>
                <c:pt idx="349">
                  <c:v>43977</c:v>
                </c:pt>
                <c:pt idx="350">
                  <c:v>43978</c:v>
                </c:pt>
                <c:pt idx="351">
                  <c:v>43979</c:v>
                </c:pt>
                <c:pt idx="352">
                  <c:v>43980</c:v>
                </c:pt>
                <c:pt idx="353">
                  <c:v>43984</c:v>
                </c:pt>
                <c:pt idx="354">
                  <c:v>43985</c:v>
                </c:pt>
                <c:pt idx="355">
                  <c:v>43986</c:v>
                </c:pt>
                <c:pt idx="356">
                  <c:v>43987</c:v>
                </c:pt>
                <c:pt idx="357">
                  <c:v>43990</c:v>
                </c:pt>
                <c:pt idx="358">
                  <c:v>43991</c:v>
                </c:pt>
                <c:pt idx="359">
                  <c:v>43992</c:v>
                </c:pt>
                <c:pt idx="360">
                  <c:v>43993</c:v>
                </c:pt>
                <c:pt idx="361">
                  <c:v>43994</c:v>
                </c:pt>
                <c:pt idx="362">
                  <c:v>43997</c:v>
                </c:pt>
                <c:pt idx="363">
                  <c:v>43998</c:v>
                </c:pt>
                <c:pt idx="364">
                  <c:v>43999</c:v>
                </c:pt>
                <c:pt idx="365">
                  <c:v>44000</c:v>
                </c:pt>
                <c:pt idx="366">
                  <c:v>44001</c:v>
                </c:pt>
                <c:pt idx="367">
                  <c:v>44004</c:v>
                </c:pt>
                <c:pt idx="368">
                  <c:v>44005</c:v>
                </c:pt>
                <c:pt idx="369">
                  <c:v>44006</c:v>
                </c:pt>
                <c:pt idx="370">
                  <c:v>44007</c:v>
                </c:pt>
                <c:pt idx="371">
                  <c:v>44008</c:v>
                </c:pt>
                <c:pt idx="372">
                  <c:v>44011</c:v>
                </c:pt>
                <c:pt idx="373">
                  <c:v>44012</c:v>
                </c:pt>
                <c:pt idx="374">
                  <c:v>44013</c:v>
                </c:pt>
                <c:pt idx="375">
                  <c:v>44014</c:v>
                </c:pt>
                <c:pt idx="376">
                  <c:v>44015</c:v>
                </c:pt>
                <c:pt idx="377">
                  <c:v>44018</c:v>
                </c:pt>
                <c:pt idx="378">
                  <c:v>44019</c:v>
                </c:pt>
                <c:pt idx="379">
                  <c:v>44020</c:v>
                </c:pt>
                <c:pt idx="380">
                  <c:v>44021</c:v>
                </c:pt>
                <c:pt idx="381">
                  <c:v>44022</c:v>
                </c:pt>
                <c:pt idx="382">
                  <c:v>44025</c:v>
                </c:pt>
                <c:pt idx="383">
                  <c:v>44026</c:v>
                </c:pt>
                <c:pt idx="384">
                  <c:v>44027</c:v>
                </c:pt>
                <c:pt idx="385">
                  <c:v>44028</c:v>
                </c:pt>
                <c:pt idx="386">
                  <c:v>44029</c:v>
                </c:pt>
                <c:pt idx="387">
                  <c:v>44032</c:v>
                </c:pt>
                <c:pt idx="388">
                  <c:v>44033</c:v>
                </c:pt>
                <c:pt idx="389">
                  <c:v>44034</c:v>
                </c:pt>
                <c:pt idx="390">
                  <c:v>44035</c:v>
                </c:pt>
                <c:pt idx="391">
                  <c:v>44036</c:v>
                </c:pt>
                <c:pt idx="392">
                  <c:v>44039</c:v>
                </c:pt>
                <c:pt idx="393">
                  <c:v>44040</c:v>
                </c:pt>
                <c:pt idx="394">
                  <c:v>44041</c:v>
                </c:pt>
                <c:pt idx="395">
                  <c:v>44042</c:v>
                </c:pt>
                <c:pt idx="396">
                  <c:v>44043</c:v>
                </c:pt>
                <c:pt idx="397">
                  <c:v>44046</c:v>
                </c:pt>
                <c:pt idx="398">
                  <c:v>44047</c:v>
                </c:pt>
                <c:pt idx="399">
                  <c:v>44048</c:v>
                </c:pt>
                <c:pt idx="400">
                  <c:v>44049</c:v>
                </c:pt>
                <c:pt idx="401">
                  <c:v>44050</c:v>
                </c:pt>
                <c:pt idx="402">
                  <c:v>44053</c:v>
                </c:pt>
                <c:pt idx="403">
                  <c:v>44054</c:v>
                </c:pt>
                <c:pt idx="404">
                  <c:v>44055</c:v>
                </c:pt>
                <c:pt idx="405">
                  <c:v>44056</c:v>
                </c:pt>
                <c:pt idx="406">
                  <c:v>44057</c:v>
                </c:pt>
                <c:pt idx="407">
                  <c:v>44060</c:v>
                </c:pt>
                <c:pt idx="408">
                  <c:v>44061</c:v>
                </c:pt>
                <c:pt idx="409">
                  <c:v>44062</c:v>
                </c:pt>
                <c:pt idx="410">
                  <c:v>44063</c:v>
                </c:pt>
                <c:pt idx="411">
                  <c:v>44064</c:v>
                </c:pt>
                <c:pt idx="412">
                  <c:v>44067</c:v>
                </c:pt>
                <c:pt idx="413">
                  <c:v>44068</c:v>
                </c:pt>
                <c:pt idx="414">
                  <c:v>44069</c:v>
                </c:pt>
                <c:pt idx="415">
                  <c:v>44070</c:v>
                </c:pt>
                <c:pt idx="416">
                  <c:v>44071</c:v>
                </c:pt>
                <c:pt idx="417">
                  <c:v>44074</c:v>
                </c:pt>
                <c:pt idx="418">
                  <c:v>44075</c:v>
                </c:pt>
                <c:pt idx="419">
                  <c:v>44076</c:v>
                </c:pt>
                <c:pt idx="420">
                  <c:v>44077</c:v>
                </c:pt>
                <c:pt idx="421">
                  <c:v>44078</c:v>
                </c:pt>
                <c:pt idx="422">
                  <c:v>44081</c:v>
                </c:pt>
                <c:pt idx="423">
                  <c:v>44082</c:v>
                </c:pt>
                <c:pt idx="424">
                  <c:v>44083</c:v>
                </c:pt>
                <c:pt idx="425">
                  <c:v>44084</c:v>
                </c:pt>
                <c:pt idx="426">
                  <c:v>44085</c:v>
                </c:pt>
                <c:pt idx="427">
                  <c:v>44088</c:v>
                </c:pt>
                <c:pt idx="428">
                  <c:v>44089</c:v>
                </c:pt>
                <c:pt idx="429">
                  <c:v>44090</c:v>
                </c:pt>
                <c:pt idx="430">
                  <c:v>44091</c:v>
                </c:pt>
                <c:pt idx="431">
                  <c:v>44092</c:v>
                </c:pt>
                <c:pt idx="432">
                  <c:v>44095</c:v>
                </c:pt>
                <c:pt idx="433">
                  <c:v>44096</c:v>
                </c:pt>
                <c:pt idx="434">
                  <c:v>44097</c:v>
                </c:pt>
                <c:pt idx="435">
                  <c:v>44098</c:v>
                </c:pt>
                <c:pt idx="436">
                  <c:v>44099</c:v>
                </c:pt>
                <c:pt idx="437">
                  <c:v>44102</c:v>
                </c:pt>
                <c:pt idx="438">
                  <c:v>44103</c:v>
                </c:pt>
                <c:pt idx="439">
                  <c:v>44104</c:v>
                </c:pt>
                <c:pt idx="440">
                  <c:v>44105</c:v>
                </c:pt>
                <c:pt idx="441">
                  <c:v>44106</c:v>
                </c:pt>
                <c:pt idx="442">
                  <c:v>44109</c:v>
                </c:pt>
                <c:pt idx="443">
                  <c:v>44110</c:v>
                </c:pt>
                <c:pt idx="444">
                  <c:v>44111</c:v>
                </c:pt>
                <c:pt idx="445">
                  <c:v>44112</c:v>
                </c:pt>
                <c:pt idx="446">
                  <c:v>44113</c:v>
                </c:pt>
                <c:pt idx="447">
                  <c:v>44116</c:v>
                </c:pt>
                <c:pt idx="448">
                  <c:v>44117</c:v>
                </c:pt>
                <c:pt idx="449">
                  <c:v>44118</c:v>
                </c:pt>
                <c:pt idx="450">
                  <c:v>44119</c:v>
                </c:pt>
                <c:pt idx="451">
                  <c:v>44120</c:v>
                </c:pt>
                <c:pt idx="452">
                  <c:v>44123</c:v>
                </c:pt>
                <c:pt idx="453">
                  <c:v>44124</c:v>
                </c:pt>
                <c:pt idx="454">
                  <c:v>44125</c:v>
                </c:pt>
                <c:pt idx="455">
                  <c:v>44126</c:v>
                </c:pt>
                <c:pt idx="456">
                  <c:v>44127</c:v>
                </c:pt>
                <c:pt idx="457">
                  <c:v>44130</c:v>
                </c:pt>
                <c:pt idx="458">
                  <c:v>44131</c:v>
                </c:pt>
                <c:pt idx="459">
                  <c:v>44132</c:v>
                </c:pt>
                <c:pt idx="460">
                  <c:v>44133</c:v>
                </c:pt>
                <c:pt idx="461">
                  <c:v>44134</c:v>
                </c:pt>
                <c:pt idx="462">
                  <c:v>44137</c:v>
                </c:pt>
                <c:pt idx="463">
                  <c:v>44138</c:v>
                </c:pt>
                <c:pt idx="464">
                  <c:v>44139</c:v>
                </c:pt>
                <c:pt idx="465">
                  <c:v>44140</c:v>
                </c:pt>
                <c:pt idx="466">
                  <c:v>44141</c:v>
                </c:pt>
                <c:pt idx="467">
                  <c:v>44144</c:v>
                </c:pt>
                <c:pt idx="468">
                  <c:v>44145</c:v>
                </c:pt>
                <c:pt idx="469">
                  <c:v>44146</c:v>
                </c:pt>
                <c:pt idx="470">
                  <c:v>44147</c:v>
                </c:pt>
                <c:pt idx="471">
                  <c:v>44148</c:v>
                </c:pt>
                <c:pt idx="472">
                  <c:v>44151</c:v>
                </c:pt>
                <c:pt idx="473">
                  <c:v>44152</c:v>
                </c:pt>
                <c:pt idx="474">
                  <c:v>44153</c:v>
                </c:pt>
                <c:pt idx="475">
                  <c:v>44154</c:v>
                </c:pt>
                <c:pt idx="476">
                  <c:v>44155</c:v>
                </c:pt>
                <c:pt idx="477">
                  <c:v>44158</c:v>
                </c:pt>
                <c:pt idx="478">
                  <c:v>44159</c:v>
                </c:pt>
                <c:pt idx="479">
                  <c:v>44160</c:v>
                </c:pt>
                <c:pt idx="480">
                  <c:v>44161</c:v>
                </c:pt>
                <c:pt idx="481">
                  <c:v>44162</c:v>
                </c:pt>
                <c:pt idx="482">
                  <c:v>44165</c:v>
                </c:pt>
                <c:pt idx="483">
                  <c:v>44166</c:v>
                </c:pt>
                <c:pt idx="484">
                  <c:v>44167</c:v>
                </c:pt>
                <c:pt idx="485">
                  <c:v>44168</c:v>
                </c:pt>
                <c:pt idx="486">
                  <c:v>44169</c:v>
                </c:pt>
                <c:pt idx="487">
                  <c:v>44172</c:v>
                </c:pt>
                <c:pt idx="488">
                  <c:v>44173</c:v>
                </c:pt>
                <c:pt idx="489">
                  <c:v>44174</c:v>
                </c:pt>
                <c:pt idx="490">
                  <c:v>44175</c:v>
                </c:pt>
                <c:pt idx="491">
                  <c:v>44176</c:v>
                </c:pt>
                <c:pt idx="492">
                  <c:v>44179</c:v>
                </c:pt>
                <c:pt idx="493">
                  <c:v>44180</c:v>
                </c:pt>
                <c:pt idx="494">
                  <c:v>44181</c:v>
                </c:pt>
                <c:pt idx="495">
                  <c:v>44182</c:v>
                </c:pt>
                <c:pt idx="496">
                  <c:v>44183</c:v>
                </c:pt>
                <c:pt idx="497">
                  <c:v>44186</c:v>
                </c:pt>
                <c:pt idx="498">
                  <c:v>44187</c:v>
                </c:pt>
                <c:pt idx="499">
                  <c:v>44188</c:v>
                </c:pt>
                <c:pt idx="500">
                  <c:v>44193</c:v>
                </c:pt>
                <c:pt idx="501">
                  <c:v>44194</c:v>
                </c:pt>
                <c:pt idx="502">
                  <c:v>44195</c:v>
                </c:pt>
                <c:pt idx="503">
                  <c:v>44200</c:v>
                </c:pt>
                <c:pt idx="504">
                  <c:v>44201</c:v>
                </c:pt>
                <c:pt idx="505">
                  <c:v>44202</c:v>
                </c:pt>
                <c:pt idx="506">
                  <c:v>44203</c:v>
                </c:pt>
                <c:pt idx="507">
                  <c:v>44204</c:v>
                </c:pt>
                <c:pt idx="508">
                  <c:v>44207</c:v>
                </c:pt>
                <c:pt idx="509">
                  <c:v>44208</c:v>
                </c:pt>
                <c:pt idx="510">
                  <c:v>44209</c:v>
                </c:pt>
                <c:pt idx="511">
                  <c:v>44210</c:v>
                </c:pt>
                <c:pt idx="512">
                  <c:v>44211</c:v>
                </c:pt>
                <c:pt idx="513">
                  <c:v>44214</c:v>
                </c:pt>
                <c:pt idx="514">
                  <c:v>44215</c:v>
                </c:pt>
                <c:pt idx="515">
                  <c:v>44216</c:v>
                </c:pt>
                <c:pt idx="516">
                  <c:v>44217</c:v>
                </c:pt>
                <c:pt idx="517">
                  <c:v>44218</c:v>
                </c:pt>
                <c:pt idx="518">
                  <c:v>44221</c:v>
                </c:pt>
                <c:pt idx="519">
                  <c:v>44222</c:v>
                </c:pt>
                <c:pt idx="520">
                  <c:v>44223</c:v>
                </c:pt>
                <c:pt idx="521">
                  <c:v>44224</c:v>
                </c:pt>
                <c:pt idx="522">
                  <c:v>44225</c:v>
                </c:pt>
                <c:pt idx="523">
                  <c:v>44228</c:v>
                </c:pt>
                <c:pt idx="524">
                  <c:v>44229</c:v>
                </c:pt>
                <c:pt idx="525">
                  <c:v>44230</c:v>
                </c:pt>
                <c:pt idx="526">
                  <c:v>44231</c:v>
                </c:pt>
                <c:pt idx="527">
                  <c:v>44232</c:v>
                </c:pt>
                <c:pt idx="528">
                  <c:v>44235</c:v>
                </c:pt>
                <c:pt idx="529">
                  <c:v>44236</c:v>
                </c:pt>
                <c:pt idx="530">
                  <c:v>44237</c:v>
                </c:pt>
                <c:pt idx="531">
                  <c:v>44238</c:v>
                </c:pt>
                <c:pt idx="532">
                  <c:v>44239</c:v>
                </c:pt>
                <c:pt idx="533">
                  <c:v>44242</c:v>
                </c:pt>
                <c:pt idx="534">
                  <c:v>44243</c:v>
                </c:pt>
                <c:pt idx="535">
                  <c:v>44244</c:v>
                </c:pt>
                <c:pt idx="536">
                  <c:v>44245</c:v>
                </c:pt>
                <c:pt idx="537">
                  <c:v>44246</c:v>
                </c:pt>
                <c:pt idx="538">
                  <c:v>44249</c:v>
                </c:pt>
                <c:pt idx="539">
                  <c:v>44250</c:v>
                </c:pt>
                <c:pt idx="540">
                  <c:v>44251</c:v>
                </c:pt>
                <c:pt idx="541">
                  <c:v>44252</c:v>
                </c:pt>
                <c:pt idx="542">
                  <c:v>44253</c:v>
                </c:pt>
                <c:pt idx="543">
                  <c:v>44256</c:v>
                </c:pt>
                <c:pt idx="544">
                  <c:v>44257</c:v>
                </c:pt>
                <c:pt idx="545">
                  <c:v>44258</c:v>
                </c:pt>
                <c:pt idx="546">
                  <c:v>44259</c:v>
                </c:pt>
                <c:pt idx="547">
                  <c:v>44260</c:v>
                </c:pt>
                <c:pt idx="548">
                  <c:v>44263</c:v>
                </c:pt>
                <c:pt idx="549">
                  <c:v>44264</c:v>
                </c:pt>
                <c:pt idx="550">
                  <c:v>44265</c:v>
                </c:pt>
                <c:pt idx="551">
                  <c:v>44266</c:v>
                </c:pt>
                <c:pt idx="552">
                  <c:v>44267</c:v>
                </c:pt>
                <c:pt idx="553">
                  <c:v>44270</c:v>
                </c:pt>
                <c:pt idx="554">
                  <c:v>44271</c:v>
                </c:pt>
                <c:pt idx="555">
                  <c:v>44272</c:v>
                </c:pt>
                <c:pt idx="556">
                  <c:v>44273</c:v>
                </c:pt>
                <c:pt idx="557">
                  <c:v>44274</c:v>
                </c:pt>
                <c:pt idx="558">
                  <c:v>44277</c:v>
                </c:pt>
                <c:pt idx="559">
                  <c:v>44278</c:v>
                </c:pt>
                <c:pt idx="560">
                  <c:v>44279</c:v>
                </c:pt>
                <c:pt idx="561">
                  <c:v>44280</c:v>
                </c:pt>
                <c:pt idx="562">
                  <c:v>44281</c:v>
                </c:pt>
                <c:pt idx="563">
                  <c:v>44284</c:v>
                </c:pt>
                <c:pt idx="564">
                  <c:v>44285</c:v>
                </c:pt>
                <c:pt idx="565">
                  <c:v>44286</c:v>
                </c:pt>
                <c:pt idx="566">
                  <c:v>44287</c:v>
                </c:pt>
                <c:pt idx="567">
                  <c:v>44292</c:v>
                </c:pt>
                <c:pt idx="568">
                  <c:v>44293</c:v>
                </c:pt>
                <c:pt idx="569">
                  <c:v>44294</c:v>
                </c:pt>
                <c:pt idx="570">
                  <c:v>44295</c:v>
                </c:pt>
                <c:pt idx="571">
                  <c:v>44298</c:v>
                </c:pt>
                <c:pt idx="572">
                  <c:v>44299</c:v>
                </c:pt>
                <c:pt idx="573">
                  <c:v>44300</c:v>
                </c:pt>
                <c:pt idx="574">
                  <c:v>44301</c:v>
                </c:pt>
                <c:pt idx="575">
                  <c:v>44302</c:v>
                </c:pt>
                <c:pt idx="576">
                  <c:v>44305</c:v>
                </c:pt>
                <c:pt idx="577">
                  <c:v>44306</c:v>
                </c:pt>
                <c:pt idx="578">
                  <c:v>44307</c:v>
                </c:pt>
                <c:pt idx="579">
                  <c:v>44308</c:v>
                </c:pt>
                <c:pt idx="580">
                  <c:v>44309</c:v>
                </c:pt>
                <c:pt idx="581">
                  <c:v>44312</c:v>
                </c:pt>
                <c:pt idx="582">
                  <c:v>44313</c:v>
                </c:pt>
                <c:pt idx="583">
                  <c:v>44314</c:v>
                </c:pt>
                <c:pt idx="584">
                  <c:v>44315</c:v>
                </c:pt>
                <c:pt idx="585">
                  <c:v>44316</c:v>
                </c:pt>
                <c:pt idx="586">
                  <c:v>44319</c:v>
                </c:pt>
                <c:pt idx="587">
                  <c:v>44320</c:v>
                </c:pt>
                <c:pt idx="588">
                  <c:v>44321</c:v>
                </c:pt>
                <c:pt idx="589">
                  <c:v>44322</c:v>
                </c:pt>
                <c:pt idx="590">
                  <c:v>44323</c:v>
                </c:pt>
                <c:pt idx="591">
                  <c:v>44326</c:v>
                </c:pt>
                <c:pt idx="592">
                  <c:v>44327</c:v>
                </c:pt>
                <c:pt idx="593">
                  <c:v>44328</c:v>
                </c:pt>
                <c:pt idx="594">
                  <c:v>44329</c:v>
                </c:pt>
                <c:pt idx="595">
                  <c:v>44330</c:v>
                </c:pt>
                <c:pt idx="596">
                  <c:v>44333</c:v>
                </c:pt>
                <c:pt idx="597">
                  <c:v>44334</c:v>
                </c:pt>
                <c:pt idx="598">
                  <c:v>44335</c:v>
                </c:pt>
                <c:pt idx="599">
                  <c:v>44336</c:v>
                </c:pt>
                <c:pt idx="600">
                  <c:v>44337</c:v>
                </c:pt>
                <c:pt idx="601">
                  <c:v>44341</c:v>
                </c:pt>
                <c:pt idx="602">
                  <c:v>44342</c:v>
                </c:pt>
                <c:pt idx="603">
                  <c:v>44343</c:v>
                </c:pt>
                <c:pt idx="604">
                  <c:v>44344</c:v>
                </c:pt>
                <c:pt idx="605">
                  <c:v>44347</c:v>
                </c:pt>
                <c:pt idx="606">
                  <c:v>44348</c:v>
                </c:pt>
                <c:pt idx="607">
                  <c:v>44349</c:v>
                </c:pt>
                <c:pt idx="608">
                  <c:v>44350</c:v>
                </c:pt>
                <c:pt idx="609">
                  <c:v>44351</c:v>
                </c:pt>
                <c:pt idx="610">
                  <c:v>44354</c:v>
                </c:pt>
                <c:pt idx="611">
                  <c:v>44355</c:v>
                </c:pt>
                <c:pt idx="612">
                  <c:v>44356</c:v>
                </c:pt>
                <c:pt idx="613">
                  <c:v>44357</c:v>
                </c:pt>
                <c:pt idx="614">
                  <c:v>44358</c:v>
                </c:pt>
                <c:pt idx="615">
                  <c:v>44361</c:v>
                </c:pt>
                <c:pt idx="616">
                  <c:v>44362</c:v>
                </c:pt>
                <c:pt idx="617">
                  <c:v>44363</c:v>
                </c:pt>
                <c:pt idx="618">
                  <c:v>44364</c:v>
                </c:pt>
                <c:pt idx="619">
                  <c:v>44365</c:v>
                </c:pt>
                <c:pt idx="620">
                  <c:v>44368</c:v>
                </c:pt>
                <c:pt idx="621">
                  <c:v>44369</c:v>
                </c:pt>
                <c:pt idx="622">
                  <c:v>44370</c:v>
                </c:pt>
                <c:pt idx="623">
                  <c:v>44371</c:v>
                </c:pt>
                <c:pt idx="624">
                  <c:v>44372</c:v>
                </c:pt>
                <c:pt idx="625">
                  <c:v>44375</c:v>
                </c:pt>
                <c:pt idx="626">
                  <c:v>44376</c:v>
                </c:pt>
                <c:pt idx="627">
                  <c:v>44377</c:v>
                </c:pt>
                <c:pt idx="628">
                  <c:v>44378</c:v>
                </c:pt>
                <c:pt idx="629">
                  <c:v>44379</c:v>
                </c:pt>
                <c:pt idx="630">
                  <c:v>44382</c:v>
                </c:pt>
                <c:pt idx="631">
                  <c:v>44383</c:v>
                </c:pt>
                <c:pt idx="632">
                  <c:v>44384</c:v>
                </c:pt>
                <c:pt idx="633">
                  <c:v>44385</c:v>
                </c:pt>
                <c:pt idx="634">
                  <c:v>44386</c:v>
                </c:pt>
                <c:pt idx="635">
                  <c:v>44389</c:v>
                </c:pt>
                <c:pt idx="636">
                  <c:v>44390</c:v>
                </c:pt>
                <c:pt idx="637">
                  <c:v>44391</c:v>
                </c:pt>
                <c:pt idx="638">
                  <c:v>44392</c:v>
                </c:pt>
                <c:pt idx="639">
                  <c:v>44393</c:v>
                </c:pt>
                <c:pt idx="640">
                  <c:v>44396</c:v>
                </c:pt>
                <c:pt idx="641">
                  <c:v>44397</c:v>
                </c:pt>
                <c:pt idx="642">
                  <c:v>44398</c:v>
                </c:pt>
                <c:pt idx="643">
                  <c:v>44399</c:v>
                </c:pt>
                <c:pt idx="644">
                  <c:v>44400</c:v>
                </c:pt>
                <c:pt idx="645">
                  <c:v>44403</c:v>
                </c:pt>
                <c:pt idx="646">
                  <c:v>44404</c:v>
                </c:pt>
                <c:pt idx="647">
                  <c:v>44405</c:v>
                </c:pt>
                <c:pt idx="648">
                  <c:v>44406</c:v>
                </c:pt>
                <c:pt idx="649">
                  <c:v>44407</c:v>
                </c:pt>
                <c:pt idx="650">
                  <c:v>44410</c:v>
                </c:pt>
                <c:pt idx="651">
                  <c:v>44411</c:v>
                </c:pt>
                <c:pt idx="652">
                  <c:v>44412</c:v>
                </c:pt>
                <c:pt idx="653">
                  <c:v>44413</c:v>
                </c:pt>
                <c:pt idx="654">
                  <c:v>44414</c:v>
                </c:pt>
                <c:pt idx="655">
                  <c:v>44417</c:v>
                </c:pt>
                <c:pt idx="656">
                  <c:v>44418</c:v>
                </c:pt>
                <c:pt idx="657">
                  <c:v>44419</c:v>
                </c:pt>
                <c:pt idx="658">
                  <c:v>44420</c:v>
                </c:pt>
                <c:pt idx="659">
                  <c:v>44421</c:v>
                </c:pt>
                <c:pt idx="660">
                  <c:v>44424</c:v>
                </c:pt>
                <c:pt idx="661">
                  <c:v>44425</c:v>
                </c:pt>
                <c:pt idx="662">
                  <c:v>44426</c:v>
                </c:pt>
                <c:pt idx="663">
                  <c:v>44427</c:v>
                </c:pt>
                <c:pt idx="664">
                  <c:v>44428</c:v>
                </c:pt>
                <c:pt idx="665">
                  <c:v>44431</c:v>
                </c:pt>
                <c:pt idx="666">
                  <c:v>44432</c:v>
                </c:pt>
                <c:pt idx="667">
                  <c:v>44433</c:v>
                </c:pt>
                <c:pt idx="668">
                  <c:v>44434</c:v>
                </c:pt>
                <c:pt idx="669">
                  <c:v>44435</c:v>
                </c:pt>
                <c:pt idx="670">
                  <c:v>44438</c:v>
                </c:pt>
                <c:pt idx="671">
                  <c:v>44439</c:v>
                </c:pt>
                <c:pt idx="672">
                  <c:v>44440</c:v>
                </c:pt>
                <c:pt idx="673">
                  <c:v>44441</c:v>
                </c:pt>
                <c:pt idx="674">
                  <c:v>44442</c:v>
                </c:pt>
                <c:pt idx="675">
                  <c:v>44445</c:v>
                </c:pt>
                <c:pt idx="676">
                  <c:v>44446</c:v>
                </c:pt>
                <c:pt idx="677">
                  <c:v>44447</c:v>
                </c:pt>
                <c:pt idx="678">
                  <c:v>44448</c:v>
                </c:pt>
                <c:pt idx="679">
                  <c:v>44449</c:v>
                </c:pt>
                <c:pt idx="680">
                  <c:v>44452</c:v>
                </c:pt>
                <c:pt idx="681">
                  <c:v>44453</c:v>
                </c:pt>
                <c:pt idx="682">
                  <c:v>44454</c:v>
                </c:pt>
                <c:pt idx="683">
                  <c:v>44455</c:v>
                </c:pt>
                <c:pt idx="684">
                  <c:v>44456</c:v>
                </c:pt>
                <c:pt idx="685">
                  <c:v>44459</c:v>
                </c:pt>
                <c:pt idx="686">
                  <c:v>44460</c:v>
                </c:pt>
                <c:pt idx="687">
                  <c:v>44461</c:v>
                </c:pt>
                <c:pt idx="688">
                  <c:v>44462</c:v>
                </c:pt>
                <c:pt idx="689">
                  <c:v>44463</c:v>
                </c:pt>
                <c:pt idx="690">
                  <c:v>44466</c:v>
                </c:pt>
                <c:pt idx="691">
                  <c:v>44467</c:v>
                </c:pt>
                <c:pt idx="692">
                  <c:v>44468</c:v>
                </c:pt>
                <c:pt idx="693">
                  <c:v>44469</c:v>
                </c:pt>
                <c:pt idx="694">
                  <c:v>44470</c:v>
                </c:pt>
                <c:pt idx="695">
                  <c:v>44473</c:v>
                </c:pt>
                <c:pt idx="696">
                  <c:v>44474</c:v>
                </c:pt>
                <c:pt idx="697">
                  <c:v>44475</c:v>
                </c:pt>
                <c:pt idx="698">
                  <c:v>44476</c:v>
                </c:pt>
                <c:pt idx="699">
                  <c:v>44477</c:v>
                </c:pt>
                <c:pt idx="700">
                  <c:v>44480</c:v>
                </c:pt>
                <c:pt idx="701">
                  <c:v>44481</c:v>
                </c:pt>
                <c:pt idx="702">
                  <c:v>44482</c:v>
                </c:pt>
                <c:pt idx="703">
                  <c:v>44483</c:v>
                </c:pt>
                <c:pt idx="704">
                  <c:v>44484</c:v>
                </c:pt>
                <c:pt idx="705">
                  <c:v>44487</c:v>
                </c:pt>
                <c:pt idx="706">
                  <c:v>44488</c:v>
                </c:pt>
                <c:pt idx="707">
                  <c:v>44489</c:v>
                </c:pt>
                <c:pt idx="708">
                  <c:v>44490</c:v>
                </c:pt>
                <c:pt idx="709">
                  <c:v>44491</c:v>
                </c:pt>
                <c:pt idx="710">
                  <c:v>44494</c:v>
                </c:pt>
                <c:pt idx="711">
                  <c:v>44495</c:v>
                </c:pt>
                <c:pt idx="712">
                  <c:v>44496</c:v>
                </c:pt>
                <c:pt idx="713">
                  <c:v>44497</c:v>
                </c:pt>
                <c:pt idx="714">
                  <c:v>44498</c:v>
                </c:pt>
                <c:pt idx="715">
                  <c:v>44501</c:v>
                </c:pt>
                <c:pt idx="716">
                  <c:v>44502</c:v>
                </c:pt>
                <c:pt idx="717">
                  <c:v>44503</c:v>
                </c:pt>
                <c:pt idx="718">
                  <c:v>44504</c:v>
                </c:pt>
                <c:pt idx="719">
                  <c:v>44505</c:v>
                </c:pt>
                <c:pt idx="720">
                  <c:v>44508</c:v>
                </c:pt>
                <c:pt idx="721">
                  <c:v>44509</c:v>
                </c:pt>
                <c:pt idx="722">
                  <c:v>44510</c:v>
                </c:pt>
                <c:pt idx="723">
                  <c:v>44511</c:v>
                </c:pt>
                <c:pt idx="724">
                  <c:v>44512</c:v>
                </c:pt>
                <c:pt idx="725">
                  <c:v>44515</c:v>
                </c:pt>
                <c:pt idx="726">
                  <c:v>44516</c:v>
                </c:pt>
                <c:pt idx="727">
                  <c:v>44517</c:v>
                </c:pt>
                <c:pt idx="728">
                  <c:v>44518</c:v>
                </c:pt>
                <c:pt idx="729">
                  <c:v>44519</c:v>
                </c:pt>
                <c:pt idx="730">
                  <c:v>44522</c:v>
                </c:pt>
                <c:pt idx="731">
                  <c:v>44523</c:v>
                </c:pt>
                <c:pt idx="732">
                  <c:v>44524</c:v>
                </c:pt>
                <c:pt idx="733">
                  <c:v>44525</c:v>
                </c:pt>
                <c:pt idx="734">
                  <c:v>44526</c:v>
                </c:pt>
                <c:pt idx="735">
                  <c:v>44529</c:v>
                </c:pt>
                <c:pt idx="736">
                  <c:v>44530</c:v>
                </c:pt>
                <c:pt idx="737">
                  <c:v>44531</c:v>
                </c:pt>
                <c:pt idx="738">
                  <c:v>44532</c:v>
                </c:pt>
                <c:pt idx="739">
                  <c:v>44533</c:v>
                </c:pt>
                <c:pt idx="740">
                  <c:v>44536</c:v>
                </c:pt>
                <c:pt idx="741">
                  <c:v>44537</c:v>
                </c:pt>
                <c:pt idx="742">
                  <c:v>44538</c:v>
                </c:pt>
                <c:pt idx="743">
                  <c:v>44539</c:v>
                </c:pt>
                <c:pt idx="744">
                  <c:v>44540</c:v>
                </c:pt>
                <c:pt idx="745">
                  <c:v>44543</c:v>
                </c:pt>
                <c:pt idx="746">
                  <c:v>44544</c:v>
                </c:pt>
                <c:pt idx="747">
                  <c:v>44545</c:v>
                </c:pt>
                <c:pt idx="748">
                  <c:v>44546</c:v>
                </c:pt>
                <c:pt idx="749">
                  <c:v>44547</c:v>
                </c:pt>
                <c:pt idx="750">
                  <c:v>44550</c:v>
                </c:pt>
                <c:pt idx="751">
                  <c:v>44551</c:v>
                </c:pt>
                <c:pt idx="752">
                  <c:v>44552</c:v>
                </c:pt>
                <c:pt idx="753">
                  <c:v>44553</c:v>
                </c:pt>
                <c:pt idx="754">
                  <c:v>44557</c:v>
                </c:pt>
                <c:pt idx="755">
                  <c:v>44558</c:v>
                </c:pt>
                <c:pt idx="756">
                  <c:v>44559</c:v>
                </c:pt>
                <c:pt idx="757">
                  <c:v>44560</c:v>
                </c:pt>
                <c:pt idx="758">
                  <c:v>44564</c:v>
                </c:pt>
                <c:pt idx="759">
                  <c:v>44565</c:v>
                </c:pt>
                <c:pt idx="760">
                  <c:v>44566</c:v>
                </c:pt>
                <c:pt idx="761">
                  <c:v>44567</c:v>
                </c:pt>
                <c:pt idx="762">
                  <c:v>44568</c:v>
                </c:pt>
                <c:pt idx="763">
                  <c:v>44571</c:v>
                </c:pt>
                <c:pt idx="764">
                  <c:v>44572</c:v>
                </c:pt>
                <c:pt idx="765">
                  <c:v>44573</c:v>
                </c:pt>
                <c:pt idx="766">
                  <c:v>44574</c:v>
                </c:pt>
                <c:pt idx="767">
                  <c:v>44575</c:v>
                </c:pt>
                <c:pt idx="768">
                  <c:v>44578</c:v>
                </c:pt>
                <c:pt idx="769">
                  <c:v>44579</c:v>
                </c:pt>
                <c:pt idx="770">
                  <c:v>44580</c:v>
                </c:pt>
                <c:pt idx="771">
                  <c:v>44581</c:v>
                </c:pt>
                <c:pt idx="772">
                  <c:v>44582</c:v>
                </c:pt>
                <c:pt idx="773">
                  <c:v>44585</c:v>
                </c:pt>
                <c:pt idx="774">
                  <c:v>44586</c:v>
                </c:pt>
                <c:pt idx="775">
                  <c:v>44587</c:v>
                </c:pt>
                <c:pt idx="776">
                  <c:v>44588</c:v>
                </c:pt>
                <c:pt idx="777">
                  <c:v>44589</c:v>
                </c:pt>
                <c:pt idx="778">
                  <c:v>44592</c:v>
                </c:pt>
                <c:pt idx="779">
                  <c:v>44593</c:v>
                </c:pt>
                <c:pt idx="780">
                  <c:v>44594</c:v>
                </c:pt>
                <c:pt idx="781">
                  <c:v>44595</c:v>
                </c:pt>
                <c:pt idx="782">
                  <c:v>44596</c:v>
                </c:pt>
                <c:pt idx="783">
                  <c:v>44599</c:v>
                </c:pt>
                <c:pt idx="784">
                  <c:v>44600</c:v>
                </c:pt>
                <c:pt idx="785">
                  <c:v>44601</c:v>
                </c:pt>
                <c:pt idx="786">
                  <c:v>44602</c:v>
                </c:pt>
                <c:pt idx="787">
                  <c:v>44603</c:v>
                </c:pt>
                <c:pt idx="788">
                  <c:v>44606</c:v>
                </c:pt>
                <c:pt idx="789">
                  <c:v>44607</c:v>
                </c:pt>
                <c:pt idx="790">
                  <c:v>44608</c:v>
                </c:pt>
                <c:pt idx="791">
                  <c:v>44609</c:v>
                </c:pt>
                <c:pt idx="792">
                  <c:v>44610</c:v>
                </c:pt>
                <c:pt idx="793">
                  <c:v>44613</c:v>
                </c:pt>
                <c:pt idx="794">
                  <c:v>44614</c:v>
                </c:pt>
                <c:pt idx="795">
                  <c:v>44615</c:v>
                </c:pt>
                <c:pt idx="796">
                  <c:v>44616</c:v>
                </c:pt>
                <c:pt idx="797">
                  <c:v>44617</c:v>
                </c:pt>
                <c:pt idx="798">
                  <c:v>44620</c:v>
                </c:pt>
                <c:pt idx="799">
                  <c:v>44621</c:v>
                </c:pt>
                <c:pt idx="800">
                  <c:v>44622</c:v>
                </c:pt>
                <c:pt idx="801">
                  <c:v>44623</c:v>
                </c:pt>
                <c:pt idx="802">
                  <c:v>44624</c:v>
                </c:pt>
                <c:pt idx="803">
                  <c:v>44627</c:v>
                </c:pt>
                <c:pt idx="804">
                  <c:v>44628</c:v>
                </c:pt>
                <c:pt idx="805">
                  <c:v>44629</c:v>
                </c:pt>
                <c:pt idx="806">
                  <c:v>44630</c:v>
                </c:pt>
                <c:pt idx="807">
                  <c:v>44631</c:v>
                </c:pt>
                <c:pt idx="808">
                  <c:v>44634</c:v>
                </c:pt>
                <c:pt idx="809">
                  <c:v>44635</c:v>
                </c:pt>
                <c:pt idx="810">
                  <c:v>44636</c:v>
                </c:pt>
                <c:pt idx="811">
                  <c:v>44637</c:v>
                </c:pt>
                <c:pt idx="812">
                  <c:v>44638</c:v>
                </c:pt>
                <c:pt idx="813">
                  <c:v>44641</c:v>
                </c:pt>
                <c:pt idx="814">
                  <c:v>44642</c:v>
                </c:pt>
                <c:pt idx="815">
                  <c:v>44643</c:v>
                </c:pt>
                <c:pt idx="816">
                  <c:v>44644</c:v>
                </c:pt>
                <c:pt idx="817">
                  <c:v>44645</c:v>
                </c:pt>
                <c:pt idx="818">
                  <c:v>44648</c:v>
                </c:pt>
                <c:pt idx="819">
                  <c:v>44649</c:v>
                </c:pt>
                <c:pt idx="820">
                  <c:v>44650</c:v>
                </c:pt>
                <c:pt idx="821">
                  <c:v>44651</c:v>
                </c:pt>
                <c:pt idx="822">
                  <c:v>44652</c:v>
                </c:pt>
                <c:pt idx="823">
                  <c:v>44655</c:v>
                </c:pt>
                <c:pt idx="824">
                  <c:v>44656</c:v>
                </c:pt>
                <c:pt idx="825">
                  <c:v>44657</c:v>
                </c:pt>
                <c:pt idx="826">
                  <c:v>44658</c:v>
                </c:pt>
                <c:pt idx="827">
                  <c:v>44659</c:v>
                </c:pt>
                <c:pt idx="828">
                  <c:v>44662</c:v>
                </c:pt>
                <c:pt idx="829">
                  <c:v>44663</c:v>
                </c:pt>
                <c:pt idx="830">
                  <c:v>44664</c:v>
                </c:pt>
                <c:pt idx="831">
                  <c:v>44665</c:v>
                </c:pt>
                <c:pt idx="832">
                  <c:v>44670</c:v>
                </c:pt>
                <c:pt idx="833">
                  <c:v>44671</c:v>
                </c:pt>
                <c:pt idx="834">
                  <c:v>44672</c:v>
                </c:pt>
                <c:pt idx="835">
                  <c:v>44673</c:v>
                </c:pt>
                <c:pt idx="836">
                  <c:v>44676</c:v>
                </c:pt>
                <c:pt idx="837">
                  <c:v>44677</c:v>
                </c:pt>
                <c:pt idx="838">
                  <c:v>44678</c:v>
                </c:pt>
                <c:pt idx="839">
                  <c:v>44679</c:v>
                </c:pt>
                <c:pt idx="840">
                  <c:v>44680</c:v>
                </c:pt>
                <c:pt idx="841">
                  <c:v>44683</c:v>
                </c:pt>
                <c:pt idx="842">
                  <c:v>44684</c:v>
                </c:pt>
                <c:pt idx="843">
                  <c:v>44685</c:v>
                </c:pt>
                <c:pt idx="844">
                  <c:v>44686</c:v>
                </c:pt>
                <c:pt idx="845">
                  <c:v>44687</c:v>
                </c:pt>
                <c:pt idx="846">
                  <c:v>44690</c:v>
                </c:pt>
                <c:pt idx="847">
                  <c:v>44691</c:v>
                </c:pt>
                <c:pt idx="848">
                  <c:v>44692</c:v>
                </c:pt>
                <c:pt idx="849">
                  <c:v>44693</c:v>
                </c:pt>
                <c:pt idx="850">
                  <c:v>44694</c:v>
                </c:pt>
                <c:pt idx="851">
                  <c:v>44697</c:v>
                </c:pt>
                <c:pt idx="852">
                  <c:v>44698</c:v>
                </c:pt>
                <c:pt idx="853">
                  <c:v>44699</c:v>
                </c:pt>
                <c:pt idx="854">
                  <c:v>44700</c:v>
                </c:pt>
                <c:pt idx="855">
                  <c:v>44701</c:v>
                </c:pt>
                <c:pt idx="856">
                  <c:v>44704</c:v>
                </c:pt>
                <c:pt idx="857">
                  <c:v>44705</c:v>
                </c:pt>
                <c:pt idx="858">
                  <c:v>44706</c:v>
                </c:pt>
                <c:pt idx="859">
                  <c:v>44707</c:v>
                </c:pt>
                <c:pt idx="860">
                  <c:v>44708</c:v>
                </c:pt>
                <c:pt idx="861">
                  <c:v>44711</c:v>
                </c:pt>
                <c:pt idx="862">
                  <c:v>44712</c:v>
                </c:pt>
                <c:pt idx="863">
                  <c:v>44713</c:v>
                </c:pt>
                <c:pt idx="864">
                  <c:v>44714</c:v>
                </c:pt>
                <c:pt idx="865">
                  <c:v>44715</c:v>
                </c:pt>
                <c:pt idx="866">
                  <c:v>44718</c:v>
                </c:pt>
                <c:pt idx="867">
                  <c:v>44719</c:v>
                </c:pt>
                <c:pt idx="868">
                  <c:v>44720</c:v>
                </c:pt>
                <c:pt idx="869">
                  <c:v>44721</c:v>
                </c:pt>
                <c:pt idx="870">
                  <c:v>44722</c:v>
                </c:pt>
                <c:pt idx="871">
                  <c:v>44725</c:v>
                </c:pt>
                <c:pt idx="872">
                  <c:v>44726</c:v>
                </c:pt>
                <c:pt idx="873">
                  <c:v>44727</c:v>
                </c:pt>
                <c:pt idx="874">
                  <c:v>44728</c:v>
                </c:pt>
                <c:pt idx="875">
                  <c:v>44729</c:v>
                </c:pt>
                <c:pt idx="876">
                  <c:v>44732</c:v>
                </c:pt>
                <c:pt idx="877">
                  <c:v>44733</c:v>
                </c:pt>
                <c:pt idx="878">
                  <c:v>44734</c:v>
                </c:pt>
                <c:pt idx="879">
                  <c:v>44735</c:v>
                </c:pt>
                <c:pt idx="880">
                  <c:v>44736</c:v>
                </c:pt>
                <c:pt idx="881">
                  <c:v>44739</c:v>
                </c:pt>
                <c:pt idx="882">
                  <c:v>44740</c:v>
                </c:pt>
                <c:pt idx="883">
                  <c:v>44741</c:v>
                </c:pt>
                <c:pt idx="884">
                  <c:v>44742</c:v>
                </c:pt>
                <c:pt idx="885">
                  <c:v>44743</c:v>
                </c:pt>
                <c:pt idx="886">
                  <c:v>44746</c:v>
                </c:pt>
                <c:pt idx="887">
                  <c:v>44747</c:v>
                </c:pt>
                <c:pt idx="888">
                  <c:v>44748</c:v>
                </c:pt>
                <c:pt idx="889">
                  <c:v>44749</c:v>
                </c:pt>
                <c:pt idx="890">
                  <c:v>44750</c:v>
                </c:pt>
                <c:pt idx="891">
                  <c:v>44753</c:v>
                </c:pt>
                <c:pt idx="892">
                  <c:v>44754</c:v>
                </c:pt>
                <c:pt idx="893">
                  <c:v>44755</c:v>
                </c:pt>
                <c:pt idx="894">
                  <c:v>44756</c:v>
                </c:pt>
                <c:pt idx="895">
                  <c:v>44757</c:v>
                </c:pt>
                <c:pt idx="896">
                  <c:v>44760</c:v>
                </c:pt>
                <c:pt idx="897">
                  <c:v>44761</c:v>
                </c:pt>
                <c:pt idx="898">
                  <c:v>44762</c:v>
                </c:pt>
                <c:pt idx="899">
                  <c:v>44763</c:v>
                </c:pt>
                <c:pt idx="900">
                  <c:v>44764</c:v>
                </c:pt>
                <c:pt idx="901">
                  <c:v>44767</c:v>
                </c:pt>
                <c:pt idx="902">
                  <c:v>44768</c:v>
                </c:pt>
                <c:pt idx="903">
                  <c:v>44769</c:v>
                </c:pt>
                <c:pt idx="904">
                  <c:v>44770</c:v>
                </c:pt>
                <c:pt idx="905">
                  <c:v>44771</c:v>
                </c:pt>
                <c:pt idx="906">
                  <c:v>44774</c:v>
                </c:pt>
                <c:pt idx="907">
                  <c:v>44775</c:v>
                </c:pt>
                <c:pt idx="908">
                  <c:v>44776</c:v>
                </c:pt>
                <c:pt idx="909">
                  <c:v>44777</c:v>
                </c:pt>
                <c:pt idx="910">
                  <c:v>44778</c:v>
                </c:pt>
                <c:pt idx="911">
                  <c:v>44781</c:v>
                </c:pt>
                <c:pt idx="912">
                  <c:v>44782</c:v>
                </c:pt>
                <c:pt idx="913">
                  <c:v>44783</c:v>
                </c:pt>
                <c:pt idx="914">
                  <c:v>44784</c:v>
                </c:pt>
                <c:pt idx="915">
                  <c:v>44785</c:v>
                </c:pt>
                <c:pt idx="916">
                  <c:v>44789</c:v>
                </c:pt>
                <c:pt idx="917">
                  <c:v>44790</c:v>
                </c:pt>
                <c:pt idx="918">
                  <c:v>44791</c:v>
                </c:pt>
                <c:pt idx="919">
                  <c:v>44792</c:v>
                </c:pt>
                <c:pt idx="920">
                  <c:v>44795</c:v>
                </c:pt>
                <c:pt idx="921">
                  <c:v>44796</c:v>
                </c:pt>
                <c:pt idx="922">
                  <c:v>44797</c:v>
                </c:pt>
                <c:pt idx="923">
                  <c:v>44798</c:v>
                </c:pt>
                <c:pt idx="924">
                  <c:v>44799</c:v>
                </c:pt>
                <c:pt idx="925">
                  <c:v>44802</c:v>
                </c:pt>
                <c:pt idx="926">
                  <c:v>44803</c:v>
                </c:pt>
                <c:pt idx="927">
                  <c:v>44804</c:v>
                </c:pt>
                <c:pt idx="928">
                  <c:v>44805</c:v>
                </c:pt>
                <c:pt idx="929">
                  <c:v>44806</c:v>
                </c:pt>
                <c:pt idx="930">
                  <c:v>44809</c:v>
                </c:pt>
                <c:pt idx="931">
                  <c:v>44810</c:v>
                </c:pt>
                <c:pt idx="932">
                  <c:v>44811</c:v>
                </c:pt>
                <c:pt idx="933">
                  <c:v>44812</c:v>
                </c:pt>
                <c:pt idx="934">
                  <c:v>44813</c:v>
                </c:pt>
                <c:pt idx="935">
                  <c:v>44816</c:v>
                </c:pt>
                <c:pt idx="936">
                  <c:v>44817</c:v>
                </c:pt>
                <c:pt idx="937">
                  <c:v>44818</c:v>
                </c:pt>
                <c:pt idx="938">
                  <c:v>44819</c:v>
                </c:pt>
                <c:pt idx="939">
                  <c:v>44820</c:v>
                </c:pt>
                <c:pt idx="940">
                  <c:v>44823</c:v>
                </c:pt>
                <c:pt idx="941">
                  <c:v>44824</c:v>
                </c:pt>
                <c:pt idx="942">
                  <c:v>44825</c:v>
                </c:pt>
                <c:pt idx="943">
                  <c:v>44826</c:v>
                </c:pt>
                <c:pt idx="944">
                  <c:v>44827</c:v>
                </c:pt>
                <c:pt idx="945">
                  <c:v>44830</c:v>
                </c:pt>
                <c:pt idx="946">
                  <c:v>44831</c:v>
                </c:pt>
                <c:pt idx="947">
                  <c:v>44832</c:v>
                </c:pt>
                <c:pt idx="948">
                  <c:v>44833</c:v>
                </c:pt>
                <c:pt idx="949">
                  <c:v>44834</c:v>
                </c:pt>
                <c:pt idx="950">
                  <c:v>44837</c:v>
                </c:pt>
                <c:pt idx="951">
                  <c:v>44838</c:v>
                </c:pt>
                <c:pt idx="952">
                  <c:v>44839</c:v>
                </c:pt>
                <c:pt idx="953">
                  <c:v>44840</c:v>
                </c:pt>
                <c:pt idx="954">
                  <c:v>44841</c:v>
                </c:pt>
                <c:pt idx="955">
                  <c:v>44844</c:v>
                </c:pt>
                <c:pt idx="956">
                  <c:v>44845</c:v>
                </c:pt>
                <c:pt idx="957">
                  <c:v>44846</c:v>
                </c:pt>
                <c:pt idx="958">
                  <c:v>44847</c:v>
                </c:pt>
                <c:pt idx="959">
                  <c:v>44848</c:v>
                </c:pt>
                <c:pt idx="960">
                  <c:v>44851</c:v>
                </c:pt>
                <c:pt idx="961">
                  <c:v>44852</c:v>
                </c:pt>
                <c:pt idx="962">
                  <c:v>44853</c:v>
                </c:pt>
                <c:pt idx="963">
                  <c:v>44854</c:v>
                </c:pt>
                <c:pt idx="964">
                  <c:v>44855</c:v>
                </c:pt>
                <c:pt idx="965">
                  <c:v>44858</c:v>
                </c:pt>
                <c:pt idx="966">
                  <c:v>44859</c:v>
                </c:pt>
                <c:pt idx="967">
                  <c:v>44860</c:v>
                </c:pt>
                <c:pt idx="968">
                  <c:v>44861</c:v>
                </c:pt>
                <c:pt idx="969">
                  <c:v>44862</c:v>
                </c:pt>
                <c:pt idx="970">
                  <c:v>44865</c:v>
                </c:pt>
                <c:pt idx="971">
                  <c:v>44866</c:v>
                </c:pt>
                <c:pt idx="972">
                  <c:v>44867</c:v>
                </c:pt>
                <c:pt idx="973">
                  <c:v>44868</c:v>
                </c:pt>
                <c:pt idx="974">
                  <c:v>44869</c:v>
                </c:pt>
                <c:pt idx="975">
                  <c:v>44872</c:v>
                </c:pt>
                <c:pt idx="976">
                  <c:v>44873</c:v>
                </c:pt>
                <c:pt idx="977">
                  <c:v>44874</c:v>
                </c:pt>
                <c:pt idx="978">
                  <c:v>44875</c:v>
                </c:pt>
                <c:pt idx="979">
                  <c:v>44876</c:v>
                </c:pt>
                <c:pt idx="980">
                  <c:v>44879</c:v>
                </c:pt>
                <c:pt idx="981">
                  <c:v>44880</c:v>
                </c:pt>
                <c:pt idx="982">
                  <c:v>44881</c:v>
                </c:pt>
                <c:pt idx="983">
                  <c:v>44882</c:v>
                </c:pt>
                <c:pt idx="984">
                  <c:v>44883</c:v>
                </c:pt>
                <c:pt idx="985">
                  <c:v>44886</c:v>
                </c:pt>
                <c:pt idx="986">
                  <c:v>44887</c:v>
                </c:pt>
                <c:pt idx="987">
                  <c:v>44888</c:v>
                </c:pt>
                <c:pt idx="988">
                  <c:v>44889</c:v>
                </c:pt>
                <c:pt idx="989">
                  <c:v>44890</c:v>
                </c:pt>
                <c:pt idx="990">
                  <c:v>44893</c:v>
                </c:pt>
                <c:pt idx="991">
                  <c:v>44894</c:v>
                </c:pt>
                <c:pt idx="992">
                  <c:v>44895</c:v>
                </c:pt>
                <c:pt idx="993">
                  <c:v>44896</c:v>
                </c:pt>
                <c:pt idx="994">
                  <c:v>44897</c:v>
                </c:pt>
                <c:pt idx="995">
                  <c:v>44900</c:v>
                </c:pt>
                <c:pt idx="996">
                  <c:v>44901</c:v>
                </c:pt>
                <c:pt idx="997">
                  <c:v>44902</c:v>
                </c:pt>
                <c:pt idx="998">
                  <c:v>44903</c:v>
                </c:pt>
                <c:pt idx="999">
                  <c:v>44904</c:v>
                </c:pt>
                <c:pt idx="1000">
                  <c:v>44907</c:v>
                </c:pt>
                <c:pt idx="1001">
                  <c:v>44908</c:v>
                </c:pt>
                <c:pt idx="1002">
                  <c:v>44909</c:v>
                </c:pt>
                <c:pt idx="1003">
                  <c:v>44910</c:v>
                </c:pt>
                <c:pt idx="1004">
                  <c:v>44911</c:v>
                </c:pt>
                <c:pt idx="1005">
                  <c:v>44914</c:v>
                </c:pt>
                <c:pt idx="1006">
                  <c:v>44915</c:v>
                </c:pt>
                <c:pt idx="1007">
                  <c:v>44916</c:v>
                </c:pt>
                <c:pt idx="1008">
                  <c:v>44917</c:v>
                </c:pt>
                <c:pt idx="1009">
                  <c:v>44918</c:v>
                </c:pt>
                <c:pt idx="1010">
                  <c:v>44922</c:v>
                </c:pt>
                <c:pt idx="1011">
                  <c:v>44923</c:v>
                </c:pt>
                <c:pt idx="1012">
                  <c:v>44924</c:v>
                </c:pt>
                <c:pt idx="1013">
                  <c:v>44925</c:v>
                </c:pt>
                <c:pt idx="1014">
                  <c:v>44928</c:v>
                </c:pt>
                <c:pt idx="1015">
                  <c:v>44929</c:v>
                </c:pt>
                <c:pt idx="1016">
                  <c:v>44930</c:v>
                </c:pt>
                <c:pt idx="1017">
                  <c:v>44931</c:v>
                </c:pt>
                <c:pt idx="1018">
                  <c:v>44932</c:v>
                </c:pt>
                <c:pt idx="1019">
                  <c:v>44935</c:v>
                </c:pt>
                <c:pt idx="1020">
                  <c:v>44936</c:v>
                </c:pt>
                <c:pt idx="1021">
                  <c:v>44937</c:v>
                </c:pt>
                <c:pt idx="1022">
                  <c:v>44938</c:v>
                </c:pt>
                <c:pt idx="1023">
                  <c:v>44939</c:v>
                </c:pt>
                <c:pt idx="1024">
                  <c:v>44942</c:v>
                </c:pt>
                <c:pt idx="1025">
                  <c:v>44943</c:v>
                </c:pt>
                <c:pt idx="1026">
                  <c:v>44944</c:v>
                </c:pt>
                <c:pt idx="1027">
                  <c:v>44945</c:v>
                </c:pt>
                <c:pt idx="1028">
                  <c:v>44946</c:v>
                </c:pt>
                <c:pt idx="1029">
                  <c:v>44949</c:v>
                </c:pt>
                <c:pt idx="1030">
                  <c:v>44950</c:v>
                </c:pt>
                <c:pt idx="1031">
                  <c:v>44951</c:v>
                </c:pt>
                <c:pt idx="1032">
                  <c:v>44952</c:v>
                </c:pt>
                <c:pt idx="1033">
                  <c:v>44953</c:v>
                </c:pt>
                <c:pt idx="1034">
                  <c:v>44956</c:v>
                </c:pt>
                <c:pt idx="1035">
                  <c:v>44957</c:v>
                </c:pt>
                <c:pt idx="1036">
                  <c:v>44958</c:v>
                </c:pt>
                <c:pt idx="1037">
                  <c:v>44959</c:v>
                </c:pt>
                <c:pt idx="1038">
                  <c:v>44960</c:v>
                </c:pt>
                <c:pt idx="1039">
                  <c:v>44963</c:v>
                </c:pt>
                <c:pt idx="1040">
                  <c:v>44964</c:v>
                </c:pt>
                <c:pt idx="1041">
                  <c:v>44965</c:v>
                </c:pt>
                <c:pt idx="1042">
                  <c:v>44966</c:v>
                </c:pt>
                <c:pt idx="1043">
                  <c:v>44967</c:v>
                </c:pt>
                <c:pt idx="1044">
                  <c:v>44970</c:v>
                </c:pt>
                <c:pt idx="1045">
                  <c:v>44971</c:v>
                </c:pt>
                <c:pt idx="1046">
                  <c:v>44972</c:v>
                </c:pt>
                <c:pt idx="1047">
                  <c:v>44973</c:v>
                </c:pt>
                <c:pt idx="1048">
                  <c:v>44974</c:v>
                </c:pt>
                <c:pt idx="1049">
                  <c:v>44977</c:v>
                </c:pt>
                <c:pt idx="1050">
                  <c:v>44978</c:v>
                </c:pt>
                <c:pt idx="1051">
                  <c:v>44979</c:v>
                </c:pt>
                <c:pt idx="1052">
                  <c:v>44980</c:v>
                </c:pt>
                <c:pt idx="1053">
                  <c:v>44981</c:v>
                </c:pt>
                <c:pt idx="1054">
                  <c:v>44984</c:v>
                </c:pt>
                <c:pt idx="1055">
                  <c:v>44985</c:v>
                </c:pt>
                <c:pt idx="1056">
                  <c:v>44986</c:v>
                </c:pt>
                <c:pt idx="1057">
                  <c:v>44987</c:v>
                </c:pt>
                <c:pt idx="1058">
                  <c:v>44988</c:v>
                </c:pt>
                <c:pt idx="1059">
                  <c:v>44991</c:v>
                </c:pt>
                <c:pt idx="1060">
                  <c:v>44992</c:v>
                </c:pt>
                <c:pt idx="1061">
                  <c:v>44993</c:v>
                </c:pt>
                <c:pt idx="1062">
                  <c:v>44994</c:v>
                </c:pt>
                <c:pt idx="1063">
                  <c:v>44995</c:v>
                </c:pt>
                <c:pt idx="1064">
                  <c:v>44998</c:v>
                </c:pt>
                <c:pt idx="1065">
                  <c:v>44999</c:v>
                </c:pt>
                <c:pt idx="1066">
                  <c:v>45000</c:v>
                </c:pt>
                <c:pt idx="1067">
                  <c:v>45001</c:v>
                </c:pt>
                <c:pt idx="1068">
                  <c:v>45002</c:v>
                </c:pt>
                <c:pt idx="1069">
                  <c:v>45005</c:v>
                </c:pt>
                <c:pt idx="1070">
                  <c:v>45006</c:v>
                </c:pt>
                <c:pt idx="1071">
                  <c:v>45007</c:v>
                </c:pt>
                <c:pt idx="1072">
                  <c:v>45008</c:v>
                </c:pt>
                <c:pt idx="1073">
                  <c:v>45009</c:v>
                </c:pt>
                <c:pt idx="1074">
                  <c:v>45012</c:v>
                </c:pt>
                <c:pt idx="1075">
                  <c:v>45013</c:v>
                </c:pt>
                <c:pt idx="1076">
                  <c:v>45014</c:v>
                </c:pt>
                <c:pt idx="1077">
                  <c:v>45015</c:v>
                </c:pt>
                <c:pt idx="1078">
                  <c:v>45016</c:v>
                </c:pt>
                <c:pt idx="1079">
                  <c:v>45019</c:v>
                </c:pt>
                <c:pt idx="1080">
                  <c:v>45020</c:v>
                </c:pt>
                <c:pt idx="1081">
                  <c:v>45021</c:v>
                </c:pt>
                <c:pt idx="1082">
                  <c:v>45022</c:v>
                </c:pt>
                <c:pt idx="1083">
                  <c:v>45027</c:v>
                </c:pt>
                <c:pt idx="1084">
                  <c:v>45028</c:v>
                </c:pt>
                <c:pt idx="1085">
                  <c:v>45029</c:v>
                </c:pt>
                <c:pt idx="1086">
                  <c:v>45030</c:v>
                </c:pt>
                <c:pt idx="1087">
                  <c:v>45033</c:v>
                </c:pt>
                <c:pt idx="1088">
                  <c:v>45034</c:v>
                </c:pt>
                <c:pt idx="1089">
                  <c:v>45035</c:v>
                </c:pt>
                <c:pt idx="1090">
                  <c:v>45036</c:v>
                </c:pt>
                <c:pt idx="1091">
                  <c:v>45037</c:v>
                </c:pt>
                <c:pt idx="1092">
                  <c:v>45040</c:v>
                </c:pt>
                <c:pt idx="1093">
                  <c:v>45041</c:v>
                </c:pt>
                <c:pt idx="1094">
                  <c:v>45042</c:v>
                </c:pt>
                <c:pt idx="1095">
                  <c:v>45043</c:v>
                </c:pt>
                <c:pt idx="1096">
                  <c:v>45044</c:v>
                </c:pt>
                <c:pt idx="1097">
                  <c:v>45048</c:v>
                </c:pt>
                <c:pt idx="1098">
                  <c:v>45049</c:v>
                </c:pt>
                <c:pt idx="1099">
                  <c:v>45050</c:v>
                </c:pt>
                <c:pt idx="1100">
                  <c:v>45051</c:v>
                </c:pt>
                <c:pt idx="1101">
                  <c:v>45054</c:v>
                </c:pt>
                <c:pt idx="1102">
                  <c:v>45055</c:v>
                </c:pt>
                <c:pt idx="1103">
                  <c:v>45056</c:v>
                </c:pt>
                <c:pt idx="1104">
                  <c:v>45057</c:v>
                </c:pt>
                <c:pt idx="1105">
                  <c:v>45058</c:v>
                </c:pt>
                <c:pt idx="1106">
                  <c:v>45061</c:v>
                </c:pt>
                <c:pt idx="1107">
                  <c:v>45062</c:v>
                </c:pt>
                <c:pt idx="1108">
                  <c:v>45063</c:v>
                </c:pt>
                <c:pt idx="1109">
                  <c:v>45064</c:v>
                </c:pt>
                <c:pt idx="1110">
                  <c:v>45065</c:v>
                </c:pt>
                <c:pt idx="1111">
                  <c:v>45068</c:v>
                </c:pt>
                <c:pt idx="1112">
                  <c:v>45069</c:v>
                </c:pt>
                <c:pt idx="1113">
                  <c:v>45070</c:v>
                </c:pt>
                <c:pt idx="1114">
                  <c:v>45071</c:v>
                </c:pt>
                <c:pt idx="1115">
                  <c:v>45072</c:v>
                </c:pt>
                <c:pt idx="1116">
                  <c:v>45075</c:v>
                </c:pt>
                <c:pt idx="1117">
                  <c:v>45076</c:v>
                </c:pt>
                <c:pt idx="1118">
                  <c:v>45077</c:v>
                </c:pt>
                <c:pt idx="1119">
                  <c:v>45078</c:v>
                </c:pt>
                <c:pt idx="1120">
                  <c:v>45079</c:v>
                </c:pt>
                <c:pt idx="1121">
                  <c:v>45082</c:v>
                </c:pt>
                <c:pt idx="1122">
                  <c:v>45083</c:v>
                </c:pt>
                <c:pt idx="1123">
                  <c:v>45084</c:v>
                </c:pt>
                <c:pt idx="1124">
                  <c:v>45085</c:v>
                </c:pt>
                <c:pt idx="1125">
                  <c:v>45086</c:v>
                </c:pt>
                <c:pt idx="1126">
                  <c:v>45089</c:v>
                </c:pt>
                <c:pt idx="1127">
                  <c:v>45090</c:v>
                </c:pt>
                <c:pt idx="1128">
                  <c:v>45091</c:v>
                </c:pt>
                <c:pt idx="1129">
                  <c:v>45092</c:v>
                </c:pt>
                <c:pt idx="1130">
                  <c:v>45093</c:v>
                </c:pt>
                <c:pt idx="1131">
                  <c:v>45096</c:v>
                </c:pt>
                <c:pt idx="1132">
                  <c:v>45097</c:v>
                </c:pt>
                <c:pt idx="1133">
                  <c:v>45098</c:v>
                </c:pt>
                <c:pt idx="1134">
                  <c:v>45099</c:v>
                </c:pt>
                <c:pt idx="1135">
                  <c:v>45100</c:v>
                </c:pt>
                <c:pt idx="1136">
                  <c:v>45103</c:v>
                </c:pt>
                <c:pt idx="1137">
                  <c:v>45104</c:v>
                </c:pt>
                <c:pt idx="1138">
                  <c:v>45105</c:v>
                </c:pt>
                <c:pt idx="1139">
                  <c:v>45106</c:v>
                </c:pt>
                <c:pt idx="1140">
                  <c:v>45107</c:v>
                </c:pt>
                <c:pt idx="1141">
                  <c:v>45110</c:v>
                </c:pt>
                <c:pt idx="1142">
                  <c:v>45111</c:v>
                </c:pt>
                <c:pt idx="1143">
                  <c:v>45112</c:v>
                </c:pt>
                <c:pt idx="1144">
                  <c:v>45113</c:v>
                </c:pt>
                <c:pt idx="1145">
                  <c:v>45114</c:v>
                </c:pt>
                <c:pt idx="1146">
                  <c:v>45117</c:v>
                </c:pt>
                <c:pt idx="1147">
                  <c:v>45118</c:v>
                </c:pt>
                <c:pt idx="1148">
                  <c:v>45119</c:v>
                </c:pt>
                <c:pt idx="1149">
                  <c:v>45120</c:v>
                </c:pt>
                <c:pt idx="1150">
                  <c:v>45121</c:v>
                </c:pt>
                <c:pt idx="1151">
                  <c:v>45124</c:v>
                </c:pt>
                <c:pt idx="1152">
                  <c:v>45125</c:v>
                </c:pt>
                <c:pt idx="1153">
                  <c:v>45126</c:v>
                </c:pt>
                <c:pt idx="1154">
                  <c:v>45127</c:v>
                </c:pt>
                <c:pt idx="1155">
                  <c:v>45128</c:v>
                </c:pt>
                <c:pt idx="1156">
                  <c:v>45131</c:v>
                </c:pt>
                <c:pt idx="1157">
                  <c:v>45132</c:v>
                </c:pt>
                <c:pt idx="1158">
                  <c:v>45133</c:v>
                </c:pt>
                <c:pt idx="1159">
                  <c:v>45134</c:v>
                </c:pt>
                <c:pt idx="1160">
                  <c:v>45135</c:v>
                </c:pt>
                <c:pt idx="1161">
                  <c:v>45138</c:v>
                </c:pt>
                <c:pt idx="1162">
                  <c:v>45139</c:v>
                </c:pt>
                <c:pt idx="1163">
                  <c:v>45140</c:v>
                </c:pt>
                <c:pt idx="1164">
                  <c:v>45141</c:v>
                </c:pt>
                <c:pt idx="1165">
                  <c:v>45142</c:v>
                </c:pt>
                <c:pt idx="1166">
                  <c:v>45145</c:v>
                </c:pt>
                <c:pt idx="1167">
                  <c:v>45146</c:v>
                </c:pt>
                <c:pt idx="1168">
                  <c:v>45147</c:v>
                </c:pt>
                <c:pt idx="1169">
                  <c:v>45148</c:v>
                </c:pt>
                <c:pt idx="1170">
                  <c:v>45149</c:v>
                </c:pt>
                <c:pt idx="1171">
                  <c:v>45152</c:v>
                </c:pt>
                <c:pt idx="1172">
                  <c:v>45154</c:v>
                </c:pt>
                <c:pt idx="1173">
                  <c:v>45155</c:v>
                </c:pt>
                <c:pt idx="1174">
                  <c:v>45156</c:v>
                </c:pt>
                <c:pt idx="1175">
                  <c:v>45159</c:v>
                </c:pt>
                <c:pt idx="1176">
                  <c:v>45160</c:v>
                </c:pt>
                <c:pt idx="1177">
                  <c:v>45161</c:v>
                </c:pt>
                <c:pt idx="1178">
                  <c:v>45162</c:v>
                </c:pt>
                <c:pt idx="1179">
                  <c:v>45163</c:v>
                </c:pt>
                <c:pt idx="1180">
                  <c:v>45166</c:v>
                </c:pt>
                <c:pt idx="1181">
                  <c:v>45167</c:v>
                </c:pt>
                <c:pt idx="1182">
                  <c:v>45168</c:v>
                </c:pt>
                <c:pt idx="1183">
                  <c:v>45169</c:v>
                </c:pt>
                <c:pt idx="1184">
                  <c:v>45170</c:v>
                </c:pt>
                <c:pt idx="1185">
                  <c:v>45173</c:v>
                </c:pt>
                <c:pt idx="1186">
                  <c:v>45174</c:v>
                </c:pt>
                <c:pt idx="1187">
                  <c:v>45175</c:v>
                </c:pt>
                <c:pt idx="1188">
                  <c:v>45176</c:v>
                </c:pt>
                <c:pt idx="1189">
                  <c:v>45177</c:v>
                </c:pt>
                <c:pt idx="1190">
                  <c:v>45180</c:v>
                </c:pt>
                <c:pt idx="1191">
                  <c:v>45181</c:v>
                </c:pt>
                <c:pt idx="1192">
                  <c:v>45182</c:v>
                </c:pt>
                <c:pt idx="1193">
                  <c:v>45183</c:v>
                </c:pt>
                <c:pt idx="1194">
                  <c:v>45184</c:v>
                </c:pt>
                <c:pt idx="1195">
                  <c:v>45187</c:v>
                </c:pt>
                <c:pt idx="1196">
                  <c:v>45188</c:v>
                </c:pt>
                <c:pt idx="1197">
                  <c:v>45189</c:v>
                </c:pt>
                <c:pt idx="1198">
                  <c:v>45190</c:v>
                </c:pt>
                <c:pt idx="1199">
                  <c:v>45191</c:v>
                </c:pt>
                <c:pt idx="1200">
                  <c:v>45194</c:v>
                </c:pt>
                <c:pt idx="1201">
                  <c:v>45195</c:v>
                </c:pt>
                <c:pt idx="1202">
                  <c:v>45196</c:v>
                </c:pt>
                <c:pt idx="1203">
                  <c:v>45197</c:v>
                </c:pt>
                <c:pt idx="1204">
                  <c:v>45198</c:v>
                </c:pt>
                <c:pt idx="1205">
                  <c:v>45201</c:v>
                </c:pt>
                <c:pt idx="1206">
                  <c:v>45202</c:v>
                </c:pt>
                <c:pt idx="1207">
                  <c:v>45203</c:v>
                </c:pt>
                <c:pt idx="1208">
                  <c:v>45204</c:v>
                </c:pt>
                <c:pt idx="1209">
                  <c:v>45205</c:v>
                </c:pt>
                <c:pt idx="1210">
                  <c:v>45208</c:v>
                </c:pt>
                <c:pt idx="1211">
                  <c:v>45209</c:v>
                </c:pt>
                <c:pt idx="1212">
                  <c:v>45210</c:v>
                </c:pt>
                <c:pt idx="1213">
                  <c:v>45211</c:v>
                </c:pt>
                <c:pt idx="1214">
                  <c:v>45212</c:v>
                </c:pt>
                <c:pt idx="1215">
                  <c:v>45215</c:v>
                </c:pt>
                <c:pt idx="1216">
                  <c:v>45216</c:v>
                </c:pt>
                <c:pt idx="1217">
                  <c:v>45217</c:v>
                </c:pt>
                <c:pt idx="1218">
                  <c:v>45218</c:v>
                </c:pt>
                <c:pt idx="1219">
                  <c:v>45219</c:v>
                </c:pt>
                <c:pt idx="1220">
                  <c:v>45222</c:v>
                </c:pt>
                <c:pt idx="1221">
                  <c:v>45223</c:v>
                </c:pt>
                <c:pt idx="1222">
                  <c:v>45224</c:v>
                </c:pt>
                <c:pt idx="1223">
                  <c:v>45225</c:v>
                </c:pt>
                <c:pt idx="1224">
                  <c:v>45226</c:v>
                </c:pt>
                <c:pt idx="1225">
                  <c:v>45229</c:v>
                </c:pt>
                <c:pt idx="1226">
                  <c:v>45230</c:v>
                </c:pt>
                <c:pt idx="1227">
                  <c:v>45231</c:v>
                </c:pt>
                <c:pt idx="1228">
                  <c:v>45232</c:v>
                </c:pt>
                <c:pt idx="1229">
                  <c:v>45233</c:v>
                </c:pt>
                <c:pt idx="1230">
                  <c:v>45236</c:v>
                </c:pt>
                <c:pt idx="1231">
                  <c:v>45237</c:v>
                </c:pt>
                <c:pt idx="1232">
                  <c:v>45238</c:v>
                </c:pt>
                <c:pt idx="1233">
                  <c:v>45239</c:v>
                </c:pt>
                <c:pt idx="1234">
                  <c:v>45240</c:v>
                </c:pt>
                <c:pt idx="1235">
                  <c:v>45243</c:v>
                </c:pt>
                <c:pt idx="1236">
                  <c:v>45244</c:v>
                </c:pt>
                <c:pt idx="1237">
                  <c:v>45245</c:v>
                </c:pt>
                <c:pt idx="1238">
                  <c:v>45246</c:v>
                </c:pt>
                <c:pt idx="1239">
                  <c:v>45247</c:v>
                </c:pt>
                <c:pt idx="1240">
                  <c:v>45250</c:v>
                </c:pt>
                <c:pt idx="1241">
                  <c:v>45251</c:v>
                </c:pt>
                <c:pt idx="1242">
                  <c:v>45252</c:v>
                </c:pt>
                <c:pt idx="1243">
                  <c:v>45253</c:v>
                </c:pt>
                <c:pt idx="1244">
                  <c:v>45254</c:v>
                </c:pt>
                <c:pt idx="1245">
                  <c:v>45257</c:v>
                </c:pt>
                <c:pt idx="1246">
                  <c:v>45258</c:v>
                </c:pt>
                <c:pt idx="1247">
                  <c:v>45259</c:v>
                </c:pt>
                <c:pt idx="1248">
                  <c:v>45260</c:v>
                </c:pt>
                <c:pt idx="1249">
                  <c:v>45261</c:v>
                </c:pt>
                <c:pt idx="1250">
                  <c:v>45264</c:v>
                </c:pt>
                <c:pt idx="1251">
                  <c:v>45265</c:v>
                </c:pt>
                <c:pt idx="1252">
                  <c:v>45266</c:v>
                </c:pt>
                <c:pt idx="1253">
                  <c:v>45267</c:v>
                </c:pt>
                <c:pt idx="1254">
                  <c:v>45268</c:v>
                </c:pt>
                <c:pt idx="1255">
                  <c:v>45271</c:v>
                </c:pt>
                <c:pt idx="1256">
                  <c:v>45272</c:v>
                </c:pt>
                <c:pt idx="1257">
                  <c:v>45273</c:v>
                </c:pt>
                <c:pt idx="1258">
                  <c:v>45274</c:v>
                </c:pt>
                <c:pt idx="1259">
                  <c:v>45275</c:v>
                </c:pt>
                <c:pt idx="1260">
                  <c:v>45278</c:v>
                </c:pt>
                <c:pt idx="1261">
                  <c:v>45279</c:v>
                </c:pt>
                <c:pt idx="1262">
                  <c:v>45280</c:v>
                </c:pt>
                <c:pt idx="1263">
                  <c:v>45281</c:v>
                </c:pt>
                <c:pt idx="1264">
                  <c:v>45282</c:v>
                </c:pt>
                <c:pt idx="1265">
                  <c:v>45287</c:v>
                </c:pt>
                <c:pt idx="1266">
                  <c:v>45288</c:v>
                </c:pt>
                <c:pt idx="1267">
                  <c:v>45289</c:v>
                </c:pt>
              </c:numCache>
            </c:numRef>
          </c:cat>
          <c:val>
            <c:numRef>
              <c:f>'Rendimenti RACE.MI'!$C$3:$C$1270</c:f>
              <c:numCache>
                <c:formatCode>0.00%</c:formatCode>
                <c:ptCount val="1268"/>
                <c:pt idx="0">
                  <c:v>-1.0633379565418433E-2</c:v>
                </c:pt>
                <c:pt idx="1">
                  <c:v>4.4392523364486181E-2</c:v>
                </c:pt>
                <c:pt idx="2">
                  <c:v>2.147651006711393E-2</c:v>
                </c:pt>
                <c:pt idx="3">
                  <c:v>3.0880420499343142E-2</c:v>
                </c:pt>
                <c:pt idx="4">
                  <c:v>2.7193541533885757E-2</c:v>
                </c:pt>
                <c:pt idx="5">
                  <c:v>-3.5160289555326019E-3</c:v>
                </c:pt>
                <c:pt idx="6">
                  <c:v>4.151100041511091E-3</c:v>
                </c:pt>
                <c:pt idx="7">
                  <c:v>-4.133939644481277E-3</c:v>
                </c:pt>
                <c:pt idx="8">
                  <c:v>1.9925280199252882E-2</c:v>
                </c:pt>
                <c:pt idx="9">
                  <c:v>9.9715099715100841E-3</c:v>
                </c:pt>
                <c:pt idx="10">
                  <c:v>2.6193834374368397E-3</c:v>
                </c:pt>
                <c:pt idx="11">
                  <c:v>-2.0096463022500899E-4</c:v>
                </c:pt>
                <c:pt idx="12">
                  <c:v>1.0050251256281451E-2</c:v>
                </c:pt>
                <c:pt idx="13">
                  <c:v>-2.0696517412935322E-2</c:v>
                </c:pt>
                <c:pt idx="14">
                  <c:v>-1.6053647632594981E-2</c:v>
                </c:pt>
                <c:pt idx="15">
                  <c:v>2.2717885171416707E-2</c:v>
                </c:pt>
                <c:pt idx="16">
                  <c:v>-1.0702746365105043E-2</c:v>
                </c:pt>
                <c:pt idx="17">
                  <c:v>-2.327005511328839E-2</c:v>
                </c:pt>
                <c:pt idx="18">
                  <c:v>4.1797283176592259E-3</c:v>
                </c:pt>
                <c:pt idx="19">
                  <c:v>1.7898022892820054E-2</c:v>
                </c:pt>
                <c:pt idx="20">
                  <c:v>0.11020241259456154</c:v>
                </c:pt>
                <c:pt idx="21">
                  <c:v>1.8416206261510082E-2</c:v>
                </c:pt>
                <c:pt idx="22">
                  <c:v>-2.2603978300180794E-3</c:v>
                </c:pt>
                <c:pt idx="23">
                  <c:v>1.7217942908926087E-2</c:v>
                </c:pt>
                <c:pt idx="24">
                  <c:v>-3.5634743875279096E-3</c:v>
                </c:pt>
                <c:pt idx="25">
                  <c:v>-2.5480554313813131E-2</c:v>
                </c:pt>
                <c:pt idx="26">
                  <c:v>-4.5871559633026138E-4</c:v>
                </c:pt>
                <c:pt idx="27">
                  <c:v>5.5071133547497375E-3</c:v>
                </c:pt>
                <c:pt idx="28">
                  <c:v>1.4148790506617992E-2</c:v>
                </c:pt>
                <c:pt idx="29">
                  <c:v>-3.1503150315030926E-3</c:v>
                </c:pt>
                <c:pt idx="30">
                  <c:v>-3.6117381489843003E-3</c:v>
                </c:pt>
                <c:pt idx="31">
                  <c:v>8.6089714544630436E-3</c:v>
                </c:pt>
                <c:pt idx="32">
                  <c:v>4.4923629829285439E-4</c:v>
                </c:pt>
                <c:pt idx="33">
                  <c:v>-1.3471037269868757E-3</c:v>
                </c:pt>
                <c:pt idx="34">
                  <c:v>-2.6978417266186883E-3</c:v>
                </c:pt>
                <c:pt idx="35">
                  <c:v>3.6068530207393756E-3</c:v>
                </c:pt>
                <c:pt idx="36">
                  <c:v>-1.7969451931716396E-3</c:v>
                </c:pt>
                <c:pt idx="37">
                  <c:v>9.4509450945094997E-3</c:v>
                </c:pt>
                <c:pt idx="38">
                  <c:v>1.292911279536324E-2</c:v>
                </c:pt>
                <c:pt idx="39">
                  <c:v>-8.3626760563378921E-3</c:v>
                </c:pt>
                <c:pt idx="40">
                  <c:v>4.4385264092321464E-3</c:v>
                </c:pt>
                <c:pt idx="41">
                  <c:v>1.3698630136986356E-2</c:v>
                </c:pt>
                <c:pt idx="42">
                  <c:v>1.0462074978204061E-2</c:v>
                </c:pt>
                <c:pt idx="43">
                  <c:v>-1.2942191544434989E-3</c:v>
                </c:pt>
                <c:pt idx="44">
                  <c:v>-7.3434125269977724E-3</c:v>
                </c:pt>
                <c:pt idx="45">
                  <c:v>-1.7406440382942145E-3</c:v>
                </c:pt>
                <c:pt idx="46">
                  <c:v>-6.1028770706190727E-3</c:v>
                </c:pt>
                <c:pt idx="47">
                  <c:v>1.4912280701754321E-2</c:v>
                </c:pt>
                <c:pt idx="48">
                  <c:v>-2.5929127052721768E-3</c:v>
                </c:pt>
                <c:pt idx="49">
                  <c:v>-5.199306759098854E-3</c:v>
                </c:pt>
                <c:pt idx="50">
                  <c:v>8.2752613240417716E-3</c:v>
                </c:pt>
                <c:pt idx="51">
                  <c:v>7.3434125269977724E-3</c:v>
                </c:pt>
                <c:pt idx="52">
                  <c:v>-2.1440823327615322E-3</c:v>
                </c:pt>
                <c:pt idx="53">
                  <c:v>2.5784271594329056E-3</c:v>
                </c:pt>
                <c:pt idx="54">
                  <c:v>-9.4299185597943591E-3</c:v>
                </c:pt>
                <c:pt idx="55">
                  <c:v>4.7598442232799076E-3</c:v>
                </c:pt>
                <c:pt idx="56">
                  <c:v>-1.464254952627031E-2</c:v>
                </c:pt>
                <c:pt idx="57">
                  <c:v>1.3111888111888126E-2</c:v>
                </c:pt>
                <c:pt idx="58">
                  <c:v>1.6393442622950838E-2</c:v>
                </c:pt>
                <c:pt idx="59">
                  <c:v>4.6689303904923207E-3</c:v>
                </c:pt>
                <c:pt idx="60">
                  <c:v>-2.9573299535275988E-3</c:v>
                </c:pt>
                <c:pt idx="61">
                  <c:v>1.2711864406779627E-2</c:v>
                </c:pt>
                <c:pt idx="62">
                  <c:v>1.087866108786617E-2</c:v>
                </c:pt>
                <c:pt idx="63">
                  <c:v>2.8973509933776231E-3</c:v>
                </c:pt>
                <c:pt idx="64">
                  <c:v>3.3016921172099867E-3</c:v>
                </c:pt>
                <c:pt idx="65">
                  <c:v>4.1135335252984184E-4</c:v>
                </c:pt>
                <c:pt idx="66">
                  <c:v>1.6447368421053099E-3</c:v>
                </c:pt>
                <c:pt idx="67">
                  <c:v>-2.0525451559934016E-3</c:v>
                </c:pt>
                <c:pt idx="68">
                  <c:v>-5.3475935828876109E-3</c:v>
                </c:pt>
                <c:pt idx="69">
                  <c:v>3.7220843672456372E-3</c:v>
                </c:pt>
                <c:pt idx="70">
                  <c:v>4.1203131438005691E-4</c:v>
                </c:pt>
                <c:pt idx="71">
                  <c:v>9.8846787479405229E-3</c:v>
                </c:pt>
                <c:pt idx="72">
                  <c:v>-1.3458401305057044E-2</c:v>
                </c:pt>
                <c:pt idx="73">
                  <c:v>7.0276973956180377E-3</c:v>
                </c:pt>
                <c:pt idx="74">
                  <c:v>-7.3891625615762901E-3</c:v>
                </c:pt>
                <c:pt idx="75">
                  <c:v>1.8196856906534276E-2</c:v>
                </c:pt>
                <c:pt idx="76">
                  <c:v>3.2493907392363575E-3</c:v>
                </c:pt>
                <c:pt idx="77">
                  <c:v>-8.9068825910930682E-3</c:v>
                </c:pt>
                <c:pt idx="78">
                  <c:v>-5.7189542483659928E-3</c:v>
                </c:pt>
                <c:pt idx="79">
                  <c:v>-6.5735414954806171E-3</c:v>
                </c:pt>
                <c:pt idx="80">
                  <c:v>0</c:v>
                </c:pt>
                <c:pt idx="81">
                  <c:v>-1.2406947890819531E-3</c:v>
                </c:pt>
                <c:pt idx="82">
                  <c:v>-1.242236024844745E-3</c:v>
                </c:pt>
                <c:pt idx="83">
                  <c:v>-6.6334991708125735E-3</c:v>
                </c:pt>
                <c:pt idx="84">
                  <c:v>-1.1686143572620988E-2</c:v>
                </c:pt>
                <c:pt idx="85">
                  <c:v>3.8851351351351315E-2</c:v>
                </c:pt>
                <c:pt idx="86">
                  <c:v>2.6422764227642226E-2</c:v>
                </c:pt>
                <c:pt idx="87">
                  <c:v>-1.0297029702970306E-2</c:v>
                </c:pt>
                <c:pt idx="88">
                  <c:v>-2.00080032012806E-3</c:v>
                </c:pt>
                <c:pt idx="89">
                  <c:v>-1.8043303929430654E-2</c:v>
                </c:pt>
                <c:pt idx="90">
                  <c:v>3.307472437729686E-2</c:v>
                </c:pt>
                <c:pt idx="91">
                  <c:v>1.1857707509881354E-2</c:v>
                </c:pt>
                <c:pt idx="92">
                  <c:v>7.4218749999999112E-3</c:v>
                </c:pt>
                <c:pt idx="93">
                  <c:v>-3.1019775106628789E-3</c:v>
                </c:pt>
                <c:pt idx="94">
                  <c:v>-1.4780241151303053E-2</c:v>
                </c:pt>
                <c:pt idx="95">
                  <c:v>1.4212396367943025E-2</c:v>
                </c:pt>
                <c:pt idx="96">
                  <c:v>-2.3355391202801723E-3</c:v>
                </c:pt>
                <c:pt idx="97">
                  <c:v>-1.0144362075692581E-2</c:v>
                </c:pt>
                <c:pt idx="98">
                  <c:v>9.0658257784785867E-3</c:v>
                </c:pt>
                <c:pt idx="99">
                  <c:v>-1.1718750000000444E-3</c:v>
                </c:pt>
                <c:pt idx="100">
                  <c:v>9.3859992178335627E-3</c:v>
                </c:pt>
                <c:pt idx="101">
                  <c:v>-1.3560635412630861E-2</c:v>
                </c:pt>
                <c:pt idx="102">
                  <c:v>5.4988216810682999E-3</c:v>
                </c:pt>
                <c:pt idx="103">
                  <c:v>-3.1250000000000444E-3</c:v>
                </c:pt>
                <c:pt idx="104">
                  <c:v>-1.9592476489028732E-3</c:v>
                </c:pt>
                <c:pt idx="105">
                  <c:v>1.9630938358854433E-3</c:v>
                </c:pt>
                <c:pt idx="106">
                  <c:v>9.4043887147337024E-3</c:v>
                </c:pt>
                <c:pt idx="107">
                  <c:v>1.8633540372670732E-2</c:v>
                </c:pt>
                <c:pt idx="108">
                  <c:v>1.257621951219523E-2</c:v>
                </c:pt>
                <c:pt idx="109">
                  <c:v>2.5969138125705893E-2</c:v>
                </c:pt>
                <c:pt idx="110">
                  <c:v>3.3015407190020163E-3</c:v>
                </c:pt>
                <c:pt idx="111">
                  <c:v>-1.462522851919501E-3</c:v>
                </c:pt>
                <c:pt idx="112">
                  <c:v>-4.0278286342000369E-3</c:v>
                </c:pt>
                <c:pt idx="113">
                  <c:v>6.6176470588235059E-3</c:v>
                </c:pt>
                <c:pt idx="114">
                  <c:v>3.2870708546384186E-2</c:v>
                </c:pt>
                <c:pt idx="115">
                  <c:v>-1.1315417256011262E-2</c:v>
                </c:pt>
                <c:pt idx="116">
                  <c:v>2.2889842632331847E-2</c:v>
                </c:pt>
                <c:pt idx="117">
                  <c:v>1.7482517482516613E-3</c:v>
                </c:pt>
                <c:pt idx="118">
                  <c:v>-1.0471204188482464E-3</c:v>
                </c:pt>
                <c:pt idx="119">
                  <c:v>-1.0831586303284291E-2</c:v>
                </c:pt>
                <c:pt idx="120">
                  <c:v>-1.2363122571529495E-2</c:v>
                </c:pt>
                <c:pt idx="121">
                  <c:v>7.1530758226037161E-3</c:v>
                </c:pt>
                <c:pt idx="122">
                  <c:v>1.4204545454545414E-2</c:v>
                </c:pt>
                <c:pt idx="123">
                  <c:v>8.753501400560193E-3</c:v>
                </c:pt>
                <c:pt idx="124">
                  <c:v>1.3884068031933428E-2</c:v>
                </c:pt>
                <c:pt idx="125">
                  <c:v>1.7459774049982668E-2</c:v>
                </c:pt>
                <c:pt idx="126">
                  <c:v>-2.6917900403768957E-3</c:v>
                </c:pt>
                <c:pt idx="127">
                  <c:v>-6.0728744939270163E-3</c:v>
                </c:pt>
                <c:pt idx="128">
                  <c:v>6.7888662593347249E-3</c:v>
                </c:pt>
                <c:pt idx="129">
                  <c:v>-7.7545515846257906E-3</c:v>
                </c:pt>
                <c:pt idx="130">
                  <c:v>8.4947332653755314E-3</c:v>
                </c:pt>
                <c:pt idx="131">
                  <c:v>-3.7061994609165483E-3</c:v>
                </c:pt>
                <c:pt idx="132">
                  <c:v>1.01454176530269E-3</c:v>
                </c:pt>
                <c:pt idx="133">
                  <c:v>8.7837837837838606E-3</c:v>
                </c:pt>
                <c:pt idx="134">
                  <c:v>1.3395847287341001E-2</c:v>
                </c:pt>
                <c:pt idx="135">
                  <c:v>-6.2789160608064387E-3</c:v>
                </c:pt>
                <c:pt idx="136">
                  <c:v>-5.3209178583304428E-3</c:v>
                </c:pt>
                <c:pt idx="137">
                  <c:v>-6.0180541624874628E-3</c:v>
                </c:pt>
                <c:pt idx="138">
                  <c:v>4.3726875210226002E-3</c:v>
                </c:pt>
                <c:pt idx="139">
                  <c:v>1.1386470194239662E-2</c:v>
                </c:pt>
                <c:pt idx="140">
                  <c:v>-6.6225165562914245E-3</c:v>
                </c:pt>
                <c:pt idx="141">
                  <c:v>-6.6666666666667096E-3</c:v>
                </c:pt>
                <c:pt idx="142">
                  <c:v>-3.0201342281878096E-3</c:v>
                </c:pt>
                <c:pt idx="143">
                  <c:v>-6.3951531470886058E-3</c:v>
                </c:pt>
                <c:pt idx="144">
                  <c:v>-2.3035230352303593E-2</c:v>
                </c:pt>
                <c:pt idx="145">
                  <c:v>1.005547850208055E-2</c:v>
                </c:pt>
                <c:pt idx="146">
                  <c:v>2.5746652935118464E-2</c:v>
                </c:pt>
                <c:pt idx="147">
                  <c:v>-4.3507362784471204E-2</c:v>
                </c:pt>
                <c:pt idx="148">
                  <c:v>-1.4345696291112708E-2</c:v>
                </c:pt>
                <c:pt idx="149">
                  <c:v>-1.9879304224352023E-2</c:v>
                </c:pt>
                <c:pt idx="150">
                  <c:v>1.6298442593263296E-2</c:v>
                </c:pt>
                <c:pt idx="151">
                  <c:v>1.9957234497505194E-2</c:v>
                </c:pt>
                <c:pt idx="152">
                  <c:v>-2.0964360587002129E-2</c:v>
                </c:pt>
                <c:pt idx="153">
                  <c:v>1.2847965738758127E-2</c:v>
                </c:pt>
                <c:pt idx="154">
                  <c:v>1.1980267794221122E-2</c:v>
                </c:pt>
                <c:pt idx="155">
                  <c:v>-2.3676880222841312E-2</c:v>
                </c:pt>
                <c:pt idx="156">
                  <c:v>-1.0699001426531796E-3</c:v>
                </c:pt>
                <c:pt idx="157">
                  <c:v>1.1781506604783942E-2</c:v>
                </c:pt>
                <c:pt idx="158">
                  <c:v>-1.5172900494001218E-2</c:v>
                </c:pt>
                <c:pt idx="159">
                  <c:v>1.6123253314224373E-2</c:v>
                </c:pt>
                <c:pt idx="160">
                  <c:v>-1.4104372355430161E-2</c:v>
                </c:pt>
                <c:pt idx="161">
                  <c:v>-1.3233190271817019E-2</c:v>
                </c:pt>
                <c:pt idx="162">
                  <c:v>2.029720913374411E-2</c:v>
                </c:pt>
                <c:pt idx="163">
                  <c:v>2.9840142095914679E-2</c:v>
                </c:pt>
                <c:pt idx="164">
                  <c:v>-1.5522593997930323E-2</c:v>
                </c:pt>
                <c:pt idx="165">
                  <c:v>7.3580939032937831E-3</c:v>
                </c:pt>
                <c:pt idx="166">
                  <c:v>-3.826086956521868E-3</c:v>
                </c:pt>
                <c:pt idx="167">
                  <c:v>4.5391061452513259E-3</c:v>
                </c:pt>
                <c:pt idx="168">
                  <c:v>6.6041014946125465E-3</c:v>
                </c:pt>
                <c:pt idx="169">
                  <c:v>5.1795580110496342E-3</c:v>
                </c:pt>
                <c:pt idx="170">
                  <c:v>8.5881140501546938E-3</c:v>
                </c:pt>
                <c:pt idx="171">
                  <c:v>1.1580381471389511E-2</c:v>
                </c:pt>
                <c:pt idx="172">
                  <c:v>-1.4814814814814725E-2</c:v>
                </c:pt>
                <c:pt idx="173">
                  <c:v>-5.9808612440191422E-2</c:v>
                </c:pt>
                <c:pt idx="174">
                  <c:v>9.4511086877497874E-3</c:v>
                </c:pt>
                <c:pt idx="175">
                  <c:v>2.5207057976233127E-3</c:v>
                </c:pt>
                <c:pt idx="176">
                  <c:v>-2.5143678160919336E-3</c:v>
                </c:pt>
                <c:pt idx="177">
                  <c:v>-1.1883327331652871E-2</c:v>
                </c:pt>
                <c:pt idx="178">
                  <c:v>1.2026239067055355E-2</c:v>
                </c:pt>
                <c:pt idx="179">
                  <c:v>5.4015124234785272E-3</c:v>
                </c:pt>
                <c:pt idx="180">
                  <c:v>-3.5816618911166387E-4</c:v>
                </c:pt>
                <c:pt idx="181">
                  <c:v>-6.091006807596E-3</c:v>
                </c:pt>
                <c:pt idx="182">
                  <c:v>-1.8024513338139592E-3</c:v>
                </c:pt>
                <c:pt idx="183">
                  <c:v>-1.0111953773925486E-2</c:v>
                </c:pt>
                <c:pt idx="184">
                  <c:v>-5.107624954396317E-3</c:v>
                </c:pt>
                <c:pt idx="185">
                  <c:v>1.4301430143014437E-2</c:v>
                </c:pt>
                <c:pt idx="186">
                  <c:v>1.4099783080260275E-2</c:v>
                </c:pt>
                <c:pt idx="187">
                  <c:v>9.2691622103386884E-3</c:v>
                </c:pt>
                <c:pt idx="188">
                  <c:v>-2.0134228187919656E-2</c:v>
                </c:pt>
                <c:pt idx="189">
                  <c:v>-3.9293439077144887E-2</c:v>
                </c:pt>
                <c:pt idx="190">
                  <c:v>2.5891181988742851E-2</c:v>
                </c:pt>
                <c:pt idx="191">
                  <c:v>-1.0972933430868359E-3</c:v>
                </c:pt>
                <c:pt idx="192">
                  <c:v>-1.2815818381545219E-2</c:v>
                </c:pt>
                <c:pt idx="193">
                  <c:v>7.0474777448070736E-3</c:v>
                </c:pt>
                <c:pt idx="194">
                  <c:v>4.7882136279926435E-3</c:v>
                </c:pt>
                <c:pt idx="195">
                  <c:v>2.5659824046920798E-2</c:v>
                </c:pt>
                <c:pt idx="196">
                  <c:v>2.5017869907075774E-3</c:v>
                </c:pt>
                <c:pt idx="197">
                  <c:v>1.461675579322641E-2</c:v>
                </c:pt>
                <c:pt idx="198">
                  <c:v>2.0028109627547419E-2</c:v>
                </c:pt>
                <c:pt idx="199">
                  <c:v>-1.6879090595935398E-2</c:v>
                </c:pt>
                <c:pt idx="200">
                  <c:v>-1.8570427470217088E-2</c:v>
                </c:pt>
                <c:pt idx="201">
                  <c:v>-3.5701535166021703E-4</c:v>
                </c:pt>
                <c:pt idx="202">
                  <c:v>3.5714285714285587E-3</c:v>
                </c:pt>
                <c:pt idx="203">
                  <c:v>-2.2775800711743677E-2</c:v>
                </c:pt>
                <c:pt idx="204">
                  <c:v>1.7844136926438381E-2</c:v>
                </c:pt>
                <c:pt idx="205">
                  <c:v>3.5778175313059268E-3</c:v>
                </c:pt>
                <c:pt idx="206">
                  <c:v>1.3547237076648955E-2</c:v>
                </c:pt>
                <c:pt idx="207">
                  <c:v>-1.0552233556102575E-3</c:v>
                </c:pt>
                <c:pt idx="208">
                  <c:v>3.1690140845068715E-3</c:v>
                </c:pt>
                <c:pt idx="209">
                  <c:v>7.0200070200070463E-3</c:v>
                </c:pt>
                <c:pt idx="210">
                  <c:v>6.9710700592540142E-3</c:v>
                </c:pt>
                <c:pt idx="211">
                  <c:v>6.5074420214607187E-2</c:v>
                </c:pt>
                <c:pt idx="212">
                  <c:v>-2.6649333766655792E-2</c:v>
                </c:pt>
                <c:pt idx="213">
                  <c:v>3.3388981636073289E-4</c:v>
                </c:pt>
                <c:pt idx="214">
                  <c:v>2.3364485981307581E-3</c:v>
                </c:pt>
                <c:pt idx="215">
                  <c:v>-3.663003663003761E-3</c:v>
                </c:pt>
                <c:pt idx="216">
                  <c:v>-6.0160427807487427E-3</c:v>
                </c:pt>
                <c:pt idx="217">
                  <c:v>6.38870208473441E-3</c:v>
                </c:pt>
                <c:pt idx="218">
                  <c:v>-4.6775810223856906E-3</c:v>
                </c:pt>
                <c:pt idx="219">
                  <c:v>5.0352467270895485E-3</c:v>
                </c:pt>
                <c:pt idx="220">
                  <c:v>9.0180360721443531E-3</c:v>
                </c:pt>
                <c:pt idx="221">
                  <c:v>-1.1916583912611745E-2</c:v>
                </c:pt>
                <c:pt idx="222">
                  <c:v>-9.0452261306532833E-3</c:v>
                </c:pt>
                <c:pt idx="223">
                  <c:v>9.1277890466530121E-3</c:v>
                </c:pt>
                <c:pt idx="224">
                  <c:v>5.0251256281406143E-3</c:v>
                </c:pt>
                <c:pt idx="225">
                  <c:v>-3.6666666666667069E-3</c:v>
                </c:pt>
                <c:pt idx="226">
                  <c:v>1.5055202408832402E-2</c:v>
                </c:pt>
                <c:pt idx="227">
                  <c:v>1.483190507580745E-2</c:v>
                </c:pt>
                <c:pt idx="228">
                  <c:v>7.4699577784995697E-3</c:v>
                </c:pt>
                <c:pt idx="229">
                  <c:v>-1.1283043197936826E-2</c:v>
                </c:pt>
                <c:pt idx="230">
                  <c:v>3.2605151613962491E-4</c:v>
                </c:pt>
                <c:pt idx="231">
                  <c:v>-3.3898305084745894E-2</c:v>
                </c:pt>
                <c:pt idx="232">
                  <c:v>1.9568151147098645E-2</c:v>
                </c:pt>
                <c:pt idx="233">
                  <c:v>2.9781601588352302E-3</c:v>
                </c:pt>
                <c:pt idx="234">
                  <c:v>-4.948861761794765E-3</c:v>
                </c:pt>
                <c:pt idx="235">
                  <c:v>0</c:v>
                </c:pt>
                <c:pt idx="236">
                  <c:v>-1.9230769230769273E-2</c:v>
                </c:pt>
                <c:pt idx="237">
                  <c:v>8.1135902636915169E-3</c:v>
                </c:pt>
                <c:pt idx="238">
                  <c:v>-6.7069081153581234E-4</c:v>
                </c:pt>
                <c:pt idx="239">
                  <c:v>5.0335570469799418E-3</c:v>
                </c:pt>
                <c:pt idx="240">
                  <c:v>-1.5025041736227096E-2</c:v>
                </c:pt>
                <c:pt idx="241">
                  <c:v>4.4067796610169907E-3</c:v>
                </c:pt>
                <c:pt idx="242">
                  <c:v>1.1137360782990324E-2</c:v>
                </c:pt>
                <c:pt idx="243">
                  <c:v>1.3351134846462109E-3</c:v>
                </c:pt>
                <c:pt idx="244">
                  <c:v>-1.0000000000000009E-3</c:v>
                </c:pt>
                <c:pt idx="245">
                  <c:v>7.6743410076742791E-3</c:v>
                </c:pt>
                <c:pt idx="246">
                  <c:v>7.2847682119205892E-3</c:v>
                </c:pt>
                <c:pt idx="247">
                  <c:v>-6.5746219592366373E-4</c:v>
                </c:pt>
                <c:pt idx="248">
                  <c:v>-2.6973684210526261E-2</c:v>
                </c:pt>
                <c:pt idx="249">
                  <c:v>1.1156186612576002E-2</c:v>
                </c:pt>
                <c:pt idx="250">
                  <c:v>-3.3433634236046395E-4</c:v>
                </c:pt>
                <c:pt idx="251">
                  <c:v>-8.6956521739131043E-3</c:v>
                </c:pt>
                <c:pt idx="252">
                  <c:v>4.0485829959515662E-3</c:v>
                </c:pt>
                <c:pt idx="253">
                  <c:v>1.8817204301075252E-2</c:v>
                </c:pt>
                <c:pt idx="254">
                  <c:v>7.5857519788917749E-3</c:v>
                </c:pt>
                <c:pt idx="255">
                  <c:v>2.1276595744680771E-2</c:v>
                </c:pt>
                <c:pt idx="256">
                  <c:v>-2.2435897435897356E-3</c:v>
                </c:pt>
                <c:pt idx="257">
                  <c:v>3.8548024413749271E-3</c:v>
                </c:pt>
                <c:pt idx="258">
                  <c:v>-6.7200000000000593E-3</c:v>
                </c:pt>
                <c:pt idx="259">
                  <c:v>-6.121134020618535E-3</c:v>
                </c:pt>
                <c:pt idx="260">
                  <c:v>1.8476499189627127E-2</c:v>
                </c:pt>
                <c:pt idx="261">
                  <c:v>9.5480585614260427E-4</c:v>
                </c:pt>
                <c:pt idx="262">
                  <c:v>-1.3672496025437186E-2</c:v>
                </c:pt>
                <c:pt idx="263">
                  <c:v>9.3488072211478368E-3</c:v>
                </c:pt>
                <c:pt idx="264">
                  <c:v>-7.9846694346854541E-3</c:v>
                </c:pt>
                <c:pt idx="265">
                  <c:v>1.0946555054732743E-2</c:v>
                </c:pt>
                <c:pt idx="266">
                  <c:v>-3.6942675159235772E-2</c:v>
                </c:pt>
                <c:pt idx="267">
                  <c:v>3.4060846560846514E-2</c:v>
                </c:pt>
                <c:pt idx="268">
                  <c:v>1.598976654940909E-3</c:v>
                </c:pt>
                <c:pt idx="269">
                  <c:v>-1.4048531289910571E-2</c:v>
                </c:pt>
                <c:pt idx="270">
                  <c:v>-1.2305699481865329E-2</c:v>
                </c:pt>
                <c:pt idx="271">
                  <c:v>1.1475409836065653E-2</c:v>
                </c:pt>
                <c:pt idx="272">
                  <c:v>-2.3014586709886653E-2</c:v>
                </c:pt>
                <c:pt idx="273">
                  <c:v>1.7252820172528383E-2</c:v>
                </c:pt>
                <c:pt idx="274">
                  <c:v>6.5231572080892697E-4</c:v>
                </c:pt>
                <c:pt idx="275">
                  <c:v>-1.6297262059974393E-3</c:v>
                </c:pt>
                <c:pt idx="276">
                  <c:v>6.5295461965386714E-4</c:v>
                </c:pt>
                <c:pt idx="277">
                  <c:v>2.1859706362153286E-2</c:v>
                </c:pt>
                <c:pt idx="278">
                  <c:v>1.8837803320562063E-2</c:v>
                </c:pt>
                <c:pt idx="279">
                  <c:v>-5.6408649326230575E-3</c:v>
                </c:pt>
                <c:pt idx="280">
                  <c:v>6.933501418216137E-3</c:v>
                </c:pt>
                <c:pt idx="281">
                  <c:v>2.1909233176838905E-2</c:v>
                </c:pt>
                <c:pt idx="282">
                  <c:v>1.0413476263399613E-2</c:v>
                </c:pt>
                <c:pt idx="283">
                  <c:v>1.3640497120339434E-2</c:v>
                </c:pt>
                <c:pt idx="284">
                  <c:v>-1.8241626794258226E-2</c:v>
                </c:pt>
                <c:pt idx="285">
                  <c:v>-2.6500152299725799E-2</c:v>
                </c:pt>
                <c:pt idx="286">
                  <c:v>-5.3191489361702149E-2</c:v>
                </c:pt>
                <c:pt idx="287">
                  <c:v>-1.982815598149501E-3</c:v>
                </c:pt>
                <c:pt idx="288">
                  <c:v>-5.6291390728476776E-3</c:v>
                </c:pt>
                <c:pt idx="289">
                  <c:v>-3.7629037629037687E-2</c:v>
                </c:pt>
                <c:pt idx="290">
                  <c:v>-2.0415224913494678E-2</c:v>
                </c:pt>
                <c:pt idx="291">
                  <c:v>-2.8258565877782305E-3</c:v>
                </c:pt>
                <c:pt idx="292">
                  <c:v>1.52320226709175E-2</c:v>
                </c:pt>
                <c:pt idx="293">
                  <c:v>-9.0718771807397625E-3</c:v>
                </c:pt>
                <c:pt idx="294">
                  <c:v>-1.4436619718309895E-2</c:v>
                </c:pt>
                <c:pt idx="295">
                  <c:v>-3.5369774919614017E-2</c:v>
                </c:pt>
                <c:pt idx="296">
                  <c:v>-7.6296296296296306E-2</c:v>
                </c:pt>
                <c:pt idx="297">
                  <c:v>6.4153969526863364E-3</c:v>
                </c:pt>
                <c:pt idx="298">
                  <c:v>2.9083665338645481E-2</c:v>
                </c:pt>
                <c:pt idx="299">
                  <c:v>-0.10259388308168793</c:v>
                </c:pt>
                <c:pt idx="300">
                  <c:v>6.2985332182916354E-2</c:v>
                </c:pt>
                <c:pt idx="301">
                  <c:v>-9.7402597402597157E-3</c:v>
                </c:pt>
                <c:pt idx="302">
                  <c:v>3.4016393442622972E-2</c:v>
                </c:pt>
                <c:pt idx="303">
                  <c:v>1.0701545778834642E-2</c:v>
                </c:pt>
                <c:pt idx="304">
                  <c:v>2.274509803921565E-2</c:v>
                </c:pt>
                <c:pt idx="305">
                  <c:v>4.6012269938648931E-3</c:v>
                </c:pt>
                <c:pt idx="306">
                  <c:v>-4.4274809160305351E-2</c:v>
                </c:pt>
                <c:pt idx="307">
                  <c:v>0.10702875399361012</c:v>
                </c:pt>
                <c:pt idx="308">
                  <c:v>9.3795093795094875E-3</c:v>
                </c:pt>
                <c:pt idx="309">
                  <c:v>9.2923516797711603E-3</c:v>
                </c:pt>
                <c:pt idx="310">
                  <c:v>-2.5495750708215303E-2</c:v>
                </c:pt>
                <c:pt idx="311">
                  <c:v>1.1264534883721034E-2</c:v>
                </c:pt>
                <c:pt idx="312">
                  <c:v>1.7247574559827505E-2</c:v>
                </c:pt>
                <c:pt idx="313">
                  <c:v>-3.4616743200282629E-2</c:v>
                </c:pt>
                <c:pt idx="314">
                  <c:v>-9.5133552872301852E-3</c:v>
                </c:pt>
                <c:pt idx="315">
                  <c:v>-6.6124861470262197E-2</c:v>
                </c:pt>
                <c:pt idx="316">
                  <c:v>4.8259493670886E-2</c:v>
                </c:pt>
                <c:pt idx="317">
                  <c:v>2.9056603773584877E-2</c:v>
                </c:pt>
                <c:pt idx="318">
                  <c:v>3.5936927026035903E-2</c:v>
                </c:pt>
                <c:pt idx="319">
                  <c:v>-4.6017699115045163E-3</c:v>
                </c:pt>
                <c:pt idx="320">
                  <c:v>6.045519203413896E-3</c:v>
                </c:pt>
                <c:pt idx="321">
                  <c:v>-2.7218098267939195E-2</c:v>
                </c:pt>
                <c:pt idx="322">
                  <c:v>3.8880813953488413E-2</c:v>
                </c:pt>
                <c:pt idx="323">
                  <c:v>3.9524309199020724E-2</c:v>
                </c:pt>
                <c:pt idx="324">
                  <c:v>-2.0188425302826385E-2</c:v>
                </c:pt>
                <c:pt idx="325">
                  <c:v>-2.0604395604395642E-2</c:v>
                </c:pt>
                <c:pt idx="326">
                  <c:v>1.8934081346423604E-2</c:v>
                </c:pt>
                <c:pt idx="327">
                  <c:v>8.6028905712318693E-3</c:v>
                </c:pt>
                <c:pt idx="328">
                  <c:v>-1.7059024223814445E-2</c:v>
                </c:pt>
                <c:pt idx="329">
                  <c:v>2.0479000347101595E-2</c:v>
                </c:pt>
                <c:pt idx="330">
                  <c:v>-7.4829931972788533E-3</c:v>
                </c:pt>
                <c:pt idx="331">
                  <c:v>3.0843043180259766E-3</c:v>
                </c:pt>
                <c:pt idx="332">
                  <c:v>-2.0157157499145817E-2</c:v>
                </c:pt>
                <c:pt idx="333">
                  <c:v>1.4644351464435212E-2</c:v>
                </c:pt>
                <c:pt idx="334">
                  <c:v>-6.1855670103093674E-3</c:v>
                </c:pt>
                <c:pt idx="335">
                  <c:v>1.3139695712309774E-2</c:v>
                </c:pt>
                <c:pt idx="336">
                  <c:v>-5.8020477815698968E-3</c:v>
                </c:pt>
                <c:pt idx="337">
                  <c:v>5.4926192928250739E-3</c:v>
                </c:pt>
                <c:pt idx="338">
                  <c:v>8.1939228405600861E-3</c:v>
                </c:pt>
                <c:pt idx="339">
                  <c:v>-1.0159160176092086E-2</c:v>
                </c:pt>
                <c:pt idx="340">
                  <c:v>-1.4710913445090679E-2</c:v>
                </c:pt>
                <c:pt idx="341">
                  <c:v>-1.2500000000000067E-2</c:v>
                </c:pt>
                <c:pt idx="342">
                  <c:v>1.8987341772152E-2</c:v>
                </c:pt>
                <c:pt idx="343">
                  <c:v>3.6231884057970953E-2</c:v>
                </c:pt>
                <c:pt idx="344">
                  <c:v>-2.6973026973027059E-2</c:v>
                </c:pt>
                <c:pt idx="345">
                  <c:v>-5.8179329226556442E-3</c:v>
                </c:pt>
                <c:pt idx="346">
                  <c:v>-4.4750430292599397E-3</c:v>
                </c:pt>
                <c:pt idx="347">
                  <c:v>1.5214384508990486E-2</c:v>
                </c:pt>
                <c:pt idx="348">
                  <c:v>1.7711171662125214E-2</c:v>
                </c:pt>
                <c:pt idx="349">
                  <c:v>0</c:v>
                </c:pt>
                <c:pt idx="350">
                  <c:v>-1.1713520749665363E-2</c:v>
                </c:pt>
                <c:pt idx="351">
                  <c:v>2.8107009820521611E-2</c:v>
                </c:pt>
                <c:pt idx="352">
                  <c:v>6.587615283266679E-4</c:v>
                </c:pt>
                <c:pt idx="353">
                  <c:v>3.9499670836076195E-3</c:v>
                </c:pt>
                <c:pt idx="354">
                  <c:v>2.9836065573770609E-2</c:v>
                </c:pt>
                <c:pt idx="355">
                  <c:v>-1.1779687997453214E-2</c:v>
                </c:pt>
                <c:pt idx="356">
                  <c:v>-8.3762886597936737E-3</c:v>
                </c:pt>
                <c:pt idx="357">
                  <c:v>-1.4944769330734298E-2</c:v>
                </c:pt>
                <c:pt idx="358">
                  <c:v>1.1543535620052836E-2</c:v>
                </c:pt>
                <c:pt idx="359">
                  <c:v>7.4991848712095965E-3</c:v>
                </c:pt>
                <c:pt idx="360">
                  <c:v>-3.5922330097087452E-2</c:v>
                </c:pt>
                <c:pt idx="361">
                  <c:v>-2.0140986908356862E-3</c:v>
                </c:pt>
                <c:pt idx="362">
                  <c:v>-3.0272452068618172E-3</c:v>
                </c:pt>
                <c:pt idx="363">
                  <c:v>2.6990553306342813E-2</c:v>
                </c:pt>
                <c:pt idx="364">
                  <c:v>-8.5413929040735193E-3</c:v>
                </c:pt>
                <c:pt idx="365">
                  <c:v>-1.3253810470511551E-3</c:v>
                </c:pt>
                <c:pt idx="366">
                  <c:v>6.6357000663570531E-3</c:v>
                </c:pt>
                <c:pt idx="367">
                  <c:v>2.636783124588149E-3</c:v>
                </c:pt>
                <c:pt idx="368">
                  <c:v>1.643655489809337E-2</c:v>
                </c:pt>
                <c:pt idx="369">
                  <c:v>-3.2664941785252144E-2</c:v>
                </c:pt>
                <c:pt idx="370">
                  <c:v>2.3403543965228035E-3</c:v>
                </c:pt>
                <c:pt idx="371">
                  <c:v>1.0006671114076049E-2</c:v>
                </c:pt>
                <c:pt idx="372">
                  <c:v>3.3025099075296716E-3</c:v>
                </c:pt>
                <c:pt idx="373">
                  <c:v>-3.291639236340238E-4</c:v>
                </c:pt>
                <c:pt idx="374">
                  <c:v>-2.6341784655911082E-3</c:v>
                </c:pt>
                <c:pt idx="375">
                  <c:v>2.2779795311984374E-2</c:v>
                </c:pt>
                <c:pt idx="376">
                  <c:v>-8.3925112976114269E-3</c:v>
                </c:pt>
                <c:pt idx="377">
                  <c:v>1.953125E-2</c:v>
                </c:pt>
                <c:pt idx="378">
                  <c:v>-6.7049808429118229E-3</c:v>
                </c:pt>
                <c:pt idx="379">
                  <c:v>-6.7502410800386325E-3</c:v>
                </c:pt>
                <c:pt idx="380">
                  <c:v>1.2944983818770073E-3</c:v>
                </c:pt>
                <c:pt idx="381">
                  <c:v>1.4867485455720919E-2</c:v>
                </c:pt>
                <c:pt idx="382">
                  <c:v>9.8726114649683172E-3</c:v>
                </c:pt>
                <c:pt idx="383">
                  <c:v>-2.0498265531378124E-2</c:v>
                </c:pt>
                <c:pt idx="384">
                  <c:v>1.2556342562781708E-2</c:v>
                </c:pt>
                <c:pt idx="385">
                  <c:v>-1.4944356120826674E-2</c:v>
                </c:pt>
                <c:pt idx="386">
                  <c:v>-5.1646223369916644E-3</c:v>
                </c:pt>
                <c:pt idx="387">
                  <c:v>1.8818948734588004E-2</c:v>
                </c:pt>
                <c:pt idx="388">
                  <c:v>1.2738853503184711E-2</c:v>
                </c:pt>
                <c:pt idx="389">
                  <c:v>-4.7169811320755262E-3</c:v>
                </c:pt>
                <c:pt idx="390">
                  <c:v>6.6350710900475729E-3</c:v>
                </c:pt>
                <c:pt idx="391">
                  <c:v>-3.0131826741996326E-2</c:v>
                </c:pt>
                <c:pt idx="392">
                  <c:v>3.5598705501618255E-3</c:v>
                </c:pt>
                <c:pt idx="393">
                  <c:v>-1.2254111576910698E-2</c:v>
                </c:pt>
                <c:pt idx="394">
                  <c:v>3.9177277179236469E-3</c:v>
                </c:pt>
                <c:pt idx="395">
                  <c:v>-5.8536585365853711E-3</c:v>
                </c:pt>
                <c:pt idx="396">
                  <c:v>-9.8135426889106592E-3</c:v>
                </c:pt>
                <c:pt idx="397">
                  <c:v>3.8652130822596664E-2</c:v>
                </c:pt>
                <c:pt idx="398">
                  <c:v>3.4987277353690782E-3</c:v>
                </c:pt>
                <c:pt idx="399">
                  <c:v>-3.1695721077662498E-4</c:v>
                </c:pt>
                <c:pt idx="400">
                  <c:v>-6.3411540900444319E-3</c:v>
                </c:pt>
                <c:pt idx="401">
                  <c:v>9.5724313975749098E-3</c:v>
                </c:pt>
                <c:pt idx="402">
                  <c:v>-1.2958280657395571E-2</c:v>
                </c:pt>
                <c:pt idx="403">
                  <c:v>1.8251681075888593E-2</c:v>
                </c:pt>
                <c:pt idx="404">
                  <c:v>2.6729559748427612E-2</c:v>
                </c:pt>
                <c:pt idx="405">
                  <c:v>1.0719754977029039E-2</c:v>
                </c:pt>
                <c:pt idx="406">
                  <c:v>-5.4545454545454897E-3</c:v>
                </c:pt>
                <c:pt idx="407">
                  <c:v>1.6758074344911611E-2</c:v>
                </c:pt>
                <c:pt idx="408">
                  <c:v>-1.0488462691039868E-2</c:v>
                </c:pt>
                <c:pt idx="409">
                  <c:v>-7.8740157480313711E-3</c:v>
                </c:pt>
                <c:pt idx="410">
                  <c:v>9.1575091575069045E-4</c:v>
                </c:pt>
                <c:pt idx="411">
                  <c:v>3.0497102775250973E-4</c:v>
                </c:pt>
                <c:pt idx="412">
                  <c:v>1.1585365853658658E-2</c:v>
                </c:pt>
                <c:pt idx="413">
                  <c:v>1.8083182640142859E-3</c:v>
                </c:pt>
                <c:pt idx="414">
                  <c:v>8.4235860409145324E-3</c:v>
                </c:pt>
                <c:pt idx="415">
                  <c:v>-1.3424821002386622E-2</c:v>
                </c:pt>
                <c:pt idx="416">
                  <c:v>-5.7453885697005269E-3</c:v>
                </c:pt>
                <c:pt idx="417">
                  <c:v>-7.2992700729928028E-3</c:v>
                </c:pt>
                <c:pt idx="418">
                  <c:v>-9.1911764705865373E-4</c:v>
                </c:pt>
                <c:pt idx="419">
                  <c:v>1.2572830420116476E-2</c:v>
                </c:pt>
                <c:pt idx="420">
                  <c:v>-1.8473652331919999E-2</c:v>
                </c:pt>
                <c:pt idx="421">
                  <c:v>-8.3307621104599106E-3</c:v>
                </c:pt>
                <c:pt idx="422">
                  <c:v>1.3378967019290533E-2</c:v>
                </c:pt>
                <c:pt idx="423">
                  <c:v>-1.1667178385016963E-2</c:v>
                </c:pt>
                <c:pt idx="424">
                  <c:v>-3.1065548306918878E-4</c:v>
                </c:pt>
                <c:pt idx="425">
                  <c:v>-4.3505282784339627E-3</c:v>
                </c:pt>
                <c:pt idx="426">
                  <c:v>1.1235955056179803E-2</c:v>
                </c:pt>
                <c:pt idx="427">
                  <c:v>-3.7037037037036535E-3</c:v>
                </c:pt>
                <c:pt idx="428">
                  <c:v>4.956629491945419E-3</c:v>
                </c:pt>
                <c:pt idx="429">
                  <c:v>-8.3230579531442528E-3</c:v>
                </c:pt>
                <c:pt idx="430">
                  <c:v>-2.1759403170655833E-3</c:v>
                </c:pt>
                <c:pt idx="431">
                  <c:v>-8.7227414330218744E-3</c:v>
                </c:pt>
                <c:pt idx="432">
                  <c:v>-2.9226901319924559E-2</c:v>
                </c:pt>
                <c:pt idx="433">
                  <c:v>1.0359339592101113E-2</c:v>
                </c:pt>
                <c:pt idx="434">
                  <c:v>1.602050624799789E-3</c:v>
                </c:pt>
                <c:pt idx="435">
                  <c:v>4.7984644913627861E-3</c:v>
                </c:pt>
                <c:pt idx="436">
                  <c:v>-1.2734797835084355E-2</c:v>
                </c:pt>
                <c:pt idx="437">
                  <c:v>1.4833924540470722E-2</c:v>
                </c:pt>
                <c:pt idx="438">
                  <c:v>-7.6263107721639134E-3</c:v>
                </c:pt>
                <c:pt idx="439">
                  <c:v>3.2020493115594295E-3</c:v>
                </c:pt>
                <c:pt idx="440">
                  <c:v>1.5959144589849927E-3</c:v>
                </c:pt>
                <c:pt idx="441">
                  <c:v>-9.5602294455067183E-3</c:v>
                </c:pt>
                <c:pt idx="442">
                  <c:v>-1.0296010296010238E-2</c:v>
                </c:pt>
                <c:pt idx="443">
                  <c:v>-9.1027308192458412E-3</c:v>
                </c:pt>
                <c:pt idx="444">
                  <c:v>2.8543307086614123E-2</c:v>
                </c:pt>
                <c:pt idx="445">
                  <c:v>-1.4035087719298178E-2</c:v>
                </c:pt>
                <c:pt idx="446">
                  <c:v>1.9411193788416714E-3</c:v>
                </c:pt>
                <c:pt idx="447">
                  <c:v>1.2915724895059766E-2</c:v>
                </c:pt>
                <c:pt idx="448">
                  <c:v>3.1877590054192328E-3</c:v>
                </c:pt>
                <c:pt idx="449">
                  <c:v>1.5888147442009171E-3</c:v>
                </c:pt>
                <c:pt idx="450">
                  <c:v>5.3934010152283385E-3</c:v>
                </c:pt>
                <c:pt idx="451">
                  <c:v>3.4080151467339892E-2</c:v>
                </c:pt>
                <c:pt idx="452">
                  <c:v>-6.1031431187061891E-3</c:v>
                </c:pt>
                <c:pt idx="453">
                  <c:v>-3.0703101013196399E-4</c:v>
                </c:pt>
                <c:pt idx="454">
                  <c:v>-1.8427518427518441E-2</c:v>
                </c:pt>
                <c:pt idx="455">
                  <c:v>7.509386733416612E-3</c:v>
                </c:pt>
                <c:pt idx="456">
                  <c:v>-3.1055900621117516E-3</c:v>
                </c:pt>
                <c:pt idx="457">
                  <c:v>-2.5856697819314656E-2</c:v>
                </c:pt>
                <c:pt idx="458">
                  <c:v>3.8375439718578708E-3</c:v>
                </c:pt>
                <c:pt idx="459">
                  <c:v>-3.2494424976106995E-2</c:v>
                </c:pt>
                <c:pt idx="460">
                  <c:v>6.5854461639776041E-3</c:v>
                </c:pt>
                <c:pt idx="461">
                  <c:v>1.9627085377822429E-3</c:v>
                </c:pt>
                <c:pt idx="462">
                  <c:v>2.6444662095984173E-2</c:v>
                </c:pt>
                <c:pt idx="463">
                  <c:v>7.0610687022900853E-2</c:v>
                </c:pt>
                <c:pt idx="464">
                  <c:v>2.2875816993463971E-2</c:v>
                </c:pt>
                <c:pt idx="465">
                  <c:v>1.3941330235260008E-2</c:v>
                </c:pt>
                <c:pt idx="466">
                  <c:v>1.432254368375796E-3</c:v>
                </c:pt>
                <c:pt idx="467">
                  <c:v>2.1453089244851231E-2</c:v>
                </c:pt>
                <c:pt idx="468">
                  <c:v>-3.0523662839540888E-2</c:v>
                </c:pt>
                <c:pt idx="469">
                  <c:v>2.512998266897748E-2</c:v>
                </c:pt>
                <c:pt idx="470">
                  <c:v>-6.1989292758523051E-3</c:v>
                </c:pt>
                <c:pt idx="471">
                  <c:v>-1.0490501842925992E-2</c:v>
                </c:pt>
                <c:pt idx="472">
                  <c:v>2.8653295128939771E-3</c:v>
                </c:pt>
                <c:pt idx="473">
                  <c:v>1.2571428571428456E-2</c:v>
                </c:pt>
                <c:pt idx="474">
                  <c:v>1.4390519187359008E-2</c:v>
                </c:pt>
                <c:pt idx="475">
                  <c:v>1.1126564673156203E-3</c:v>
                </c:pt>
                <c:pt idx="476">
                  <c:v>-8.0577938316198638E-3</c:v>
                </c:pt>
                <c:pt idx="477">
                  <c:v>-1.1204481792717047E-2</c:v>
                </c:pt>
                <c:pt idx="478">
                  <c:v>7.6487252124646243E-3</c:v>
                </c:pt>
                <c:pt idx="479">
                  <c:v>-2.5302220972729383E-3</c:v>
                </c:pt>
                <c:pt idx="480">
                  <c:v>-3.3821871476887866E-3</c:v>
                </c:pt>
                <c:pt idx="481">
                  <c:v>9.8981900452488336E-3</c:v>
                </c:pt>
                <c:pt idx="482">
                  <c:v>-9.801176141136958E-3</c:v>
                </c:pt>
                <c:pt idx="483">
                  <c:v>1.9796380090497667E-3</c:v>
                </c:pt>
                <c:pt idx="484">
                  <c:v>1.4112334180074182E-3</c:v>
                </c:pt>
                <c:pt idx="485">
                  <c:v>2.2547914317925244E-3</c:v>
                </c:pt>
                <c:pt idx="486">
                  <c:v>-2.0247469066366874E-2</c:v>
                </c:pt>
                <c:pt idx="487">
                  <c:v>-8.61079219288019E-4</c:v>
                </c:pt>
                <c:pt idx="488">
                  <c:v>3.4472852628555373E-3</c:v>
                </c:pt>
                <c:pt idx="489">
                  <c:v>2.8056112224448926E-2</c:v>
                </c:pt>
                <c:pt idx="490">
                  <c:v>-1.8657755499860929E-2</c:v>
                </c:pt>
                <c:pt idx="491">
                  <c:v>3.1214528944381037E-3</c:v>
                </c:pt>
                <c:pt idx="492">
                  <c:v>1.2164073550212207E-2</c:v>
                </c:pt>
                <c:pt idx="493">
                  <c:v>1.5092230296254838E-2</c:v>
                </c:pt>
                <c:pt idx="494">
                  <c:v>4.6806167400881282E-3</c:v>
                </c:pt>
                <c:pt idx="495">
                  <c:v>5.7550013702385439E-3</c:v>
                </c:pt>
                <c:pt idx="496">
                  <c:v>3.5422343324251759E-3</c:v>
                </c:pt>
                <c:pt idx="497">
                  <c:v>-1.4118924789573661E-2</c:v>
                </c:pt>
                <c:pt idx="498">
                  <c:v>2.5888185072982628E-2</c:v>
                </c:pt>
                <c:pt idx="499">
                  <c:v>2.1476510067115484E-3</c:v>
                </c:pt>
                <c:pt idx="500">
                  <c:v>2.1430484864719546E-3</c:v>
                </c:pt>
                <c:pt idx="501">
                  <c:v>1.0692328254477301E-2</c:v>
                </c:pt>
                <c:pt idx="502">
                  <c:v>-2.1158423697434925E-3</c:v>
                </c:pt>
                <c:pt idx="503">
                  <c:v>-5.5658627087199486E-3</c:v>
                </c:pt>
                <c:pt idx="504">
                  <c:v>-2.0255863539445529E-2</c:v>
                </c:pt>
                <c:pt idx="505">
                  <c:v>-1.3873775843307956E-2</c:v>
                </c:pt>
                <c:pt idx="506">
                  <c:v>-8.5517241379311493E-3</c:v>
                </c:pt>
                <c:pt idx="507">
                  <c:v>3.0606566499722376E-3</c:v>
                </c:pt>
                <c:pt idx="508">
                  <c:v>-2.7739251040221902E-3</c:v>
                </c:pt>
                <c:pt idx="509">
                  <c:v>-1.3908205841446364E-3</c:v>
                </c:pt>
                <c:pt idx="510">
                  <c:v>6.6852367688021719E-3</c:v>
                </c:pt>
                <c:pt idx="511">
                  <c:v>-2.7670171555049805E-4</c:v>
                </c:pt>
                <c:pt idx="512">
                  <c:v>-2.5463603653473554E-2</c:v>
                </c:pt>
                <c:pt idx="513">
                  <c:v>1.4200511218402934E-3</c:v>
                </c:pt>
                <c:pt idx="514">
                  <c:v>-1.9285309132161088E-2</c:v>
                </c:pt>
                <c:pt idx="515">
                  <c:v>1.5615962984383946E-2</c:v>
                </c:pt>
                <c:pt idx="516">
                  <c:v>8.2574031890660926E-3</c:v>
                </c:pt>
                <c:pt idx="517">
                  <c:v>-1.2425868398757478E-2</c:v>
                </c:pt>
                <c:pt idx="518">
                  <c:v>-6.2911066628538181E-3</c:v>
                </c:pt>
                <c:pt idx="519">
                  <c:v>-5.4676258992805149E-3</c:v>
                </c:pt>
                <c:pt idx="520">
                  <c:v>-7.2337962962962798E-3</c:v>
                </c:pt>
                <c:pt idx="521">
                  <c:v>-2.6231419411251178E-3</c:v>
                </c:pt>
                <c:pt idx="522">
                  <c:v>6.7212156633547071E-3</c:v>
                </c:pt>
                <c:pt idx="523">
                  <c:v>2.4092888243831601E-2</c:v>
                </c:pt>
                <c:pt idx="524">
                  <c:v>-2.9761904761904767E-2</c:v>
                </c:pt>
                <c:pt idx="525">
                  <c:v>-3.6517674554484403E-2</c:v>
                </c:pt>
                <c:pt idx="526">
                  <c:v>2.6986052152819795E-2</c:v>
                </c:pt>
                <c:pt idx="527">
                  <c:v>-7.3811632713315367E-3</c:v>
                </c:pt>
                <c:pt idx="528">
                  <c:v>2.3200475907198204E-2</c:v>
                </c:pt>
                <c:pt idx="529">
                  <c:v>1.7441860465117198E-3</c:v>
                </c:pt>
                <c:pt idx="530">
                  <c:v>-5.2234474753337645E-3</c:v>
                </c:pt>
                <c:pt idx="531">
                  <c:v>-1.516919486581092E-2</c:v>
                </c:pt>
                <c:pt idx="532">
                  <c:v>-2.9620853080580822E-4</c:v>
                </c:pt>
                <c:pt idx="533">
                  <c:v>-2.666666666666595E-3</c:v>
                </c:pt>
                <c:pt idx="534">
                  <c:v>-6.8330362448010273E-3</c:v>
                </c:pt>
                <c:pt idx="535">
                  <c:v>-6.880047861202554E-3</c:v>
                </c:pt>
                <c:pt idx="536">
                  <c:v>-1.2951807228915646E-2</c:v>
                </c:pt>
                <c:pt idx="537">
                  <c:v>-6.1031431187053009E-4</c:v>
                </c:pt>
                <c:pt idx="538">
                  <c:v>-9.1603053435114212E-3</c:v>
                </c:pt>
                <c:pt idx="539">
                  <c:v>-6.4714946070878465E-3</c:v>
                </c:pt>
                <c:pt idx="540">
                  <c:v>-9.3052109181124276E-4</c:v>
                </c:pt>
                <c:pt idx="541">
                  <c:v>-8.6929524992238605E-3</c:v>
                </c:pt>
                <c:pt idx="542">
                  <c:v>1.1587848418415314E-2</c:v>
                </c:pt>
                <c:pt idx="543">
                  <c:v>1.6408668730650167E-2</c:v>
                </c:pt>
                <c:pt idx="544">
                  <c:v>-1.2793176972281439E-2</c:v>
                </c:pt>
                <c:pt idx="545">
                  <c:v>-8.0222153656279716E-3</c:v>
                </c:pt>
                <c:pt idx="546">
                  <c:v>-2.083981337480556E-2</c:v>
                </c:pt>
                <c:pt idx="547">
                  <c:v>-1.715374841169004E-2</c:v>
                </c:pt>
                <c:pt idx="548">
                  <c:v>4.2016806722689148E-2</c:v>
                </c:pt>
                <c:pt idx="549">
                  <c:v>1.0545905707196157E-2</c:v>
                </c:pt>
                <c:pt idx="550">
                  <c:v>-4.2971147943524635E-3</c:v>
                </c:pt>
                <c:pt idx="551">
                  <c:v>1.2638717632552421E-2</c:v>
                </c:pt>
                <c:pt idx="552">
                  <c:v>-1.1872146118721338E-2</c:v>
                </c:pt>
                <c:pt idx="553">
                  <c:v>8.0098582871224178E-3</c:v>
                </c:pt>
                <c:pt idx="554">
                  <c:v>9.1687041564791905E-3</c:v>
                </c:pt>
                <c:pt idx="555">
                  <c:v>-8.4797092671108354E-3</c:v>
                </c:pt>
                <c:pt idx="556">
                  <c:v>-2.7489309712889209E-3</c:v>
                </c:pt>
                <c:pt idx="557">
                  <c:v>5.2067381316998063E-3</c:v>
                </c:pt>
                <c:pt idx="558">
                  <c:v>4.8750761730651959E-2</c:v>
                </c:pt>
                <c:pt idx="559">
                  <c:v>2.3242300987798004E-3</c:v>
                </c:pt>
                <c:pt idx="560">
                  <c:v>-1.7101449275362279E-2</c:v>
                </c:pt>
                <c:pt idx="561">
                  <c:v>1.1795930404010502E-3</c:v>
                </c:pt>
                <c:pt idx="562">
                  <c:v>2.1502209131075034E-2</c:v>
                </c:pt>
                <c:pt idx="563">
                  <c:v>-2.8835063437139263E-3</c:v>
                </c:pt>
                <c:pt idx="564">
                  <c:v>1.3302486986697337E-2</c:v>
                </c:pt>
                <c:pt idx="565">
                  <c:v>1.7979452054794454E-2</c:v>
                </c:pt>
                <c:pt idx="566">
                  <c:v>-1.682085786374965E-3</c:v>
                </c:pt>
                <c:pt idx="567">
                  <c:v>-9.8286998034260442E-3</c:v>
                </c:pt>
                <c:pt idx="568">
                  <c:v>-5.1049347702779579E-3</c:v>
                </c:pt>
                <c:pt idx="569">
                  <c:v>-1.1402508551882073E-3</c:v>
                </c:pt>
                <c:pt idx="570">
                  <c:v>-6.849315068493067E-3</c:v>
                </c:pt>
                <c:pt idx="571">
                  <c:v>1.2068965517241237E-2</c:v>
                </c:pt>
                <c:pt idx="572">
                  <c:v>1.4196479273140827E-3</c:v>
                </c:pt>
                <c:pt idx="573">
                  <c:v>-1.2475191380776796E-2</c:v>
                </c:pt>
                <c:pt idx="574">
                  <c:v>9.4745908699398473E-3</c:v>
                </c:pt>
                <c:pt idx="575">
                  <c:v>6.2571103526734007E-3</c:v>
                </c:pt>
                <c:pt idx="576">
                  <c:v>-9.8925946862634673E-3</c:v>
                </c:pt>
                <c:pt idx="577">
                  <c:v>-1.3131601484441924E-2</c:v>
                </c:pt>
                <c:pt idx="578">
                  <c:v>2.4298524732426996E-2</c:v>
                </c:pt>
                <c:pt idx="579">
                  <c:v>4.8009036995197985E-3</c:v>
                </c:pt>
                <c:pt idx="580">
                  <c:v>5.6211354693647131E-4</c:v>
                </c:pt>
                <c:pt idx="581">
                  <c:v>7.5842696629213613E-3</c:v>
                </c:pt>
                <c:pt idx="582">
                  <c:v>7.5271814887092336E-3</c:v>
                </c:pt>
                <c:pt idx="583">
                  <c:v>-4.9806308799112964E-3</c:v>
                </c:pt>
                <c:pt idx="584">
                  <c:v>-6.6740823136819394E-3</c:v>
                </c:pt>
                <c:pt idx="585">
                  <c:v>-2.5195968645016498E-3</c:v>
                </c:pt>
                <c:pt idx="586">
                  <c:v>2.5540275049115824E-2</c:v>
                </c:pt>
                <c:pt idx="587">
                  <c:v>-8.0186097427476621E-2</c:v>
                </c:pt>
                <c:pt idx="588">
                  <c:v>1.5471585837548263E-2</c:v>
                </c:pt>
                <c:pt idx="589">
                  <c:v>-2.8127746850278412E-2</c:v>
                </c:pt>
                <c:pt idx="590">
                  <c:v>-2.110340669279398E-3</c:v>
                </c:pt>
                <c:pt idx="591">
                  <c:v>-1.5105740181269312E-3</c:v>
                </c:pt>
                <c:pt idx="592">
                  <c:v>-1.6641452344931973E-2</c:v>
                </c:pt>
                <c:pt idx="593">
                  <c:v>7.3846153846153229E-3</c:v>
                </c:pt>
                <c:pt idx="594">
                  <c:v>-5.8032987171654504E-3</c:v>
                </c:pt>
                <c:pt idx="595">
                  <c:v>3.0721966205837781E-3</c:v>
                </c:pt>
                <c:pt idx="596">
                  <c:v>1.2251148545176171E-2</c:v>
                </c:pt>
                <c:pt idx="597">
                  <c:v>1.482602118003018E-2</c:v>
                </c:pt>
                <c:pt idx="598">
                  <c:v>-1.0137149672033274E-2</c:v>
                </c:pt>
                <c:pt idx="599">
                  <c:v>2.2590361445783191E-2</c:v>
                </c:pt>
                <c:pt idx="600">
                  <c:v>2.0029455081001402E-2</c:v>
                </c:pt>
                <c:pt idx="601">
                  <c:v>6.0641062662429857E-3</c:v>
                </c:pt>
                <c:pt idx="602">
                  <c:v>-2.8702640642930266E-4</c:v>
                </c:pt>
                <c:pt idx="603">
                  <c:v>-5.4550674705714508E-3</c:v>
                </c:pt>
                <c:pt idx="604">
                  <c:v>-5.7736720554268928E-4</c:v>
                </c:pt>
                <c:pt idx="605">
                  <c:v>-8.6655112651645716E-4</c:v>
                </c:pt>
                <c:pt idx="606">
                  <c:v>2.6019080659152038E-3</c:v>
                </c:pt>
                <c:pt idx="607">
                  <c:v>5.4786620530564711E-3</c:v>
                </c:pt>
                <c:pt idx="608">
                  <c:v>2.0361342127903637E-2</c:v>
                </c:pt>
                <c:pt idx="609">
                  <c:v>5.9021922428330598E-3</c:v>
                </c:pt>
                <c:pt idx="610">
                  <c:v>7.5440067057839233E-3</c:v>
                </c:pt>
                <c:pt idx="611">
                  <c:v>-4.1597337770382659E-3</c:v>
                </c:pt>
                <c:pt idx="612">
                  <c:v>-2.6455026455026398E-2</c:v>
                </c:pt>
                <c:pt idx="613">
                  <c:v>-5.1487414187643132E-3</c:v>
                </c:pt>
                <c:pt idx="614">
                  <c:v>5.7504312823453141E-4</c:v>
                </c:pt>
                <c:pt idx="615">
                  <c:v>-3.3045977011494254E-2</c:v>
                </c:pt>
                <c:pt idx="616">
                  <c:v>-2.3774145616641817E-3</c:v>
                </c:pt>
                <c:pt idx="617">
                  <c:v>-8.6386654751264835E-3</c:v>
                </c:pt>
                <c:pt idx="618">
                  <c:v>1.9230769230769162E-2</c:v>
                </c:pt>
                <c:pt idx="619">
                  <c:v>-2.9481132075471761E-3</c:v>
                </c:pt>
                <c:pt idx="620">
                  <c:v>8.5748078060319255E-3</c:v>
                </c:pt>
                <c:pt idx="621">
                  <c:v>-1.0847258868367127E-2</c:v>
                </c:pt>
                <c:pt idx="622">
                  <c:v>-8.2987551867218512E-3</c:v>
                </c:pt>
                <c:pt idx="623">
                  <c:v>1.464435146443499E-2</c:v>
                </c:pt>
                <c:pt idx="624">
                  <c:v>4.1237113402061709E-3</c:v>
                </c:pt>
                <c:pt idx="625">
                  <c:v>6.7468465825755164E-3</c:v>
                </c:pt>
                <c:pt idx="626">
                  <c:v>1.1072261072261114E-2</c:v>
                </c:pt>
                <c:pt idx="627">
                  <c:v>2.8818443804035088E-3</c:v>
                </c:pt>
                <c:pt idx="628">
                  <c:v>-1.3218390804597746E-2</c:v>
                </c:pt>
                <c:pt idx="629">
                  <c:v>1.3104251601630645E-2</c:v>
                </c:pt>
                <c:pt idx="630">
                  <c:v>-4.8864616269042038E-3</c:v>
                </c:pt>
                <c:pt idx="631">
                  <c:v>7.5101097631427027E-3</c:v>
                </c:pt>
                <c:pt idx="632">
                  <c:v>2.5802752293577758E-3</c:v>
                </c:pt>
                <c:pt idx="633">
                  <c:v>-6.5770660566200068E-3</c:v>
                </c:pt>
                <c:pt idx="634">
                  <c:v>1.3241220495106676E-2</c:v>
                </c:pt>
                <c:pt idx="635">
                  <c:v>7.3863636363638019E-3</c:v>
                </c:pt>
                <c:pt idx="636">
                  <c:v>-2.8200789622112588E-4</c:v>
                </c:pt>
                <c:pt idx="637">
                  <c:v>3.6671368124119308E-3</c:v>
                </c:pt>
                <c:pt idx="638">
                  <c:v>-2.360876897133235E-2</c:v>
                </c:pt>
                <c:pt idx="639">
                  <c:v>1.2377662636730014E-2</c:v>
                </c:pt>
                <c:pt idx="640">
                  <c:v>-1.3363662212112604E-2</c:v>
                </c:pt>
                <c:pt idx="641">
                  <c:v>-6.0518731988473684E-3</c:v>
                </c:pt>
                <c:pt idx="642">
                  <c:v>1.2757320962597962E-2</c:v>
                </c:pt>
                <c:pt idx="643">
                  <c:v>1.4314342971657457E-3</c:v>
                </c:pt>
                <c:pt idx="644">
                  <c:v>2.4585477415665968E-2</c:v>
                </c:pt>
                <c:pt idx="645">
                  <c:v>1.6741071428572063E-3</c:v>
                </c:pt>
                <c:pt idx="646">
                  <c:v>-8.0779944289692818E-3</c:v>
                </c:pt>
                <c:pt idx="647">
                  <c:v>7.5821398483570945E-3</c:v>
                </c:pt>
                <c:pt idx="648">
                  <c:v>8.639910813823759E-3</c:v>
                </c:pt>
                <c:pt idx="649">
                  <c:v>1.6026526664824514E-2</c:v>
                </c:pt>
                <c:pt idx="650">
                  <c:v>-1.8765297797117109E-2</c:v>
                </c:pt>
                <c:pt idx="651">
                  <c:v>-2.6330376940133071E-2</c:v>
                </c:pt>
                <c:pt idx="652">
                  <c:v>1.5086820381440491E-2</c:v>
                </c:pt>
                <c:pt idx="653">
                  <c:v>3.337072349971959E-2</c:v>
                </c:pt>
                <c:pt idx="654">
                  <c:v>1.7910447761193993E-2</c:v>
                </c:pt>
                <c:pt idx="655">
                  <c:v>6.1316982138095444E-3</c:v>
                </c:pt>
                <c:pt idx="656">
                  <c:v>0</c:v>
                </c:pt>
                <c:pt idx="657">
                  <c:v>9.5389507154213238E-3</c:v>
                </c:pt>
                <c:pt idx="658">
                  <c:v>1.0498687664042272E-3</c:v>
                </c:pt>
                <c:pt idx="659">
                  <c:v>7.3413738856844546E-3</c:v>
                </c:pt>
                <c:pt idx="660">
                  <c:v>-6.2467464862050459E-3</c:v>
                </c:pt>
                <c:pt idx="661">
                  <c:v>-8.3813514929281796E-3</c:v>
                </c:pt>
                <c:pt idx="662">
                  <c:v>-9.7728473322769016E-3</c:v>
                </c:pt>
                <c:pt idx="663">
                  <c:v>-2.8007468658308832E-2</c:v>
                </c:pt>
                <c:pt idx="664">
                  <c:v>-3.8419319429198184E-3</c:v>
                </c:pt>
                <c:pt idx="665">
                  <c:v>1.1845730027548296E-2</c:v>
                </c:pt>
                <c:pt idx="666">
                  <c:v>-1.9057990743260866E-3</c:v>
                </c:pt>
                <c:pt idx="667">
                  <c:v>5.1827605019094669E-3</c:v>
                </c:pt>
                <c:pt idx="668">
                  <c:v>-7.3270013568520476E-3</c:v>
                </c:pt>
                <c:pt idx="669">
                  <c:v>1.0934937124111865E-3</c:v>
                </c:pt>
                <c:pt idx="670">
                  <c:v>5.7345712725287434E-3</c:v>
                </c:pt>
                <c:pt idx="671">
                  <c:v>-2.4436600597339542E-3</c:v>
                </c:pt>
                <c:pt idx="672">
                  <c:v>5.7158410451825237E-3</c:v>
                </c:pt>
                <c:pt idx="673">
                  <c:v>2.976995940460192E-3</c:v>
                </c:pt>
                <c:pt idx="674">
                  <c:v>-5.3966540744738722E-3</c:v>
                </c:pt>
                <c:pt idx="675">
                  <c:v>1.1665762344004182E-2</c:v>
                </c:pt>
                <c:pt idx="676">
                  <c:v>-2.1453472780905702E-3</c:v>
                </c:pt>
                <c:pt idx="677">
                  <c:v>1.612469766191893E-3</c:v>
                </c:pt>
                <c:pt idx="678">
                  <c:v>4.8296216796350766E-3</c:v>
                </c:pt>
                <c:pt idx="679">
                  <c:v>-6.6755674232309437E-3</c:v>
                </c:pt>
                <c:pt idx="680">
                  <c:v>-8.6021505376343566E-3</c:v>
                </c:pt>
                <c:pt idx="681">
                  <c:v>1.8438177874186668E-2</c:v>
                </c:pt>
                <c:pt idx="682">
                  <c:v>-3.1948881789138905E-3</c:v>
                </c:pt>
                <c:pt idx="683">
                  <c:v>2.1367521367521292E-3</c:v>
                </c:pt>
                <c:pt idx="684">
                  <c:v>-1.7057569296375252E-2</c:v>
                </c:pt>
                <c:pt idx="685">
                  <c:v>-1.4913232104121432E-2</c:v>
                </c:pt>
                <c:pt idx="686">
                  <c:v>1.073492981007429E-2</c:v>
                </c:pt>
                <c:pt idx="687">
                  <c:v>5.4466230936811577E-4</c:v>
                </c:pt>
                <c:pt idx="688">
                  <c:v>3.2661948829615373E-3</c:v>
                </c:pt>
                <c:pt idx="689">
                  <c:v>2.4416711882799813E-3</c:v>
                </c:pt>
                <c:pt idx="690">
                  <c:v>-1.6238159675237007E-3</c:v>
                </c:pt>
                <c:pt idx="691">
                  <c:v>-1.9517484413120068E-2</c:v>
                </c:pt>
                <c:pt idx="692">
                  <c:v>-2.488249930881925E-3</c:v>
                </c:pt>
                <c:pt idx="693">
                  <c:v>3.0487804878047697E-3</c:v>
                </c:pt>
                <c:pt idx="694">
                  <c:v>-6.6316662061342013E-3</c:v>
                </c:pt>
                <c:pt idx="695">
                  <c:v>-1.1961057023644028E-2</c:v>
                </c:pt>
                <c:pt idx="696">
                  <c:v>1.7173423423423539E-2</c:v>
                </c:pt>
                <c:pt idx="697">
                  <c:v>-8.3033490174370117E-3</c:v>
                </c:pt>
                <c:pt idx="698">
                  <c:v>2.1769466927155978E-2</c:v>
                </c:pt>
                <c:pt idx="699">
                  <c:v>7.9213329691341094E-3</c:v>
                </c:pt>
                <c:pt idx="700">
                  <c:v>1.3550135501354976E-2</c:v>
                </c:pt>
                <c:pt idx="701">
                  <c:v>2.4064171122994971E-3</c:v>
                </c:pt>
                <c:pt idx="702">
                  <c:v>-1.2536676447052475E-2</c:v>
                </c:pt>
                <c:pt idx="703">
                  <c:v>2.2690437601296631E-2</c:v>
                </c:pt>
                <c:pt idx="704">
                  <c:v>1.5055467511885912E-2</c:v>
                </c:pt>
                <c:pt idx="705">
                  <c:v>-4.6838407494145251E-3</c:v>
                </c:pt>
                <c:pt idx="706">
                  <c:v>1.1241830065359615E-2</c:v>
                </c:pt>
                <c:pt idx="707">
                  <c:v>-6.9803516028955626E-3</c:v>
                </c:pt>
                <c:pt idx="708">
                  <c:v>4.9466284821659823E-3</c:v>
                </c:pt>
                <c:pt idx="709">
                  <c:v>-6.994818652849677E-3</c:v>
                </c:pt>
                <c:pt idx="710">
                  <c:v>4.0960083485520382E-2</c:v>
                </c:pt>
                <c:pt idx="711">
                  <c:v>4.0100250626566858E-3</c:v>
                </c:pt>
                <c:pt idx="712">
                  <c:v>-6.4902646030954303E-3</c:v>
                </c:pt>
                <c:pt idx="713">
                  <c:v>2.2613065326633208E-2</c:v>
                </c:pt>
                <c:pt idx="714">
                  <c:v>7.3710073710073765E-3</c:v>
                </c:pt>
                <c:pt idx="715">
                  <c:v>2.7317073170731732E-2</c:v>
                </c:pt>
                <c:pt idx="716">
                  <c:v>1.1870845204178471E-2</c:v>
                </c:pt>
                <c:pt idx="717">
                  <c:v>3.9887376818395159E-2</c:v>
                </c:pt>
                <c:pt idx="718">
                  <c:v>9.4765342960287935E-3</c:v>
                </c:pt>
                <c:pt idx="719">
                  <c:v>2.2798390701832982E-2</c:v>
                </c:pt>
                <c:pt idx="720">
                  <c:v>-1.0052447552447608E-2</c:v>
                </c:pt>
                <c:pt idx="721">
                  <c:v>-2.1192052980132492E-2</c:v>
                </c:pt>
                <c:pt idx="722">
                  <c:v>1.8042399639153217E-3</c:v>
                </c:pt>
                <c:pt idx="723">
                  <c:v>5.8532192705988972E-3</c:v>
                </c:pt>
                <c:pt idx="724">
                  <c:v>2.0590868397493356E-2</c:v>
                </c:pt>
                <c:pt idx="725">
                  <c:v>-3.5087719298245723E-3</c:v>
                </c:pt>
                <c:pt idx="726">
                  <c:v>6.6021126760562598E-3</c:v>
                </c:pt>
                <c:pt idx="727">
                  <c:v>3.235679930039348E-2</c:v>
                </c:pt>
                <c:pt idx="728">
                  <c:v>-6.7767894959762653E-3</c:v>
                </c:pt>
                <c:pt idx="729">
                  <c:v>2.2174840085287695E-2</c:v>
                </c:pt>
                <c:pt idx="730">
                  <c:v>2.7534418022528317E-2</c:v>
                </c:pt>
                <c:pt idx="731">
                  <c:v>-3.7758830694275325E-2</c:v>
                </c:pt>
                <c:pt idx="732">
                  <c:v>1.2658227848101333E-3</c:v>
                </c:pt>
                <c:pt idx="733">
                  <c:v>6.321112515802696E-3</c:v>
                </c:pt>
                <c:pt idx="734">
                  <c:v>-3.0988274706867713E-2</c:v>
                </c:pt>
                <c:pt idx="735">
                  <c:v>1.9014693171996555E-2</c:v>
                </c:pt>
                <c:pt idx="736">
                  <c:v>-1.7387616624257918E-2</c:v>
                </c:pt>
                <c:pt idx="737">
                  <c:v>3.4527406128614935E-3</c:v>
                </c:pt>
                <c:pt idx="738">
                  <c:v>-8.6021505376343566E-3</c:v>
                </c:pt>
                <c:pt idx="739">
                  <c:v>-5.2060737527114265E-3</c:v>
                </c:pt>
                <c:pt idx="740">
                  <c:v>5.2333187963367056E-3</c:v>
                </c:pt>
                <c:pt idx="741">
                  <c:v>3.0368763557483636E-2</c:v>
                </c:pt>
                <c:pt idx="742">
                  <c:v>-1.1368421052631583E-2</c:v>
                </c:pt>
                <c:pt idx="743">
                  <c:v>-8.5178875638841633E-3</c:v>
                </c:pt>
                <c:pt idx="744">
                  <c:v>-1.5463917525773252E-2</c:v>
                </c:pt>
                <c:pt idx="745">
                  <c:v>4.3630017452023218E-4</c:v>
                </c:pt>
                <c:pt idx="746">
                  <c:v>-1.875272568687314E-2</c:v>
                </c:pt>
                <c:pt idx="747">
                  <c:v>1.822222222222214E-2</c:v>
                </c:pt>
                <c:pt idx="748">
                  <c:v>-8.7298123090351343E-4</c:v>
                </c:pt>
                <c:pt idx="749">
                  <c:v>-6.9899519440803637E-3</c:v>
                </c:pt>
                <c:pt idx="750">
                  <c:v>-3.2116146062472595E-2</c:v>
                </c:pt>
                <c:pt idx="751">
                  <c:v>1.8181818181819409E-3</c:v>
                </c:pt>
                <c:pt idx="752">
                  <c:v>4.5372050816696596E-3</c:v>
                </c:pt>
                <c:pt idx="753">
                  <c:v>1.0388437217705437E-2</c:v>
                </c:pt>
                <c:pt idx="754">
                  <c:v>1.2069736253911501E-2</c:v>
                </c:pt>
                <c:pt idx="755">
                  <c:v>5.300353356890497E-3</c:v>
                </c:pt>
                <c:pt idx="756">
                  <c:v>-7.9086115992968997E-3</c:v>
                </c:pt>
                <c:pt idx="757">
                  <c:v>7.5287865367581475E-3</c:v>
                </c:pt>
                <c:pt idx="758">
                  <c:v>3.0769230769229772E-3</c:v>
                </c:pt>
                <c:pt idx="759">
                  <c:v>3.0236634531113138E-2</c:v>
                </c:pt>
                <c:pt idx="760">
                  <c:v>7.6563164610803369E-3</c:v>
                </c:pt>
                <c:pt idx="761">
                  <c:v>-3.2503165892781793E-2</c:v>
                </c:pt>
                <c:pt idx="762">
                  <c:v>-1.7888307155322858E-2</c:v>
                </c:pt>
                <c:pt idx="763">
                  <c:v>-1.8214127054642315E-2</c:v>
                </c:pt>
                <c:pt idx="764">
                  <c:v>1.3122171945701311E-2</c:v>
                </c:pt>
                <c:pt idx="765">
                  <c:v>1.1165698972755767E-2</c:v>
                </c:pt>
                <c:pt idx="766">
                  <c:v>-1.9434628975265045E-2</c:v>
                </c:pt>
                <c:pt idx="767">
                  <c:v>-3.8738738738738676E-2</c:v>
                </c:pt>
                <c:pt idx="768">
                  <c:v>4.6860356138700432E-4</c:v>
                </c:pt>
                <c:pt idx="769">
                  <c:v>-2.1077283372365363E-2</c:v>
                </c:pt>
                <c:pt idx="770">
                  <c:v>8.612440191387627E-3</c:v>
                </c:pt>
                <c:pt idx="771">
                  <c:v>1.5654648956356709E-2</c:v>
                </c:pt>
                <c:pt idx="772">
                  <c:v>-3.0359645025688886E-2</c:v>
                </c:pt>
                <c:pt idx="773">
                  <c:v>-4.6483622350674381E-2</c:v>
                </c:pt>
                <c:pt idx="774">
                  <c:v>1.2882040919424131E-2</c:v>
                </c:pt>
                <c:pt idx="775">
                  <c:v>1.4962593516209433E-2</c:v>
                </c:pt>
                <c:pt idx="776">
                  <c:v>-1.5233415233415259E-2</c:v>
                </c:pt>
                <c:pt idx="777">
                  <c:v>4.9900199600805273E-4</c:v>
                </c:pt>
                <c:pt idx="778">
                  <c:v>1.1970074812967635E-2</c:v>
                </c:pt>
                <c:pt idx="779">
                  <c:v>2.0699852143913233E-2</c:v>
                </c:pt>
                <c:pt idx="780">
                  <c:v>1.5934331240946564E-2</c:v>
                </c:pt>
                <c:pt idx="781">
                  <c:v>-3.7072243346007672E-2</c:v>
                </c:pt>
                <c:pt idx="782">
                  <c:v>-1.2833168805528095E-2</c:v>
                </c:pt>
                <c:pt idx="783">
                  <c:v>-1.375000000000004E-2</c:v>
                </c:pt>
                <c:pt idx="784">
                  <c:v>2.5348542458814016E-4</c:v>
                </c:pt>
                <c:pt idx="785">
                  <c:v>3.1424227065382615E-2</c:v>
                </c:pt>
                <c:pt idx="786">
                  <c:v>-2.3832923832923791E-2</c:v>
                </c:pt>
                <c:pt idx="787">
                  <c:v>-1.8625723634533187E-2</c:v>
                </c:pt>
                <c:pt idx="788">
                  <c:v>-5.8989484483199517E-3</c:v>
                </c:pt>
                <c:pt idx="789">
                  <c:v>2.4767801857584981E-2</c:v>
                </c:pt>
                <c:pt idx="790">
                  <c:v>-1.4853977844914379E-2</c:v>
                </c:pt>
                <c:pt idx="791">
                  <c:v>5.6222846920521707E-3</c:v>
                </c:pt>
                <c:pt idx="792">
                  <c:v>-1.1435832274459989E-2</c:v>
                </c:pt>
                <c:pt idx="793">
                  <c:v>-1.7223650385604139E-2</c:v>
                </c:pt>
                <c:pt idx="794">
                  <c:v>2.8773214752810805E-3</c:v>
                </c:pt>
                <c:pt idx="795">
                  <c:v>2.8690662493480179E-3</c:v>
                </c:pt>
                <c:pt idx="796">
                  <c:v>-2.0806241872561748E-2</c:v>
                </c:pt>
                <c:pt idx="797">
                  <c:v>1.1686586985391711E-2</c:v>
                </c:pt>
                <c:pt idx="798">
                  <c:v>1.2076660540824458E-2</c:v>
                </c:pt>
                <c:pt idx="799">
                  <c:v>-1.7898832684824839E-2</c:v>
                </c:pt>
                <c:pt idx="800">
                  <c:v>-4.4902271526678916E-3</c:v>
                </c:pt>
                <c:pt idx="801">
                  <c:v>-1.6184664367206114E-2</c:v>
                </c:pt>
                <c:pt idx="802">
                  <c:v>-2.5889967637540479E-2</c:v>
                </c:pt>
                <c:pt idx="803">
                  <c:v>-5.6755260243632311E-2</c:v>
                </c:pt>
                <c:pt idx="804">
                  <c:v>-3.1405928969768127E-2</c:v>
                </c:pt>
                <c:pt idx="805">
                  <c:v>8.9090909090909109E-2</c:v>
                </c:pt>
                <c:pt idx="806">
                  <c:v>-3.7284362826933704E-2</c:v>
                </c:pt>
                <c:pt idx="807">
                  <c:v>1.4450867052023142E-2</c:v>
                </c:pt>
                <c:pt idx="808">
                  <c:v>1.3960113960113985E-2</c:v>
                </c:pt>
                <c:pt idx="809">
                  <c:v>-2.8097780275349038E-4</c:v>
                </c:pt>
                <c:pt idx="810">
                  <c:v>5.1714446318156249E-2</c:v>
                </c:pt>
                <c:pt idx="811">
                  <c:v>6.4136825227152361E-3</c:v>
                </c:pt>
                <c:pt idx="812">
                  <c:v>3.9830058417418268E-3</c:v>
                </c:pt>
                <c:pt idx="813">
                  <c:v>-3.4382438508331337E-3</c:v>
                </c:pt>
                <c:pt idx="814">
                  <c:v>2.5477707006369421E-2</c:v>
                </c:pt>
                <c:pt idx="815">
                  <c:v>-1.4751552795031042E-2</c:v>
                </c:pt>
                <c:pt idx="816">
                  <c:v>1.654846335697413E-2</c:v>
                </c:pt>
                <c:pt idx="817">
                  <c:v>-7.2351421188631138E-3</c:v>
                </c:pt>
                <c:pt idx="818">
                  <c:v>1.9000520562207246E-2</c:v>
                </c:pt>
                <c:pt idx="819">
                  <c:v>2.2222222222222143E-2</c:v>
                </c:pt>
                <c:pt idx="820">
                  <c:v>3.9980009995002064E-3</c:v>
                </c:pt>
                <c:pt idx="821">
                  <c:v>-1.0950721752115533E-2</c:v>
                </c:pt>
                <c:pt idx="822">
                  <c:v>4.2778057372925282E-3</c:v>
                </c:pt>
                <c:pt idx="823">
                  <c:v>4.9862189927336376E-2</c:v>
                </c:pt>
                <c:pt idx="824">
                  <c:v>-8.591885441527447E-3</c:v>
                </c:pt>
                <c:pt idx="825">
                  <c:v>-3.033220991815111E-2</c:v>
                </c:pt>
                <c:pt idx="826">
                  <c:v>-6.4548162859980884E-3</c:v>
                </c:pt>
                <c:pt idx="827">
                  <c:v>1.5492253873063522E-2</c:v>
                </c:pt>
                <c:pt idx="828">
                  <c:v>-7.8740157480314821E-3</c:v>
                </c:pt>
                <c:pt idx="829">
                  <c:v>2.4801587301587213E-2</c:v>
                </c:pt>
                <c:pt idx="830">
                  <c:v>-6.776379477250738E-3</c:v>
                </c:pt>
                <c:pt idx="831">
                  <c:v>7.7972709551659136E-3</c:v>
                </c:pt>
                <c:pt idx="832">
                  <c:v>-5.8027079303676343E-3</c:v>
                </c:pt>
                <c:pt idx="833">
                  <c:v>-2.4319066147859836E-3</c:v>
                </c:pt>
                <c:pt idx="834">
                  <c:v>-4.3881033642125811E-3</c:v>
                </c:pt>
                <c:pt idx="835">
                  <c:v>-3.5014691478942095E-2</c:v>
                </c:pt>
                <c:pt idx="836">
                  <c:v>-7.3585384420198352E-3</c:v>
                </c:pt>
                <c:pt idx="837">
                  <c:v>-1.5593047034764718E-2</c:v>
                </c:pt>
                <c:pt idx="838">
                  <c:v>2.7005972474681839E-2</c:v>
                </c:pt>
                <c:pt idx="839">
                  <c:v>1.8457648546144068E-2</c:v>
                </c:pt>
                <c:pt idx="840">
                  <c:v>7.9443892750743483E-3</c:v>
                </c:pt>
                <c:pt idx="841">
                  <c:v>-2.1921182266009809E-2</c:v>
                </c:pt>
                <c:pt idx="842">
                  <c:v>2.6945353815159834E-2</c:v>
                </c:pt>
                <c:pt idx="843">
                  <c:v>-5.5664541441883264E-2</c:v>
                </c:pt>
                <c:pt idx="844">
                  <c:v>-3.3757465593352576E-3</c:v>
                </c:pt>
                <c:pt idx="845">
                  <c:v>-1.980198019801982E-2</c:v>
                </c:pt>
                <c:pt idx="846">
                  <c:v>-3.2429558745348142E-2</c:v>
                </c:pt>
                <c:pt idx="847">
                  <c:v>-1.4010989010989072E-2</c:v>
                </c:pt>
                <c:pt idx="848">
                  <c:v>2.5912510448592885E-2</c:v>
                </c:pt>
                <c:pt idx="849">
                  <c:v>-1.0320478001086375E-2</c:v>
                </c:pt>
                <c:pt idx="850">
                  <c:v>2.5795828759604955E-2</c:v>
                </c:pt>
                <c:pt idx="851">
                  <c:v>-3.477795612627077E-2</c:v>
                </c:pt>
                <c:pt idx="852">
                  <c:v>1.330376940133049E-2</c:v>
                </c:pt>
                <c:pt idx="853">
                  <c:v>-3.1455142231947453E-2</c:v>
                </c:pt>
                <c:pt idx="854">
                  <c:v>2.8240609997176591E-4</c:v>
                </c:pt>
                <c:pt idx="855">
                  <c:v>1.2987012987013102E-2</c:v>
                </c:pt>
                <c:pt idx="856">
                  <c:v>-8.9186176142697082E-3</c:v>
                </c:pt>
                <c:pt idx="857">
                  <c:v>-7.311586051743646E-3</c:v>
                </c:pt>
                <c:pt idx="858">
                  <c:v>1.0481586402266263E-2</c:v>
                </c:pt>
                <c:pt idx="859">
                  <c:v>3.0557891785814473E-2</c:v>
                </c:pt>
                <c:pt idx="860">
                  <c:v>1.8498367791077053E-2</c:v>
                </c:pt>
                <c:pt idx="861">
                  <c:v>1.255341880341887E-2</c:v>
                </c:pt>
                <c:pt idx="862">
                  <c:v>-4.2996570825639679E-2</c:v>
                </c:pt>
                <c:pt idx="863">
                  <c:v>-2.0672546857772867E-2</c:v>
                </c:pt>
                <c:pt idx="864">
                  <c:v>2.0264565156205894E-2</c:v>
                </c:pt>
                <c:pt idx="865">
                  <c:v>-1.9586206896551772E-2</c:v>
                </c:pt>
                <c:pt idx="866">
                  <c:v>1.6038266741699614E-2</c:v>
                </c:pt>
                <c:pt idx="867">
                  <c:v>-1.938521185267239E-2</c:v>
                </c:pt>
                <c:pt idx="868">
                  <c:v>2.1745269697825531E-2</c:v>
                </c:pt>
                <c:pt idx="869">
                  <c:v>-2.4322830292979547E-2</c:v>
                </c:pt>
                <c:pt idx="870">
                  <c:v>-1.6147308781869651E-2</c:v>
                </c:pt>
                <c:pt idx="871">
                  <c:v>-4.2902389864670432E-2</c:v>
                </c:pt>
                <c:pt idx="872">
                  <c:v>-2.135980746089039E-2</c:v>
                </c:pt>
                <c:pt idx="873">
                  <c:v>3.2892714417460667E-2</c:v>
                </c:pt>
                <c:pt idx="874">
                  <c:v>-7.1428571428571175E-3</c:v>
                </c:pt>
                <c:pt idx="875">
                  <c:v>2.9976019184652092E-3</c:v>
                </c:pt>
                <c:pt idx="876">
                  <c:v>2.8093245666467315E-2</c:v>
                </c:pt>
                <c:pt idx="877">
                  <c:v>1.7151162790697505E-2</c:v>
                </c:pt>
                <c:pt idx="878">
                  <c:v>-5.4301228922548628E-3</c:v>
                </c:pt>
                <c:pt idx="879">
                  <c:v>1.2068965517241237E-2</c:v>
                </c:pt>
                <c:pt idx="880">
                  <c:v>2.0442930153321992E-2</c:v>
                </c:pt>
                <c:pt idx="881">
                  <c:v>-1.1129660545353359E-2</c:v>
                </c:pt>
                <c:pt idx="882">
                  <c:v>6.4715813168261249E-3</c:v>
                </c:pt>
                <c:pt idx="883">
                  <c:v>-1.9289907743919477E-2</c:v>
                </c:pt>
                <c:pt idx="884">
                  <c:v>-1.1402508551882073E-3</c:v>
                </c:pt>
                <c:pt idx="885">
                  <c:v>1.3984018264840303E-2</c:v>
                </c:pt>
                <c:pt idx="886">
                  <c:v>2.3923444976076569E-2</c:v>
                </c:pt>
                <c:pt idx="887">
                  <c:v>1.6492578339746267E-3</c:v>
                </c:pt>
                <c:pt idx="888">
                  <c:v>1.0702524698134042E-2</c:v>
                </c:pt>
                <c:pt idx="889">
                  <c:v>2.633722508824321E-2</c:v>
                </c:pt>
                <c:pt idx="890">
                  <c:v>8.9947089947088887E-3</c:v>
                </c:pt>
                <c:pt idx="891">
                  <c:v>1.5731515469323831E-3</c:v>
                </c:pt>
                <c:pt idx="892">
                  <c:v>-6.5445026178010401E-3</c:v>
                </c:pt>
                <c:pt idx="893">
                  <c:v>-2.1080368906456481E-3</c:v>
                </c:pt>
                <c:pt idx="894">
                  <c:v>-4.7531027198309816E-3</c:v>
                </c:pt>
                <c:pt idx="895">
                  <c:v>2.440965773414705E-2</c:v>
                </c:pt>
                <c:pt idx="896">
                  <c:v>1.2432012432012307E-2</c:v>
                </c:pt>
                <c:pt idx="897">
                  <c:v>4.3489383474035748E-3</c:v>
                </c:pt>
                <c:pt idx="898">
                  <c:v>-1.4773306164034716E-2</c:v>
                </c:pt>
                <c:pt idx="899">
                  <c:v>1.9648397104446547E-2</c:v>
                </c:pt>
                <c:pt idx="900">
                  <c:v>1.2677484787018134E-3</c:v>
                </c:pt>
                <c:pt idx="901">
                  <c:v>4.0516586477590266E-3</c:v>
                </c:pt>
                <c:pt idx="902">
                  <c:v>-1.8915510718789386E-2</c:v>
                </c:pt>
                <c:pt idx="903">
                  <c:v>1.053984575835476E-2</c:v>
                </c:pt>
                <c:pt idx="904">
                  <c:v>3.8921394047316094E-2</c:v>
                </c:pt>
                <c:pt idx="905">
                  <c:v>9.7943192948091173E-3</c:v>
                </c:pt>
                <c:pt idx="906">
                  <c:v>3.3947623666343851E-3</c:v>
                </c:pt>
                <c:pt idx="907">
                  <c:v>1.0633156114064679E-2</c:v>
                </c:pt>
                <c:pt idx="908">
                  <c:v>1.4825442372070841E-2</c:v>
                </c:pt>
                <c:pt idx="909">
                  <c:v>-8.482563619227057E-3</c:v>
                </c:pt>
                <c:pt idx="910">
                  <c:v>-1.0931558935361241E-2</c:v>
                </c:pt>
                <c:pt idx="911">
                  <c:v>1.2493993272465032E-2</c:v>
                </c:pt>
                <c:pt idx="912">
                  <c:v>-1.8035121025154144E-2</c:v>
                </c:pt>
                <c:pt idx="913">
                  <c:v>7.2498791686805841E-3</c:v>
                </c:pt>
                <c:pt idx="914">
                  <c:v>4.7984644913627861E-3</c:v>
                </c:pt>
                <c:pt idx="915">
                  <c:v>-1.9102196752627254E-3</c:v>
                </c:pt>
                <c:pt idx="916">
                  <c:v>-4.3062200956938135E-3</c:v>
                </c:pt>
                <c:pt idx="917">
                  <c:v>-8.6496876501681585E-3</c:v>
                </c:pt>
                <c:pt idx="918">
                  <c:v>1.2118274357731496E-2</c:v>
                </c:pt>
                <c:pt idx="919">
                  <c:v>-1.6762452107279668E-2</c:v>
                </c:pt>
                <c:pt idx="920">
                  <c:v>-1.1203117389186557E-2</c:v>
                </c:pt>
                <c:pt idx="921">
                  <c:v>9.8522167487669066E-4</c:v>
                </c:pt>
                <c:pt idx="922">
                  <c:v>1.1318897637795367E-2</c:v>
                </c:pt>
                <c:pt idx="923">
                  <c:v>1.4598540145986938E-3</c:v>
                </c:pt>
                <c:pt idx="924">
                  <c:v>-2.8911564625850428E-2</c:v>
                </c:pt>
                <c:pt idx="925">
                  <c:v>-6.5048786589941843E-3</c:v>
                </c:pt>
                <c:pt idx="926">
                  <c:v>-1.2843112566104264E-2</c:v>
                </c:pt>
                <c:pt idx="927">
                  <c:v>-1.4285714285714346E-2</c:v>
                </c:pt>
                <c:pt idx="928">
                  <c:v>-6.9875776397515521E-3</c:v>
                </c:pt>
                <c:pt idx="929">
                  <c:v>2.5019546520719471E-2</c:v>
                </c:pt>
                <c:pt idx="930">
                  <c:v>-3.0511060259344025E-2</c:v>
                </c:pt>
                <c:pt idx="931">
                  <c:v>6.0319958038290711E-3</c:v>
                </c:pt>
                <c:pt idx="932">
                  <c:v>1.2252346193952102E-2</c:v>
                </c:pt>
                <c:pt idx="933">
                  <c:v>7.7259850630961857E-4</c:v>
                </c:pt>
                <c:pt idx="934">
                  <c:v>6.4333504889346749E-3</c:v>
                </c:pt>
                <c:pt idx="935">
                  <c:v>2.1222193812324042E-2</c:v>
                </c:pt>
                <c:pt idx="936">
                  <c:v>-2.0781171757636385E-2</c:v>
                </c:pt>
                <c:pt idx="937">
                  <c:v>2.5313219125543185E-2</c:v>
                </c:pt>
                <c:pt idx="938">
                  <c:v>-5.4862842892767771E-3</c:v>
                </c:pt>
                <c:pt idx="939">
                  <c:v>-1.4292878635907669E-2</c:v>
                </c:pt>
                <c:pt idx="940">
                  <c:v>-2.543881963877892E-4</c:v>
                </c:pt>
                <c:pt idx="941">
                  <c:v>-1.4758269720101858E-2</c:v>
                </c:pt>
                <c:pt idx="942">
                  <c:v>1.3688016528925706E-2</c:v>
                </c:pt>
                <c:pt idx="943">
                  <c:v>-2.2675159235668763E-2</c:v>
                </c:pt>
                <c:pt idx="944">
                  <c:v>-8.6027111574557003E-3</c:v>
                </c:pt>
                <c:pt idx="945">
                  <c:v>2.2876676308177801E-2</c:v>
                </c:pt>
                <c:pt idx="946">
                  <c:v>1.053984575835476E-2</c:v>
                </c:pt>
                <c:pt idx="947">
                  <c:v>-6.8684813024676439E-3</c:v>
                </c:pt>
                <c:pt idx="948">
                  <c:v>-2.6383196721311397E-2</c:v>
                </c:pt>
                <c:pt idx="949">
                  <c:v>8.6819258089974038E-3</c:v>
                </c:pt>
                <c:pt idx="950">
                  <c:v>-1.0172143974960801E-2</c:v>
                </c:pt>
                <c:pt idx="951">
                  <c:v>3.5046113306982818E-2</c:v>
                </c:pt>
                <c:pt idx="952">
                  <c:v>-1.6293279022403295E-2</c:v>
                </c:pt>
                <c:pt idx="953">
                  <c:v>6.2111801242237252E-3</c:v>
                </c:pt>
                <c:pt idx="954">
                  <c:v>-2.4434156378600802E-2</c:v>
                </c:pt>
                <c:pt idx="955">
                  <c:v>-1.0018455048774078E-2</c:v>
                </c:pt>
                <c:pt idx="956">
                  <c:v>1.2250332889480742E-2</c:v>
                </c:pt>
                <c:pt idx="957">
                  <c:v>-5.7879505393318986E-3</c:v>
                </c:pt>
                <c:pt idx="958">
                  <c:v>-1.1907912146070343E-2</c:v>
                </c:pt>
                <c:pt idx="959">
                  <c:v>3.2137118371720064E-3</c:v>
                </c:pt>
                <c:pt idx="960">
                  <c:v>2.1890016017084957E-2</c:v>
                </c:pt>
                <c:pt idx="961">
                  <c:v>1.097178683385569E-2</c:v>
                </c:pt>
                <c:pt idx="962">
                  <c:v>-8.5271317829457294E-3</c:v>
                </c:pt>
                <c:pt idx="963">
                  <c:v>2.3455824863174435E-3</c:v>
                </c:pt>
                <c:pt idx="964">
                  <c:v>-1.0920436817472789E-2</c:v>
                </c:pt>
                <c:pt idx="965">
                  <c:v>2.0241850683491158E-2</c:v>
                </c:pt>
                <c:pt idx="966">
                  <c:v>2.5766555011594861E-2</c:v>
                </c:pt>
                <c:pt idx="967">
                  <c:v>-5.5262496860086774E-3</c:v>
                </c:pt>
                <c:pt idx="968">
                  <c:v>-3.5362465269006549E-3</c:v>
                </c:pt>
                <c:pt idx="969">
                  <c:v>8.365019011406849E-3</c:v>
                </c:pt>
                <c:pt idx="970">
                  <c:v>3.0165912518853588E-3</c:v>
                </c:pt>
                <c:pt idx="971">
                  <c:v>-2.0050125313283429E-3</c:v>
                </c:pt>
                <c:pt idx="972">
                  <c:v>-1.5821195379206454E-2</c:v>
                </c:pt>
                <c:pt idx="973">
                  <c:v>3.5723398826232877E-3</c:v>
                </c:pt>
                <c:pt idx="974">
                  <c:v>2.4154589371980784E-2</c:v>
                </c:pt>
                <c:pt idx="975">
                  <c:v>-4.4687189672294458E-3</c:v>
                </c:pt>
                <c:pt idx="976">
                  <c:v>1.8952618453865311E-2</c:v>
                </c:pt>
                <c:pt idx="977">
                  <c:v>-6.3631913852179034E-3</c:v>
                </c:pt>
                <c:pt idx="978">
                  <c:v>3.0541871921182295E-2</c:v>
                </c:pt>
                <c:pt idx="979">
                  <c:v>2.8680688336522042E-3</c:v>
                </c:pt>
                <c:pt idx="980">
                  <c:v>-9.0562440419447165E-3</c:v>
                </c:pt>
                <c:pt idx="981">
                  <c:v>1.4430014430013571E-3</c:v>
                </c:pt>
                <c:pt idx="982">
                  <c:v>-1.1047070124879821E-2</c:v>
                </c:pt>
                <c:pt idx="983">
                  <c:v>0</c:v>
                </c:pt>
                <c:pt idx="984">
                  <c:v>1.1170471102476931E-2</c:v>
                </c:pt>
                <c:pt idx="985">
                  <c:v>8.6455331412105263E-3</c:v>
                </c:pt>
                <c:pt idx="986">
                  <c:v>1.9047619047618536E-3</c:v>
                </c:pt>
                <c:pt idx="987">
                  <c:v>4.7528517110273505E-4</c:v>
                </c:pt>
                <c:pt idx="988">
                  <c:v>0</c:v>
                </c:pt>
                <c:pt idx="989">
                  <c:v>-2.3752969121140222E-3</c:v>
                </c:pt>
                <c:pt idx="990">
                  <c:v>1.4285714285715567E-3</c:v>
                </c:pt>
                <c:pt idx="991">
                  <c:v>-8.5592011412268798E-3</c:v>
                </c:pt>
                <c:pt idx="992">
                  <c:v>1.6306954436450916E-2</c:v>
                </c:pt>
                <c:pt idx="993">
                  <c:v>1.9820670127418616E-2</c:v>
                </c:pt>
                <c:pt idx="994">
                  <c:v>-7.4039796390559243E-3</c:v>
                </c:pt>
                <c:pt idx="995">
                  <c:v>5.12820512820511E-3</c:v>
                </c:pt>
                <c:pt idx="996">
                  <c:v>-2.5510204081632626E-2</c:v>
                </c:pt>
                <c:pt idx="997">
                  <c:v>-9.5192765349827457E-4</c:v>
                </c:pt>
                <c:pt idx="998">
                  <c:v>-3.8113387327298742E-3</c:v>
                </c:pt>
                <c:pt idx="999">
                  <c:v>1.4347202295552641E-3</c:v>
                </c:pt>
                <c:pt idx="1000">
                  <c:v>4.7755491881567025E-3</c:v>
                </c:pt>
                <c:pt idx="1001">
                  <c:v>8.0798479087451636E-3</c:v>
                </c:pt>
                <c:pt idx="1002">
                  <c:v>-4.7147571900041374E-4</c:v>
                </c:pt>
                <c:pt idx="1003">
                  <c:v>-1.3207547169811429E-2</c:v>
                </c:pt>
                <c:pt idx="1004">
                  <c:v>-1.2906309751434031E-2</c:v>
                </c:pt>
                <c:pt idx="1005">
                  <c:v>-7.7481840193703855E-3</c:v>
                </c:pt>
                <c:pt idx="1006">
                  <c:v>-1.7081503172279189E-2</c:v>
                </c:pt>
                <c:pt idx="1007">
                  <c:v>5.9582919563057057E-3</c:v>
                </c:pt>
                <c:pt idx="1008">
                  <c:v>-1.184600197433372E-2</c:v>
                </c:pt>
                <c:pt idx="1009">
                  <c:v>-7.4925074925075164E-3</c:v>
                </c:pt>
                <c:pt idx="1010">
                  <c:v>1.761449421238126E-3</c:v>
                </c:pt>
                <c:pt idx="1011">
                  <c:v>5.0238633509169794E-4</c:v>
                </c:pt>
                <c:pt idx="1012">
                  <c:v>1.9332161687170446E-2</c:v>
                </c:pt>
                <c:pt idx="1013">
                  <c:v>-1.379310344827589E-2</c:v>
                </c:pt>
                <c:pt idx="1014">
                  <c:v>1.1488511488511488E-2</c:v>
                </c:pt>
                <c:pt idx="1015">
                  <c:v>6.4197530864198438E-3</c:v>
                </c:pt>
                <c:pt idx="1016">
                  <c:v>1.1285574092247286E-2</c:v>
                </c:pt>
                <c:pt idx="1017">
                  <c:v>-9.7040271712756088E-4</c:v>
                </c:pt>
                <c:pt idx="1018">
                  <c:v>1.4570179698882857E-2</c:v>
                </c:pt>
                <c:pt idx="1019">
                  <c:v>3.3987553853518371E-2</c:v>
                </c:pt>
                <c:pt idx="1020">
                  <c:v>-1.157407407407407E-2</c:v>
                </c:pt>
                <c:pt idx="1021">
                  <c:v>1.5925058548009297E-2</c:v>
                </c:pt>
                <c:pt idx="1022">
                  <c:v>-9.220839096358846E-4</c:v>
                </c:pt>
                <c:pt idx="1023">
                  <c:v>4.1532071988925612E-3</c:v>
                </c:pt>
                <c:pt idx="1024">
                  <c:v>-1.3786764705882026E-3</c:v>
                </c:pt>
                <c:pt idx="1025">
                  <c:v>1.8407731247123804E-2</c:v>
                </c:pt>
                <c:pt idx="1026">
                  <c:v>6.3262539539086227E-3</c:v>
                </c:pt>
                <c:pt idx="1027">
                  <c:v>-1.4818140996856632E-2</c:v>
                </c:pt>
                <c:pt idx="1028">
                  <c:v>1.458523245214205E-2</c:v>
                </c:pt>
                <c:pt idx="1029">
                  <c:v>6.7385444743934819E-3</c:v>
                </c:pt>
                <c:pt idx="1030">
                  <c:v>-3.1236055332440893E-3</c:v>
                </c:pt>
                <c:pt idx="1031">
                  <c:v>5.3715308863024891E-3</c:v>
                </c:pt>
                <c:pt idx="1032">
                  <c:v>1.2911843276936841E-2</c:v>
                </c:pt>
                <c:pt idx="1033">
                  <c:v>2.2857142857142909E-2</c:v>
                </c:pt>
                <c:pt idx="1034">
                  <c:v>-1.2892135797163418E-3</c:v>
                </c:pt>
                <c:pt idx="1035">
                  <c:v>-1.5060240963855387E-2</c:v>
                </c:pt>
                <c:pt idx="1036">
                  <c:v>4.8055919615552778E-3</c:v>
                </c:pt>
                <c:pt idx="1037">
                  <c:v>7.3043478260869543E-2</c:v>
                </c:pt>
                <c:pt idx="1038">
                  <c:v>-1.9448946515397081E-2</c:v>
                </c:pt>
                <c:pt idx="1039">
                  <c:v>7.4380165289256173E-3</c:v>
                </c:pt>
                <c:pt idx="1040">
                  <c:v>8.2034454470878426E-3</c:v>
                </c:pt>
                <c:pt idx="1041">
                  <c:v>6.1025223759154645E-3</c:v>
                </c:pt>
                <c:pt idx="1042">
                  <c:v>1.1726647796198808E-2</c:v>
                </c:pt>
                <c:pt idx="1043">
                  <c:v>-3.0375699440447601E-2</c:v>
                </c:pt>
                <c:pt idx="1044">
                  <c:v>1.4427040395713187E-2</c:v>
                </c:pt>
                <c:pt idx="1045">
                  <c:v>-1.6253555465258751E-3</c:v>
                </c:pt>
                <c:pt idx="1046">
                  <c:v>1.3024013024013126E-2</c:v>
                </c:pt>
                <c:pt idx="1047">
                  <c:v>6.8300522298110344E-3</c:v>
                </c:pt>
                <c:pt idx="1048">
                  <c:v>-6.3846767757381739E-3</c:v>
                </c:pt>
                <c:pt idx="1049">
                  <c:v>-8.0321285140562138E-3</c:v>
                </c:pt>
                <c:pt idx="1050">
                  <c:v>-3.6437246963563208E-3</c:v>
                </c:pt>
                <c:pt idx="1051">
                  <c:v>-2.4380333197886461E-3</c:v>
                </c:pt>
                <c:pt idx="1052">
                  <c:v>6.109979633401208E-3</c:v>
                </c:pt>
                <c:pt idx="1053">
                  <c:v>-8.9068825910930682E-3</c:v>
                </c:pt>
                <c:pt idx="1054">
                  <c:v>8.5784313725489891E-3</c:v>
                </c:pt>
                <c:pt idx="1055">
                  <c:v>-6.4803564196030949E-3</c:v>
                </c:pt>
                <c:pt idx="1056">
                  <c:v>3.2613126783529456E-3</c:v>
                </c:pt>
                <c:pt idx="1057">
                  <c:v>9.7521332791548065E-3</c:v>
                </c:pt>
                <c:pt idx="1058">
                  <c:v>3.1790744466800636E-2</c:v>
                </c:pt>
                <c:pt idx="1059">
                  <c:v>-2.7301092043681141E-3</c:v>
                </c:pt>
                <c:pt idx="1060">
                  <c:v>-2.7375831052013355E-3</c:v>
                </c:pt>
                <c:pt idx="1061">
                  <c:v>-3.9215686274507444E-4</c:v>
                </c:pt>
                <c:pt idx="1062">
                  <c:v>-7.846214201647661E-3</c:v>
                </c:pt>
                <c:pt idx="1063">
                  <c:v>-1.7793594306049876E-2</c:v>
                </c:pt>
                <c:pt idx="1064">
                  <c:v>-2.4557165861513686E-2</c:v>
                </c:pt>
                <c:pt idx="1065">
                  <c:v>1.114321089558401E-2</c:v>
                </c:pt>
                <c:pt idx="1066">
                  <c:v>-1.7142857142857126E-2</c:v>
                </c:pt>
                <c:pt idx="1067">
                  <c:v>2.9900332225913484E-2</c:v>
                </c:pt>
                <c:pt idx="1068">
                  <c:v>-2.4193548387096753E-2</c:v>
                </c:pt>
                <c:pt idx="1069">
                  <c:v>7.8512396694214726E-3</c:v>
                </c:pt>
                <c:pt idx="1070">
                  <c:v>1.2300123001230068E-2</c:v>
                </c:pt>
                <c:pt idx="1071">
                  <c:v>4.4552450384771625E-3</c:v>
                </c:pt>
                <c:pt idx="1072">
                  <c:v>-1.2096774193548487E-3</c:v>
                </c:pt>
                <c:pt idx="1073">
                  <c:v>-1.5341138473960347E-2</c:v>
                </c:pt>
                <c:pt idx="1074">
                  <c:v>1.2710127101271063E-2</c:v>
                </c:pt>
                <c:pt idx="1075">
                  <c:v>-4.0485829959514552E-3</c:v>
                </c:pt>
                <c:pt idx="1076">
                  <c:v>6.910569105690989E-3</c:v>
                </c:pt>
                <c:pt idx="1077">
                  <c:v>-5.2482842147758557E-3</c:v>
                </c:pt>
                <c:pt idx="1078">
                  <c:v>1.1769480519480569E-2</c:v>
                </c:pt>
                <c:pt idx="1079">
                  <c:v>-6.0168471720818406E-3</c:v>
                </c:pt>
                <c:pt idx="1080">
                  <c:v>2.0177562550443007E-3</c:v>
                </c:pt>
                <c:pt idx="1081">
                  <c:v>2.4164317358035259E-3</c:v>
                </c:pt>
                <c:pt idx="1082">
                  <c:v>0</c:v>
                </c:pt>
                <c:pt idx="1083">
                  <c:v>1.165126556850149E-2</c:v>
                </c:pt>
                <c:pt idx="1084">
                  <c:v>1.1914217633042234E-3</c:v>
                </c:pt>
                <c:pt idx="1085">
                  <c:v>1.229670765569213E-2</c:v>
                </c:pt>
                <c:pt idx="1086">
                  <c:v>1.7241379310344973E-2</c:v>
                </c:pt>
                <c:pt idx="1087">
                  <c:v>-1.5793528505392951E-2</c:v>
                </c:pt>
                <c:pt idx="1088">
                  <c:v>-7.8277886497057914E-4</c:v>
                </c:pt>
                <c:pt idx="1089">
                  <c:v>-3.1335683509596812E-3</c:v>
                </c:pt>
                <c:pt idx="1090">
                  <c:v>-1.1001964636542239E-2</c:v>
                </c:pt>
                <c:pt idx="1091">
                  <c:v>1.5891934843066391E-3</c:v>
                </c:pt>
                <c:pt idx="1092">
                  <c:v>9.5200317334391826E-3</c:v>
                </c:pt>
                <c:pt idx="1093">
                  <c:v>-7.8585461689584246E-4</c:v>
                </c:pt>
                <c:pt idx="1094">
                  <c:v>-1.0617381046008734E-2</c:v>
                </c:pt>
                <c:pt idx="1095">
                  <c:v>-1.1923688394276377E-3</c:v>
                </c:pt>
                <c:pt idx="1096">
                  <c:v>3.9793076004774885E-3</c:v>
                </c:pt>
                <c:pt idx="1097">
                  <c:v>-1.189060642092743E-2</c:v>
                </c:pt>
                <c:pt idx="1098">
                  <c:v>1.524267950260727E-2</c:v>
                </c:pt>
                <c:pt idx="1099">
                  <c:v>4.7016989332279824E-2</c:v>
                </c:pt>
                <c:pt idx="1100">
                  <c:v>1.6981132075471805E-2</c:v>
                </c:pt>
                <c:pt idx="1101">
                  <c:v>-2.2263450834880683E-3</c:v>
                </c:pt>
                <c:pt idx="1102">
                  <c:v>3.7188545927853145E-3</c:v>
                </c:pt>
                <c:pt idx="1103">
                  <c:v>-7.0396443127083153E-3</c:v>
                </c:pt>
                <c:pt idx="1104">
                  <c:v>5.2238805970148405E-3</c:v>
                </c:pt>
                <c:pt idx="1105">
                  <c:v>1.1135857461024523E-2</c:v>
                </c:pt>
                <c:pt idx="1106">
                  <c:v>-7.7092511013214793E-3</c:v>
                </c:pt>
                <c:pt idx="1107">
                  <c:v>1.8497965223824853E-3</c:v>
                </c:pt>
                <c:pt idx="1108">
                  <c:v>-1.8463810930575697E-3</c:v>
                </c:pt>
                <c:pt idx="1109">
                  <c:v>1.2208657047724891E-2</c:v>
                </c:pt>
                <c:pt idx="1110">
                  <c:v>8.4064327485378065E-3</c:v>
                </c:pt>
                <c:pt idx="1111">
                  <c:v>1.0511054729974711E-2</c:v>
                </c:pt>
                <c:pt idx="1112">
                  <c:v>-3.3357245337159336E-2</c:v>
                </c:pt>
                <c:pt idx="1113">
                  <c:v>-1.4842300556586308E-2</c:v>
                </c:pt>
                <c:pt idx="1114">
                  <c:v>4.8964218455744835E-3</c:v>
                </c:pt>
                <c:pt idx="1115">
                  <c:v>1.836581709145424E-2</c:v>
                </c:pt>
                <c:pt idx="1116">
                  <c:v>-6.2569009937430975E-3</c:v>
                </c:pt>
                <c:pt idx="1117">
                  <c:v>1.1111111111110628E-3</c:v>
                </c:pt>
                <c:pt idx="1118">
                  <c:v>-1.3688494265630791E-2</c:v>
                </c:pt>
                <c:pt idx="1119">
                  <c:v>1.7629407351837934E-2</c:v>
                </c:pt>
                <c:pt idx="1120">
                  <c:v>2.8750460744563222E-2</c:v>
                </c:pt>
                <c:pt idx="1121">
                  <c:v>-3.2246506628449412E-3</c:v>
                </c:pt>
                <c:pt idx="1122">
                  <c:v>0</c:v>
                </c:pt>
                <c:pt idx="1123">
                  <c:v>-7.1890726096333069E-3</c:v>
                </c:pt>
                <c:pt idx="1124">
                  <c:v>1.4482259232442285E-3</c:v>
                </c:pt>
                <c:pt idx="1125">
                  <c:v>-7.2306579898784307E-4</c:v>
                </c:pt>
                <c:pt idx="1126">
                  <c:v>1.3024602026049381E-2</c:v>
                </c:pt>
                <c:pt idx="1127">
                  <c:v>-1.7857142857142794E-3</c:v>
                </c:pt>
                <c:pt idx="1128">
                  <c:v>6.4400715563506239E-3</c:v>
                </c:pt>
                <c:pt idx="1129">
                  <c:v>-2.4884464984002985E-3</c:v>
                </c:pt>
                <c:pt idx="1130">
                  <c:v>2.4946543121882048E-3</c:v>
                </c:pt>
                <c:pt idx="1131">
                  <c:v>-3.5549235691445524E-4</c:v>
                </c:pt>
                <c:pt idx="1132">
                  <c:v>-3.2005689900426182E-3</c:v>
                </c:pt>
                <c:pt idx="1133">
                  <c:v>2.4973242953978403E-3</c:v>
                </c:pt>
                <c:pt idx="1134">
                  <c:v>-3.2028469750888799E-3</c:v>
                </c:pt>
                <c:pt idx="1135">
                  <c:v>8.9253837915030942E-3</c:v>
                </c:pt>
                <c:pt idx="1136">
                  <c:v>-3.5385704175513455E-3</c:v>
                </c:pt>
                <c:pt idx="1137">
                  <c:v>8.1676136363635354E-3</c:v>
                </c:pt>
                <c:pt idx="1138">
                  <c:v>2.6065516026770208E-2</c:v>
                </c:pt>
                <c:pt idx="1139">
                  <c:v>1.6134569172674196E-2</c:v>
                </c:pt>
                <c:pt idx="1140">
                  <c:v>1.1824324324324342E-2</c:v>
                </c:pt>
                <c:pt idx="1141">
                  <c:v>-1.0684474123539234E-2</c:v>
                </c:pt>
                <c:pt idx="1142">
                  <c:v>-5.7374282821464062E-3</c:v>
                </c:pt>
                <c:pt idx="1143">
                  <c:v>4.0733197556008793E-3</c:v>
                </c:pt>
                <c:pt idx="1144">
                  <c:v>-2.8059499661933773E-2</c:v>
                </c:pt>
                <c:pt idx="1145">
                  <c:v>2.4347826086956736E-3</c:v>
                </c:pt>
                <c:pt idx="1146">
                  <c:v>4.5107564191533278E-3</c:v>
                </c:pt>
                <c:pt idx="1147">
                  <c:v>2.0725388601037231E-3</c:v>
                </c:pt>
                <c:pt idx="1148">
                  <c:v>-1.7235436056531883E-3</c:v>
                </c:pt>
                <c:pt idx="1149">
                  <c:v>-2.7624309392265678E-3</c:v>
                </c:pt>
                <c:pt idx="1150">
                  <c:v>1.4196675900276956E-2</c:v>
                </c:pt>
                <c:pt idx="1151">
                  <c:v>-2.7313076135198067E-3</c:v>
                </c:pt>
                <c:pt idx="1152">
                  <c:v>-1.0612803834303408E-2</c:v>
                </c:pt>
                <c:pt idx="1153">
                  <c:v>-2.7681660899654403E-3</c:v>
                </c:pt>
                <c:pt idx="1154">
                  <c:v>-7.6335877862595547E-3</c:v>
                </c:pt>
                <c:pt idx="1155">
                  <c:v>2.447552447552459E-3</c:v>
                </c:pt>
                <c:pt idx="1156">
                  <c:v>1.0463899546564459E-3</c:v>
                </c:pt>
                <c:pt idx="1157">
                  <c:v>3.4843205574919267E-4</c:v>
                </c:pt>
                <c:pt idx="1158">
                  <c:v>-3.4831069313827623E-3</c:v>
                </c:pt>
                <c:pt idx="1159">
                  <c:v>1.9923103809856624E-2</c:v>
                </c:pt>
                <c:pt idx="1160">
                  <c:v>1.3708019191225329E-3</c:v>
                </c:pt>
                <c:pt idx="1161">
                  <c:v>-2.7378507871321789E-3</c:v>
                </c:pt>
                <c:pt idx="1162">
                  <c:v>-5.14756348661638E-3</c:v>
                </c:pt>
                <c:pt idx="1163">
                  <c:v>-3.1045187995859536E-3</c:v>
                </c:pt>
                <c:pt idx="1164">
                  <c:v>-3.1141868512110094E-3</c:v>
                </c:pt>
                <c:pt idx="1165">
                  <c:v>-9.3717459215552079E-3</c:v>
                </c:pt>
                <c:pt idx="1166">
                  <c:v>-1.226348983882275E-2</c:v>
                </c:pt>
                <c:pt idx="1167">
                  <c:v>2.4831500532105366E-3</c:v>
                </c:pt>
                <c:pt idx="1168">
                  <c:v>3.5385704175494581E-4</c:v>
                </c:pt>
                <c:pt idx="1169">
                  <c:v>2.0516448532012843E-2</c:v>
                </c:pt>
                <c:pt idx="1170">
                  <c:v>-1.1438474870017368E-2</c:v>
                </c:pt>
                <c:pt idx="1171">
                  <c:v>1.0168302945301688E-2</c:v>
                </c:pt>
                <c:pt idx="1172">
                  <c:v>4.165220409579895E-3</c:v>
                </c:pt>
                <c:pt idx="1173">
                  <c:v>-1.7628759073626044E-2</c:v>
                </c:pt>
                <c:pt idx="1174">
                  <c:v>-1.6185784658690916E-2</c:v>
                </c:pt>
                <c:pt idx="1175">
                  <c:v>2.2532188841201561E-2</c:v>
                </c:pt>
                <c:pt idx="1176">
                  <c:v>4.8968170689054347E-3</c:v>
                </c:pt>
                <c:pt idx="1177">
                  <c:v>-3.4806822137145588E-4</c:v>
                </c:pt>
                <c:pt idx="1178">
                  <c:v>-5.2228412256267731E-3</c:v>
                </c:pt>
                <c:pt idx="1179">
                  <c:v>3.850192509625483E-3</c:v>
                </c:pt>
                <c:pt idx="1180">
                  <c:v>7.670850767085069E-3</c:v>
                </c:pt>
                <c:pt idx="1181">
                  <c:v>1.4186851211072771E-2</c:v>
                </c:pt>
                <c:pt idx="1182">
                  <c:v>3.7529853292390669E-3</c:v>
                </c:pt>
                <c:pt idx="1183">
                  <c:v>-4.0788579197824637E-3</c:v>
                </c:pt>
                <c:pt idx="1184">
                  <c:v>-3.0034129692832812E-2</c:v>
                </c:pt>
                <c:pt idx="1185">
                  <c:v>-2.4630541871920597E-3</c:v>
                </c:pt>
                <c:pt idx="1186">
                  <c:v>5.9964726631391851E-3</c:v>
                </c:pt>
                <c:pt idx="1187">
                  <c:v>-1.5427769985974726E-2</c:v>
                </c:pt>
                <c:pt idx="1188">
                  <c:v>-7.1225071225071712E-3</c:v>
                </c:pt>
                <c:pt idx="1189">
                  <c:v>1.7934002869439691E-3</c:v>
                </c:pt>
                <c:pt idx="1190">
                  <c:v>3.9384174722518761E-3</c:v>
                </c:pt>
                <c:pt idx="1191">
                  <c:v>-3.9229671897288432E-3</c:v>
                </c:pt>
                <c:pt idx="1192">
                  <c:v>-3.9384174722520982E-3</c:v>
                </c:pt>
                <c:pt idx="1193">
                  <c:v>1.3659237958303372E-2</c:v>
                </c:pt>
                <c:pt idx="1194">
                  <c:v>7.0921985815601829E-3</c:v>
                </c:pt>
                <c:pt idx="1195">
                  <c:v>-1.4788732394366177E-2</c:v>
                </c:pt>
                <c:pt idx="1196">
                  <c:v>6.0757684060042116E-3</c:v>
                </c:pt>
                <c:pt idx="1197">
                  <c:v>2.0248667850799151E-2</c:v>
                </c:pt>
                <c:pt idx="1198">
                  <c:v>-4.6657381615598847E-2</c:v>
                </c:pt>
                <c:pt idx="1199">
                  <c:v>-2.9218407596786067E-3</c:v>
                </c:pt>
                <c:pt idx="1200">
                  <c:v>-1.098901098901095E-3</c:v>
                </c:pt>
                <c:pt idx="1201">
                  <c:v>-5.8672533920057779E-3</c:v>
                </c:pt>
                <c:pt idx="1202">
                  <c:v>5.9018812246403041E-3</c:v>
                </c:pt>
                <c:pt idx="1203">
                  <c:v>2.0535386872020611E-2</c:v>
                </c:pt>
                <c:pt idx="1204">
                  <c:v>5.030542579949504E-3</c:v>
                </c:pt>
                <c:pt idx="1205">
                  <c:v>1.1083303539506595E-2</c:v>
                </c:pt>
                <c:pt idx="1206">
                  <c:v>-5.657708628005742E-3</c:v>
                </c:pt>
                <c:pt idx="1207">
                  <c:v>7.1123755334281391E-3</c:v>
                </c:pt>
                <c:pt idx="1208">
                  <c:v>-1.4124293785310327E-3</c:v>
                </c:pt>
                <c:pt idx="1209">
                  <c:v>1.2022630834511938E-2</c:v>
                </c:pt>
                <c:pt idx="1210">
                  <c:v>-1.1180992313067795E-2</c:v>
                </c:pt>
                <c:pt idx="1211">
                  <c:v>2.9328621908127239E-2</c:v>
                </c:pt>
                <c:pt idx="1212">
                  <c:v>1.029866117404854E-3</c:v>
                </c:pt>
                <c:pt idx="1213">
                  <c:v>1.1659807956104107E-2</c:v>
                </c:pt>
                <c:pt idx="1214">
                  <c:v>7.4576271186439502E-3</c:v>
                </c:pt>
                <c:pt idx="1215">
                  <c:v>4.0376850605652326E-3</c:v>
                </c:pt>
                <c:pt idx="1216">
                  <c:v>-1.6085790884718398E-2</c:v>
                </c:pt>
                <c:pt idx="1217">
                  <c:v>-1.6689373297002819E-2</c:v>
                </c:pt>
                <c:pt idx="1218">
                  <c:v>-1.2469691721510134E-2</c:v>
                </c:pt>
                <c:pt idx="1219">
                  <c:v>-2.4552788495266764E-3</c:v>
                </c:pt>
                <c:pt idx="1220">
                  <c:v>5.9774964838257283E-3</c:v>
                </c:pt>
                <c:pt idx="1221">
                  <c:v>-4.1943376441805347E-3</c:v>
                </c:pt>
                <c:pt idx="1222">
                  <c:v>-1.4040014040013205E-3</c:v>
                </c:pt>
                <c:pt idx="1223">
                  <c:v>-5.2724077328646368E-3</c:v>
                </c:pt>
                <c:pt idx="1224">
                  <c:v>-1.4134275618373771E-3</c:v>
                </c:pt>
                <c:pt idx="1225">
                  <c:v>-2.8308563340411208E-3</c:v>
                </c:pt>
                <c:pt idx="1226">
                  <c:v>1.3129879347054674E-2</c:v>
                </c:pt>
                <c:pt idx="1227">
                  <c:v>5.9544658493870806E-3</c:v>
                </c:pt>
                <c:pt idx="1228">
                  <c:v>5.6058495821727172E-2</c:v>
                </c:pt>
                <c:pt idx="1229">
                  <c:v>1.7804154302670572E-2</c:v>
                </c:pt>
                <c:pt idx="1230">
                  <c:v>1.0366051182377767E-2</c:v>
                </c:pt>
                <c:pt idx="1231">
                  <c:v>-3.206155819172829E-3</c:v>
                </c:pt>
                <c:pt idx="1232">
                  <c:v>1.0935992280476148E-2</c:v>
                </c:pt>
                <c:pt idx="1233">
                  <c:v>5.4088450524976128E-3</c:v>
                </c:pt>
                <c:pt idx="1234">
                  <c:v>-4.1139240506329333E-3</c:v>
                </c:pt>
                <c:pt idx="1235">
                  <c:v>2.0019065776930356E-2</c:v>
                </c:pt>
                <c:pt idx="1236">
                  <c:v>9.3457943925232545E-3</c:v>
                </c:pt>
                <c:pt idx="1237">
                  <c:v>4.3209876543208736E-3</c:v>
                </c:pt>
                <c:pt idx="1238">
                  <c:v>-3.0731407498452157E-4</c:v>
                </c:pt>
                <c:pt idx="1239">
                  <c:v>1.321856747617578E-2</c:v>
                </c:pt>
                <c:pt idx="1240">
                  <c:v>7.2815533980581382E-3</c:v>
                </c:pt>
                <c:pt idx="1241">
                  <c:v>-5.7228915662650426E-3</c:v>
                </c:pt>
                <c:pt idx="1242">
                  <c:v>1.5752802181157266E-2</c:v>
                </c:pt>
                <c:pt idx="1243">
                  <c:v>-9.5436922159259918E-3</c:v>
                </c:pt>
                <c:pt idx="1244">
                  <c:v>1.1743450767840891E-2</c:v>
                </c:pt>
                <c:pt idx="1245">
                  <c:v>3.2738095238096232E-3</c:v>
                </c:pt>
                <c:pt idx="1246">
                  <c:v>-2.0765351527738396E-3</c:v>
                </c:pt>
                <c:pt idx="1247">
                  <c:v>-2.9726516052318575E-3</c:v>
                </c:pt>
                <c:pt idx="1248">
                  <c:v>-1.4311270125223485E-2</c:v>
                </c:pt>
                <c:pt idx="1249">
                  <c:v>-5.4446460980036582E-3</c:v>
                </c:pt>
                <c:pt idx="1250">
                  <c:v>-5.7785888077860337E-3</c:v>
                </c:pt>
                <c:pt idx="1251">
                  <c:v>2.5695931477516254E-2</c:v>
                </c:pt>
                <c:pt idx="1252">
                  <c:v>5.3683268714583843E-3</c:v>
                </c:pt>
                <c:pt idx="1253">
                  <c:v>-2.9664787896777067E-4</c:v>
                </c:pt>
                <c:pt idx="1254">
                  <c:v>1.0979228486646786E-2</c:v>
                </c:pt>
                <c:pt idx="1255">
                  <c:v>9.0989140005870439E-3</c:v>
                </c:pt>
                <c:pt idx="1256">
                  <c:v>-3.7812681791740133E-3</c:v>
                </c:pt>
                <c:pt idx="1257">
                  <c:v>-1.0218978102189746E-2</c:v>
                </c:pt>
                <c:pt idx="1258">
                  <c:v>-2.3008849557522137E-2</c:v>
                </c:pt>
                <c:pt idx="1259">
                  <c:v>-1.1171497584541057E-2</c:v>
                </c:pt>
                <c:pt idx="1260">
                  <c:v>-3.4198473282442743E-2</c:v>
                </c:pt>
                <c:pt idx="1261">
                  <c:v>2.2130888397091653E-3</c:v>
                </c:pt>
                <c:pt idx="1262">
                  <c:v>-8.5173501577286981E-3</c:v>
                </c:pt>
                <c:pt idx="1263">
                  <c:v>-2.4498886414253906E-2</c:v>
                </c:pt>
                <c:pt idx="1264">
                  <c:v>-5.5446836268755462E-3</c:v>
                </c:pt>
                <c:pt idx="1265">
                  <c:v>-1.6398819285011745E-3</c:v>
                </c:pt>
                <c:pt idx="1266">
                  <c:v>0</c:v>
                </c:pt>
                <c:pt idx="1267">
                  <c:v>2.6281208935612366E-3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647-49E0-9038-9756CAD439F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647511072"/>
        <c:axId val="1647512032"/>
      </c:lineChart>
      <c:dateAx>
        <c:axId val="1647511072"/>
        <c:scaling>
          <c:orientation val="minMax"/>
        </c:scaling>
        <c:delete val="0"/>
        <c:axPos val="b"/>
        <c:numFmt formatCode="dd\-mmm\-yyyy" sourceLinked="1"/>
        <c:majorTickMark val="out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1647512032"/>
        <c:crosses val="autoZero"/>
        <c:auto val="1"/>
        <c:lblOffset val="100"/>
        <c:baseTimeUnit val="days"/>
      </c:dateAx>
      <c:valAx>
        <c:axId val="164751203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164751107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chemeClr val="bg1"/>
    </a:solidFill>
    <a:ln w="25400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it-IT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1"/>
          <c:order val="1"/>
          <c:tx>
            <c:v>Volatilità RACE.MI</c:v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Volatilità!$A$2:$A$1270</c:f>
              <c:numCache>
                <c:formatCode>dd\-mmm\-yyyy</c:formatCode>
                <c:ptCount val="1269"/>
                <c:pt idx="0">
                  <c:v>43467</c:v>
                </c:pt>
                <c:pt idx="1">
                  <c:v>43468</c:v>
                </c:pt>
                <c:pt idx="2">
                  <c:v>43469</c:v>
                </c:pt>
                <c:pt idx="3">
                  <c:v>43472</c:v>
                </c:pt>
                <c:pt idx="4">
                  <c:v>43473</c:v>
                </c:pt>
                <c:pt idx="5">
                  <c:v>43474</c:v>
                </c:pt>
                <c:pt idx="6">
                  <c:v>43475</c:v>
                </c:pt>
                <c:pt idx="7">
                  <c:v>43476</c:v>
                </c:pt>
                <c:pt idx="8">
                  <c:v>43479</c:v>
                </c:pt>
                <c:pt idx="9">
                  <c:v>43480</c:v>
                </c:pt>
                <c:pt idx="10">
                  <c:v>43481</c:v>
                </c:pt>
                <c:pt idx="11">
                  <c:v>43482</c:v>
                </c:pt>
                <c:pt idx="12">
                  <c:v>43483</c:v>
                </c:pt>
                <c:pt idx="13">
                  <c:v>43486</c:v>
                </c:pt>
                <c:pt idx="14">
                  <c:v>43487</c:v>
                </c:pt>
                <c:pt idx="15">
                  <c:v>43488</c:v>
                </c:pt>
                <c:pt idx="16">
                  <c:v>43489</c:v>
                </c:pt>
                <c:pt idx="17">
                  <c:v>43490</c:v>
                </c:pt>
                <c:pt idx="18">
                  <c:v>43493</c:v>
                </c:pt>
                <c:pt idx="19">
                  <c:v>43494</c:v>
                </c:pt>
                <c:pt idx="20">
                  <c:v>43495</c:v>
                </c:pt>
                <c:pt idx="21">
                  <c:v>43496</c:v>
                </c:pt>
                <c:pt idx="22">
                  <c:v>43497</c:v>
                </c:pt>
                <c:pt idx="23">
                  <c:v>43500</c:v>
                </c:pt>
                <c:pt idx="24">
                  <c:v>43501</c:v>
                </c:pt>
                <c:pt idx="25">
                  <c:v>43502</c:v>
                </c:pt>
                <c:pt idx="26">
                  <c:v>43503</c:v>
                </c:pt>
                <c:pt idx="27">
                  <c:v>43504</c:v>
                </c:pt>
                <c:pt idx="28">
                  <c:v>43507</c:v>
                </c:pt>
                <c:pt idx="29">
                  <c:v>43508</c:v>
                </c:pt>
                <c:pt idx="30">
                  <c:v>43509</c:v>
                </c:pt>
                <c:pt idx="31">
                  <c:v>43510</c:v>
                </c:pt>
                <c:pt idx="32">
                  <c:v>43511</c:v>
                </c:pt>
                <c:pt idx="33">
                  <c:v>43514</c:v>
                </c:pt>
                <c:pt idx="34">
                  <c:v>43515</c:v>
                </c:pt>
                <c:pt idx="35">
                  <c:v>43516</c:v>
                </c:pt>
                <c:pt idx="36">
                  <c:v>43517</c:v>
                </c:pt>
                <c:pt idx="37">
                  <c:v>43518</c:v>
                </c:pt>
                <c:pt idx="38">
                  <c:v>43521</c:v>
                </c:pt>
                <c:pt idx="39">
                  <c:v>43522</c:v>
                </c:pt>
                <c:pt idx="40">
                  <c:v>43523</c:v>
                </c:pt>
                <c:pt idx="41">
                  <c:v>43524</c:v>
                </c:pt>
                <c:pt idx="42">
                  <c:v>43525</c:v>
                </c:pt>
                <c:pt idx="43">
                  <c:v>43528</c:v>
                </c:pt>
                <c:pt idx="44">
                  <c:v>43529</c:v>
                </c:pt>
                <c:pt idx="45">
                  <c:v>43530</c:v>
                </c:pt>
                <c:pt idx="46">
                  <c:v>43531</c:v>
                </c:pt>
                <c:pt idx="47">
                  <c:v>43532</c:v>
                </c:pt>
                <c:pt idx="48">
                  <c:v>43535</c:v>
                </c:pt>
                <c:pt idx="49">
                  <c:v>43536</c:v>
                </c:pt>
                <c:pt idx="50">
                  <c:v>43537</c:v>
                </c:pt>
                <c:pt idx="51">
                  <c:v>43538</c:v>
                </c:pt>
                <c:pt idx="52">
                  <c:v>43539</c:v>
                </c:pt>
                <c:pt idx="53">
                  <c:v>43542</c:v>
                </c:pt>
                <c:pt idx="54">
                  <c:v>43543</c:v>
                </c:pt>
                <c:pt idx="55">
                  <c:v>43544</c:v>
                </c:pt>
                <c:pt idx="56">
                  <c:v>43545</c:v>
                </c:pt>
                <c:pt idx="57">
                  <c:v>43546</c:v>
                </c:pt>
                <c:pt idx="58">
                  <c:v>43549</c:v>
                </c:pt>
                <c:pt idx="59">
                  <c:v>43550</c:v>
                </c:pt>
                <c:pt idx="60">
                  <c:v>43551</c:v>
                </c:pt>
                <c:pt idx="61">
                  <c:v>43552</c:v>
                </c:pt>
                <c:pt idx="62">
                  <c:v>43553</c:v>
                </c:pt>
                <c:pt idx="63">
                  <c:v>43556</c:v>
                </c:pt>
                <c:pt idx="64">
                  <c:v>43557</c:v>
                </c:pt>
                <c:pt idx="65">
                  <c:v>43558</c:v>
                </c:pt>
                <c:pt idx="66">
                  <c:v>43559</c:v>
                </c:pt>
                <c:pt idx="67">
                  <c:v>43560</c:v>
                </c:pt>
                <c:pt idx="68">
                  <c:v>43563</c:v>
                </c:pt>
                <c:pt idx="69">
                  <c:v>43564</c:v>
                </c:pt>
                <c:pt idx="70">
                  <c:v>43565</c:v>
                </c:pt>
                <c:pt idx="71">
                  <c:v>43566</c:v>
                </c:pt>
                <c:pt idx="72">
                  <c:v>43567</c:v>
                </c:pt>
                <c:pt idx="73">
                  <c:v>43570</c:v>
                </c:pt>
                <c:pt idx="74">
                  <c:v>43571</c:v>
                </c:pt>
                <c:pt idx="75">
                  <c:v>43572</c:v>
                </c:pt>
                <c:pt idx="76">
                  <c:v>43573</c:v>
                </c:pt>
                <c:pt idx="77">
                  <c:v>43578</c:v>
                </c:pt>
                <c:pt idx="78">
                  <c:v>43579</c:v>
                </c:pt>
                <c:pt idx="79">
                  <c:v>43580</c:v>
                </c:pt>
                <c:pt idx="80">
                  <c:v>43581</c:v>
                </c:pt>
                <c:pt idx="81">
                  <c:v>43584</c:v>
                </c:pt>
                <c:pt idx="82">
                  <c:v>43585</c:v>
                </c:pt>
                <c:pt idx="83">
                  <c:v>43587</c:v>
                </c:pt>
                <c:pt idx="84">
                  <c:v>43588</c:v>
                </c:pt>
                <c:pt idx="85">
                  <c:v>43591</c:v>
                </c:pt>
                <c:pt idx="86">
                  <c:v>43592</c:v>
                </c:pt>
                <c:pt idx="87">
                  <c:v>43593</c:v>
                </c:pt>
                <c:pt idx="88">
                  <c:v>43594</c:v>
                </c:pt>
                <c:pt idx="89">
                  <c:v>43595</c:v>
                </c:pt>
                <c:pt idx="90">
                  <c:v>43598</c:v>
                </c:pt>
                <c:pt idx="91">
                  <c:v>43599</c:v>
                </c:pt>
                <c:pt idx="92">
                  <c:v>43600</c:v>
                </c:pt>
                <c:pt idx="93">
                  <c:v>43601</c:v>
                </c:pt>
                <c:pt idx="94">
                  <c:v>43602</c:v>
                </c:pt>
                <c:pt idx="95">
                  <c:v>43605</c:v>
                </c:pt>
                <c:pt idx="96">
                  <c:v>43606</c:v>
                </c:pt>
                <c:pt idx="97">
                  <c:v>43607</c:v>
                </c:pt>
                <c:pt idx="98">
                  <c:v>43608</c:v>
                </c:pt>
                <c:pt idx="99">
                  <c:v>43609</c:v>
                </c:pt>
                <c:pt idx="100">
                  <c:v>43612</c:v>
                </c:pt>
                <c:pt idx="101">
                  <c:v>43613</c:v>
                </c:pt>
                <c:pt idx="102">
                  <c:v>43614</c:v>
                </c:pt>
                <c:pt idx="103">
                  <c:v>43615</c:v>
                </c:pt>
                <c:pt idx="104">
                  <c:v>43616</c:v>
                </c:pt>
                <c:pt idx="105">
                  <c:v>43619</c:v>
                </c:pt>
                <c:pt idx="106">
                  <c:v>43620</c:v>
                </c:pt>
                <c:pt idx="107">
                  <c:v>43621</c:v>
                </c:pt>
                <c:pt idx="108">
                  <c:v>43622</c:v>
                </c:pt>
                <c:pt idx="109">
                  <c:v>43623</c:v>
                </c:pt>
                <c:pt idx="110">
                  <c:v>43627</c:v>
                </c:pt>
                <c:pt idx="111">
                  <c:v>43628</c:v>
                </c:pt>
                <c:pt idx="112">
                  <c:v>43629</c:v>
                </c:pt>
                <c:pt idx="113">
                  <c:v>43630</c:v>
                </c:pt>
                <c:pt idx="114">
                  <c:v>43633</c:v>
                </c:pt>
                <c:pt idx="115">
                  <c:v>43634</c:v>
                </c:pt>
                <c:pt idx="116">
                  <c:v>43635</c:v>
                </c:pt>
                <c:pt idx="117">
                  <c:v>43636</c:v>
                </c:pt>
                <c:pt idx="118">
                  <c:v>43637</c:v>
                </c:pt>
                <c:pt idx="119">
                  <c:v>43640</c:v>
                </c:pt>
                <c:pt idx="120">
                  <c:v>43641</c:v>
                </c:pt>
                <c:pt idx="121">
                  <c:v>43642</c:v>
                </c:pt>
                <c:pt idx="122">
                  <c:v>43643</c:v>
                </c:pt>
                <c:pt idx="123">
                  <c:v>43644</c:v>
                </c:pt>
                <c:pt idx="124">
                  <c:v>43647</c:v>
                </c:pt>
                <c:pt idx="125">
                  <c:v>43648</c:v>
                </c:pt>
                <c:pt idx="126">
                  <c:v>43649</c:v>
                </c:pt>
                <c:pt idx="127">
                  <c:v>43650</c:v>
                </c:pt>
                <c:pt idx="128">
                  <c:v>43651</c:v>
                </c:pt>
                <c:pt idx="129">
                  <c:v>43654</c:v>
                </c:pt>
                <c:pt idx="130">
                  <c:v>43655</c:v>
                </c:pt>
                <c:pt idx="131">
                  <c:v>43656</c:v>
                </c:pt>
                <c:pt idx="132">
                  <c:v>43657</c:v>
                </c:pt>
                <c:pt idx="133">
                  <c:v>43658</c:v>
                </c:pt>
                <c:pt idx="134">
                  <c:v>43661</c:v>
                </c:pt>
                <c:pt idx="135">
                  <c:v>43662</c:v>
                </c:pt>
                <c:pt idx="136">
                  <c:v>43663</c:v>
                </c:pt>
                <c:pt idx="137">
                  <c:v>43664</c:v>
                </c:pt>
                <c:pt idx="138">
                  <c:v>43665</c:v>
                </c:pt>
                <c:pt idx="139">
                  <c:v>43668</c:v>
                </c:pt>
                <c:pt idx="140">
                  <c:v>43669</c:v>
                </c:pt>
                <c:pt idx="141">
                  <c:v>43670</c:v>
                </c:pt>
                <c:pt idx="142">
                  <c:v>43671</c:v>
                </c:pt>
                <c:pt idx="143">
                  <c:v>43672</c:v>
                </c:pt>
                <c:pt idx="144">
                  <c:v>43675</c:v>
                </c:pt>
                <c:pt idx="145">
                  <c:v>43676</c:v>
                </c:pt>
                <c:pt idx="146">
                  <c:v>43677</c:v>
                </c:pt>
                <c:pt idx="147">
                  <c:v>43678</c:v>
                </c:pt>
                <c:pt idx="148">
                  <c:v>43679</c:v>
                </c:pt>
                <c:pt idx="149">
                  <c:v>43682</c:v>
                </c:pt>
                <c:pt idx="150">
                  <c:v>43683</c:v>
                </c:pt>
                <c:pt idx="151">
                  <c:v>43684</c:v>
                </c:pt>
                <c:pt idx="152">
                  <c:v>43685</c:v>
                </c:pt>
                <c:pt idx="153">
                  <c:v>43686</c:v>
                </c:pt>
                <c:pt idx="154">
                  <c:v>43689</c:v>
                </c:pt>
                <c:pt idx="155">
                  <c:v>43690</c:v>
                </c:pt>
                <c:pt idx="156">
                  <c:v>43691</c:v>
                </c:pt>
                <c:pt idx="157">
                  <c:v>43693</c:v>
                </c:pt>
                <c:pt idx="158">
                  <c:v>43696</c:v>
                </c:pt>
                <c:pt idx="159">
                  <c:v>43697</c:v>
                </c:pt>
                <c:pt idx="160">
                  <c:v>43698</c:v>
                </c:pt>
                <c:pt idx="161">
                  <c:v>43699</c:v>
                </c:pt>
                <c:pt idx="162">
                  <c:v>43700</c:v>
                </c:pt>
                <c:pt idx="163">
                  <c:v>43703</c:v>
                </c:pt>
                <c:pt idx="164">
                  <c:v>43704</c:v>
                </c:pt>
                <c:pt idx="165">
                  <c:v>43705</c:v>
                </c:pt>
                <c:pt idx="166">
                  <c:v>43706</c:v>
                </c:pt>
                <c:pt idx="167">
                  <c:v>43707</c:v>
                </c:pt>
                <c:pt idx="168">
                  <c:v>43710</c:v>
                </c:pt>
                <c:pt idx="169">
                  <c:v>43711</c:v>
                </c:pt>
                <c:pt idx="170">
                  <c:v>43712</c:v>
                </c:pt>
                <c:pt idx="171">
                  <c:v>43713</c:v>
                </c:pt>
                <c:pt idx="172">
                  <c:v>43714</c:v>
                </c:pt>
                <c:pt idx="173">
                  <c:v>43717</c:v>
                </c:pt>
                <c:pt idx="174">
                  <c:v>43718</c:v>
                </c:pt>
                <c:pt idx="175">
                  <c:v>43719</c:v>
                </c:pt>
                <c:pt idx="176">
                  <c:v>43720</c:v>
                </c:pt>
                <c:pt idx="177">
                  <c:v>43721</c:v>
                </c:pt>
                <c:pt idx="178">
                  <c:v>43724</c:v>
                </c:pt>
                <c:pt idx="179">
                  <c:v>43725</c:v>
                </c:pt>
                <c:pt idx="180">
                  <c:v>43726</c:v>
                </c:pt>
                <c:pt idx="181">
                  <c:v>43727</c:v>
                </c:pt>
                <c:pt idx="182">
                  <c:v>43728</c:v>
                </c:pt>
                <c:pt idx="183">
                  <c:v>43731</c:v>
                </c:pt>
                <c:pt idx="184">
                  <c:v>43732</c:v>
                </c:pt>
                <c:pt idx="185">
                  <c:v>43733</c:v>
                </c:pt>
                <c:pt idx="186">
                  <c:v>43734</c:v>
                </c:pt>
                <c:pt idx="187">
                  <c:v>43735</c:v>
                </c:pt>
                <c:pt idx="188">
                  <c:v>43738</c:v>
                </c:pt>
                <c:pt idx="189">
                  <c:v>43739</c:v>
                </c:pt>
                <c:pt idx="190">
                  <c:v>43740</c:v>
                </c:pt>
                <c:pt idx="191">
                  <c:v>43742</c:v>
                </c:pt>
                <c:pt idx="192">
                  <c:v>43745</c:v>
                </c:pt>
                <c:pt idx="193">
                  <c:v>43746</c:v>
                </c:pt>
                <c:pt idx="194">
                  <c:v>43747</c:v>
                </c:pt>
                <c:pt idx="195">
                  <c:v>43748</c:v>
                </c:pt>
                <c:pt idx="196">
                  <c:v>43749</c:v>
                </c:pt>
                <c:pt idx="197">
                  <c:v>43752</c:v>
                </c:pt>
                <c:pt idx="198">
                  <c:v>43753</c:v>
                </c:pt>
                <c:pt idx="199">
                  <c:v>43754</c:v>
                </c:pt>
                <c:pt idx="200">
                  <c:v>43755</c:v>
                </c:pt>
                <c:pt idx="201">
                  <c:v>43756</c:v>
                </c:pt>
                <c:pt idx="202">
                  <c:v>43759</c:v>
                </c:pt>
                <c:pt idx="203">
                  <c:v>43760</c:v>
                </c:pt>
                <c:pt idx="204">
                  <c:v>43761</c:v>
                </c:pt>
                <c:pt idx="205">
                  <c:v>43762</c:v>
                </c:pt>
                <c:pt idx="206">
                  <c:v>43763</c:v>
                </c:pt>
                <c:pt idx="207">
                  <c:v>43766</c:v>
                </c:pt>
                <c:pt idx="208">
                  <c:v>43767</c:v>
                </c:pt>
                <c:pt idx="209">
                  <c:v>43768</c:v>
                </c:pt>
                <c:pt idx="210">
                  <c:v>43769</c:v>
                </c:pt>
                <c:pt idx="211">
                  <c:v>43770</c:v>
                </c:pt>
                <c:pt idx="212">
                  <c:v>43773</c:v>
                </c:pt>
                <c:pt idx="213">
                  <c:v>43774</c:v>
                </c:pt>
                <c:pt idx="214">
                  <c:v>43775</c:v>
                </c:pt>
                <c:pt idx="215">
                  <c:v>43776</c:v>
                </c:pt>
                <c:pt idx="216">
                  <c:v>43777</c:v>
                </c:pt>
                <c:pt idx="217">
                  <c:v>43780</c:v>
                </c:pt>
                <c:pt idx="218">
                  <c:v>43781</c:v>
                </c:pt>
                <c:pt idx="219">
                  <c:v>43782</c:v>
                </c:pt>
                <c:pt idx="220">
                  <c:v>43783</c:v>
                </c:pt>
                <c:pt idx="221">
                  <c:v>43784</c:v>
                </c:pt>
                <c:pt idx="222">
                  <c:v>43787</c:v>
                </c:pt>
                <c:pt idx="223">
                  <c:v>43788</c:v>
                </c:pt>
                <c:pt idx="224">
                  <c:v>43789</c:v>
                </c:pt>
                <c:pt idx="225">
                  <c:v>43790</c:v>
                </c:pt>
                <c:pt idx="226">
                  <c:v>43791</c:v>
                </c:pt>
                <c:pt idx="227">
                  <c:v>43794</c:v>
                </c:pt>
                <c:pt idx="228">
                  <c:v>43795</c:v>
                </c:pt>
                <c:pt idx="229">
                  <c:v>43796</c:v>
                </c:pt>
                <c:pt idx="230">
                  <c:v>43797</c:v>
                </c:pt>
                <c:pt idx="231">
                  <c:v>43798</c:v>
                </c:pt>
                <c:pt idx="232">
                  <c:v>43801</c:v>
                </c:pt>
                <c:pt idx="233">
                  <c:v>43802</c:v>
                </c:pt>
                <c:pt idx="234">
                  <c:v>43803</c:v>
                </c:pt>
                <c:pt idx="235">
                  <c:v>43804</c:v>
                </c:pt>
                <c:pt idx="236">
                  <c:v>43805</c:v>
                </c:pt>
                <c:pt idx="237">
                  <c:v>43808</c:v>
                </c:pt>
                <c:pt idx="238">
                  <c:v>43809</c:v>
                </c:pt>
                <c:pt idx="239">
                  <c:v>43810</c:v>
                </c:pt>
                <c:pt idx="240">
                  <c:v>43811</c:v>
                </c:pt>
                <c:pt idx="241">
                  <c:v>43812</c:v>
                </c:pt>
                <c:pt idx="242">
                  <c:v>43815</c:v>
                </c:pt>
                <c:pt idx="243">
                  <c:v>43816</c:v>
                </c:pt>
                <c:pt idx="244">
                  <c:v>43817</c:v>
                </c:pt>
                <c:pt idx="245">
                  <c:v>43818</c:v>
                </c:pt>
                <c:pt idx="246">
                  <c:v>43819</c:v>
                </c:pt>
                <c:pt idx="247">
                  <c:v>43822</c:v>
                </c:pt>
                <c:pt idx="248">
                  <c:v>43826</c:v>
                </c:pt>
                <c:pt idx="249">
                  <c:v>43829</c:v>
                </c:pt>
                <c:pt idx="250">
                  <c:v>43832</c:v>
                </c:pt>
                <c:pt idx="251">
                  <c:v>43833</c:v>
                </c:pt>
                <c:pt idx="252">
                  <c:v>43836</c:v>
                </c:pt>
                <c:pt idx="253">
                  <c:v>43837</c:v>
                </c:pt>
                <c:pt idx="254">
                  <c:v>43838</c:v>
                </c:pt>
                <c:pt idx="255">
                  <c:v>43839</c:v>
                </c:pt>
                <c:pt idx="256">
                  <c:v>43840</c:v>
                </c:pt>
                <c:pt idx="257">
                  <c:v>43843</c:v>
                </c:pt>
                <c:pt idx="258">
                  <c:v>43844</c:v>
                </c:pt>
                <c:pt idx="259">
                  <c:v>43845</c:v>
                </c:pt>
                <c:pt idx="260">
                  <c:v>43846</c:v>
                </c:pt>
                <c:pt idx="261">
                  <c:v>43847</c:v>
                </c:pt>
                <c:pt idx="262">
                  <c:v>43850</c:v>
                </c:pt>
                <c:pt idx="263">
                  <c:v>43851</c:v>
                </c:pt>
                <c:pt idx="264">
                  <c:v>43852</c:v>
                </c:pt>
                <c:pt idx="265">
                  <c:v>43853</c:v>
                </c:pt>
                <c:pt idx="266">
                  <c:v>43854</c:v>
                </c:pt>
                <c:pt idx="267">
                  <c:v>43857</c:v>
                </c:pt>
                <c:pt idx="268">
                  <c:v>43858</c:v>
                </c:pt>
                <c:pt idx="269">
                  <c:v>43859</c:v>
                </c:pt>
                <c:pt idx="270">
                  <c:v>43860</c:v>
                </c:pt>
                <c:pt idx="271">
                  <c:v>43861</c:v>
                </c:pt>
                <c:pt idx="272">
                  <c:v>43864</c:v>
                </c:pt>
                <c:pt idx="273">
                  <c:v>43865</c:v>
                </c:pt>
                <c:pt idx="274">
                  <c:v>43866</c:v>
                </c:pt>
                <c:pt idx="275">
                  <c:v>43867</c:v>
                </c:pt>
                <c:pt idx="276">
                  <c:v>43868</c:v>
                </c:pt>
                <c:pt idx="277">
                  <c:v>43871</c:v>
                </c:pt>
                <c:pt idx="278">
                  <c:v>43872</c:v>
                </c:pt>
                <c:pt idx="279">
                  <c:v>43873</c:v>
                </c:pt>
                <c:pt idx="280">
                  <c:v>43874</c:v>
                </c:pt>
                <c:pt idx="281">
                  <c:v>43875</c:v>
                </c:pt>
                <c:pt idx="282">
                  <c:v>43878</c:v>
                </c:pt>
                <c:pt idx="283">
                  <c:v>43879</c:v>
                </c:pt>
                <c:pt idx="284">
                  <c:v>43880</c:v>
                </c:pt>
                <c:pt idx="285">
                  <c:v>43881</c:v>
                </c:pt>
                <c:pt idx="286">
                  <c:v>43882</c:v>
                </c:pt>
                <c:pt idx="287">
                  <c:v>43885</c:v>
                </c:pt>
                <c:pt idx="288">
                  <c:v>43886</c:v>
                </c:pt>
                <c:pt idx="289">
                  <c:v>43887</c:v>
                </c:pt>
                <c:pt idx="290">
                  <c:v>43888</c:v>
                </c:pt>
                <c:pt idx="291">
                  <c:v>43889</c:v>
                </c:pt>
                <c:pt idx="292">
                  <c:v>43892</c:v>
                </c:pt>
                <c:pt idx="293">
                  <c:v>43893</c:v>
                </c:pt>
                <c:pt idx="294">
                  <c:v>43894</c:v>
                </c:pt>
                <c:pt idx="295">
                  <c:v>43895</c:v>
                </c:pt>
                <c:pt idx="296">
                  <c:v>43896</c:v>
                </c:pt>
                <c:pt idx="297">
                  <c:v>43899</c:v>
                </c:pt>
                <c:pt idx="298">
                  <c:v>43900</c:v>
                </c:pt>
                <c:pt idx="299">
                  <c:v>43901</c:v>
                </c:pt>
                <c:pt idx="300">
                  <c:v>43902</c:v>
                </c:pt>
                <c:pt idx="301">
                  <c:v>43903</c:v>
                </c:pt>
                <c:pt idx="302">
                  <c:v>43906</c:v>
                </c:pt>
                <c:pt idx="303">
                  <c:v>43907</c:v>
                </c:pt>
                <c:pt idx="304">
                  <c:v>43908</c:v>
                </c:pt>
                <c:pt idx="305">
                  <c:v>43909</c:v>
                </c:pt>
                <c:pt idx="306">
                  <c:v>43910</c:v>
                </c:pt>
                <c:pt idx="307">
                  <c:v>43913</c:v>
                </c:pt>
                <c:pt idx="308">
                  <c:v>43914</c:v>
                </c:pt>
                <c:pt idx="309">
                  <c:v>43915</c:v>
                </c:pt>
                <c:pt idx="310">
                  <c:v>43916</c:v>
                </c:pt>
                <c:pt idx="311">
                  <c:v>43917</c:v>
                </c:pt>
                <c:pt idx="312">
                  <c:v>43920</c:v>
                </c:pt>
                <c:pt idx="313">
                  <c:v>43921</c:v>
                </c:pt>
                <c:pt idx="314">
                  <c:v>43922</c:v>
                </c:pt>
                <c:pt idx="315">
                  <c:v>43923</c:v>
                </c:pt>
                <c:pt idx="316">
                  <c:v>43924</c:v>
                </c:pt>
                <c:pt idx="317">
                  <c:v>43927</c:v>
                </c:pt>
                <c:pt idx="318">
                  <c:v>43928</c:v>
                </c:pt>
                <c:pt idx="319">
                  <c:v>43929</c:v>
                </c:pt>
                <c:pt idx="320">
                  <c:v>43930</c:v>
                </c:pt>
                <c:pt idx="321">
                  <c:v>43935</c:v>
                </c:pt>
                <c:pt idx="322">
                  <c:v>43936</c:v>
                </c:pt>
                <c:pt idx="323">
                  <c:v>43937</c:v>
                </c:pt>
                <c:pt idx="324">
                  <c:v>43938</c:v>
                </c:pt>
                <c:pt idx="325">
                  <c:v>43941</c:v>
                </c:pt>
                <c:pt idx="326">
                  <c:v>43942</c:v>
                </c:pt>
                <c:pt idx="327">
                  <c:v>43943</c:v>
                </c:pt>
                <c:pt idx="328">
                  <c:v>43944</c:v>
                </c:pt>
                <c:pt idx="329">
                  <c:v>43945</c:v>
                </c:pt>
                <c:pt idx="330">
                  <c:v>43948</c:v>
                </c:pt>
                <c:pt idx="331">
                  <c:v>43949</c:v>
                </c:pt>
                <c:pt idx="332">
                  <c:v>43950</c:v>
                </c:pt>
                <c:pt idx="333">
                  <c:v>43951</c:v>
                </c:pt>
                <c:pt idx="334">
                  <c:v>43955</c:v>
                </c:pt>
                <c:pt idx="335">
                  <c:v>43956</c:v>
                </c:pt>
                <c:pt idx="336">
                  <c:v>43957</c:v>
                </c:pt>
                <c:pt idx="337">
                  <c:v>43958</c:v>
                </c:pt>
                <c:pt idx="338">
                  <c:v>43959</c:v>
                </c:pt>
                <c:pt idx="339">
                  <c:v>43962</c:v>
                </c:pt>
                <c:pt idx="340">
                  <c:v>43963</c:v>
                </c:pt>
                <c:pt idx="341">
                  <c:v>43964</c:v>
                </c:pt>
                <c:pt idx="342">
                  <c:v>43965</c:v>
                </c:pt>
                <c:pt idx="343">
                  <c:v>43966</c:v>
                </c:pt>
                <c:pt idx="344">
                  <c:v>43969</c:v>
                </c:pt>
                <c:pt idx="345">
                  <c:v>43970</c:v>
                </c:pt>
                <c:pt idx="346">
                  <c:v>43971</c:v>
                </c:pt>
                <c:pt idx="347">
                  <c:v>43972</c:v>
                </c:pt>
                <c:pt idx="348">
                  <c:v>43973</c:v>
                </c:pt>
                <c:pt idx="349">
                  <c:v>43976</c:v>
                </c:pt>
                <c:pt idx="350">
                  <c:v>43977</c:v>
                </c:pt>
                <c:pt idx="351">
                  <c:v>43978</c:v>
                </c:pt>
                <c:pt idx="352">
                  <c:v>43979</c:v>
                </c:pt>
                <c:pt idx="353">
                  <c:v>43980</c:v>
                </c:pt>
                <c:pt idx="354">
                  <c:v>43984</c:v>
                </c:pt>
                <c:pt idx="355">
                  <c:v>43985</c:v>
                </c:pt>
                <c:pt idx="356">
                  <c:v>43986</c:v>
                </c:pt>
                <c:pt idx="357">
                  <c:v>43987</c:v>
                </c:pt>
                <c:pt idx="358">
                  <c:v>43990</c:v>
                </c:pt>
                <c:pt idx="359">
                  <c:v>43991</c:v>
                </c:pt>
                <c:pt idx="360">
                  <c:v>43992</c:v>
                </c:pt>
                <c:pt idx="361">
                  <c:v>43993</c:v>
                </c:pt>
                <c:pt idx="362">
                  <c:v>43994</c:v>
                </c:pt>
                <c:pt idx="363">
                  <c:v>43997</c:v>
                </c:pt>
                <c:pt idx="364">
                  <c:v>43998</c:v>
                </c:pt>
                <c:pt idx="365">
                  <c:v>43999</c:v>
                </c:pt>
                <c:pt idx="366">
                  <c:v>44000</c:v>
                </c:pt>
                <c:pt idx="367">
                  <c:v>44001</c:v>
                </c:pt>
                <c:pt idx="368">
                  <c:v>44004</c:v>
                </c:pt>
                <c:pt idx="369">
                  <c:v>44005</c:v>
                </c:pt>
                <c:pt idx="370">
                  <c:v>44006</c:v>
                </c:pt>
                <c:pt idx="371">
                  <c:v>44007</c:v>
                </c:pt>
                <c:pt idx="372">
                  <c:v>44008</c:v>
                </c:pt>
                <c:pt idx="373">
                  <c:v>44011</c:v>
                </c:pt>
                <c:pt idx="374">
                  <c:v>44012</c:v>
                </c:pt>
                <c:pt idx="375">
                  <c:v>44013</c:v>
                </c:pt>
                <c:pt idx="376">
                  <c:v>44014</c:v>
                </c:pt>
                <c:pt idx="377">
                  <c:v>44015</c:v>
                </c:pt>
                <c:pt idx="378">
                  <c:v>44018</c:v>
                </c:pt>
                <c:pt idx="379">
                  <c:v>44019</c:v>
                </c:pt>
                <c:pt idx="380">
                  <c:v>44020</c:v>
                </c:pt>
                <c:pt idx="381">
                  <c:v>44021</c:v>
                </c:pt>
                <c:pt idx="382">
                  <c:v>44022</c:v>
                </c:pt>
                <c:pt idx="383">
                  <c:v>44025</c:v>
                </c:pt>
                <c:pt idx="384">
                  <c:v>44026</c:v>
                </c:pt>
                <c:pt idx="385">
                  <c:v>44027</c:v>
                </c:pt>
                <c:pt idx="386">
                  <c:v>44028</c:v>
                </c:pt>
                <c:pt idx="387">
                  <c:v>44029</c:v>
                </c:pt>
                <c:pt idx="388">
                  <c:v>44032</c:v>
                </c:pt>
                <c:pt idx="389">
                  <c:v>44033</c:v>
                </c:pt>
                <c:pt idx="390">
                  <c:v>44034</c:v>
                </c:pt>
                <c:pt idx="391">
                  <c:v>44035</c:v>
                </c:pt>
                <c:pt idx="392">
                  <c:v>44036</c:v>
                </c:pt>
                <c:pt idx="393">
                  <c:v>44039</c:v>
                </c:pt>
                <c:pt idx="394">
                  <c:v>44040</c:v>
                </c:pt>
                <c:pt idx="395">
                  <c:v>44041</c:v>
                </c:pt>
                <c:pt idx="396">
                  <c:v>44042</c:v>
                </c:pt>
                <c:pt idx="397">
                  <c:v>44043</c:v>
                </c:pt>
                <c:pt idx="398">
                  <c:v>44046</c:v>
                </c:pt>
                <c:pt idx="399">
                  <c:v>44047</c:v>
                </c:pt>
                <c:pt idx="400">
                  <c:v>44048</c:v>
                </c:pt>
                <c:pt idx="401">
                  <c:v>44049</c:v>
                </c:pt>
                <c:pt idx="402">
                  <c:v>44050</c:v>
                </c:pt>
                <c:pt idx="403">
                  <c:v>44053</c:v>
                </c:pt>
                <c:pt idx="404">
                  <c:v>44054</c:v>
                </c:pt>
                <c:pt idx="405">
                  <c:v>44055</c:v>
                </c:pt>
                <c:pt idx="406">
                  <c:v>44056</c:v>
                </c:pt>
                <c:pt idx="407">
                  <c:v>44057</c:v>
                </c:pt>
                <c:pt idx="408">
                  <c:v>44060</c:v>
                </c:pt>
                <c:pt idx="409">
                  <c:v>44061</c:v>
                </c:pt>
                <c:pt idx="410">
                  <c:v>44062</c:v>
                </c:pt>
                <c:pt idx="411">
                  <c:v>44063</c:v>
                </c:pt>
                <c:pt idx="412">
                  <c:v>44064</c:v>
                </c:pt>
                <c:pt idx="413">
                  <c:v>44067</c:v>
                </c:pt>
                <c:pt idx="414">
                  <c:v>44068</c:v>
                </c:pt>
                <c:pt idx="415">
                  <c:v>44069</c:v>
                </c:pt>
                <c:pt idx="416">
                  <c:v>44070</c:v>
                </c:pt>
                <c:pt idx="417">
                  <c:v>44071</c:v>
                </c:pt>
                <c:pt idx="418">
                  <c:v>44074</c:v>
                </c:pt>
                <c:pt idx="419">
                  <c:v>44075</c:v>
                </c:pt>
                <c:pt idx="420">
                  <c:v>44076</c:v>
                </c:pt>
                <c:pt idx="421">
                  <c:v>44077</c:v>
                </c:pt>
                <c:pt idx="422">
                  <c:v>44078</c:v>
                </c:pt>
                <c:pt idx="423">
                  <c:v>44081</c:v>
                </c:pt>
                <c:pt idx="424">
                  <c:v>44082</c:v>
                </c:pt>
                <c:pt idx="425">
                  <c:v>44083</c:v>
                </c:pt>
                <c:pt idx="426">
                  <c:v>44084</c:v>
                </c:pt>
                <c:pt idx="427">
                  <c:v>44085</c:v>
                </c:pt>
                <c:pt idx="428">
                  <c:v>44088</c:v>
                </c:pt>
                <c:pt idx="429">
                  <c:v>44089</c:v>
                </c:pt>
                <c:pt idx="430">
                  <c:v>44090</c:v>
                </c:pt>
                <c:pt idx="431">
                  <c:v>44091</c:v>
                </c:pt>
                <c:pt idx="432">
                  <c:v>44092</c:v>
                </c:pt>
                <c:pt idx="433">
                  <c:v>44095</c:v>
                </c:pt>
                <c:pt idx="434">
                  <c:v>44096</c:v>
                </c:pt>
                <c:pt idx="435">
                  <c:v>44097</c:v>
                </c:pt>
                <c:pt idx="436">
                  <c:v>44098</c:v>
                </c:pt>
                <c:pt idx="437">
                  <c:v>44099</c:v>
                </c:pt>
                <c:pt idx="438">
                  <c:v>44102</c:v>
                </c:pt>
                <c:pt idx="439">
                  <c:v>44103</c:v>
                </c:pt>
                <c:pt idx="440">
                  <c:v>44104</c:v>
                </c:pt>
                <c:pt idx="441">
                  <c:v>44105</c:v>
                </c:pt>
                <c:pt idx="442">
                  <c:v>44106</c:v>
                </c:pt>
                <c:pt idx="443">
                  <c:v>44109</c:v>
                </c:pt>
                <c:pt idx="444">
                  <c:v>44110</c:v>
                </c:pt>
                <c:pt idx="445">
                  <c:v>44111</c:v>
                </c:pt>
                <c:pt idx="446">
                  <c:v>44112</c:v>
                </c:pt>
                <c:pt idx="447">
                  <c:v>44113</c:v>
                </c:pt>
                <c:pt idx="448">
                  <c:v>44116</c:v>
                </c:pt>
                <c:pt idx="449">
                  <c:v>44117</c:v>
                </c:pt>
                <c:pt idx="450">
                  <c:v>44118</c:v>
                </c:pt>
                <c:pt idx="451">
                  <c:v>44119</c:v>
                </c:pt>
                <c:pt idx="452">
                  <c:v>44120</c:v>
                </c:pt>
                <c:pt idx="453">
                  <c:v>44123</c:v>
                </c:pt>
                <c:pt idx="454">
                  <c:v>44124</c:v>
                </c:pt>
                <c:pt idx="455">
                  <c:v>44125</c:v>
                </c:pt>
                <c:pt idx="456">
                  <c:v>44126</c:v>
                </c:pt>
                <c:pt idx="457">
                  <c:v>44127</c:v>
                </c:pt>
                <c:pt idx="458">
                  <c:v>44130</c:v>
                </c:pt>
                <c:pt idx="459">
                  <c:v>44131</c:v>
                </c:pt>
                <c:pt idx="460">
                  <c:v>44132</c:v>
                </c:pt>
                <c:pt idx="461">
                  <c:v>44133</c:v>
                </c:pt>
                <c:pt idx="462">
                  <c:v>44134</c:v>
                </c:pt>
                <c:pt idx="463">
                  <c:v>44137</c:v>
                </c:pt>
                <c:pt idx="464">
                  <c:v>44138</c:v>
                </c:pt>
                <c:pt idx="465">
                  <c:v>44139</c:v>
                </c:pt>
                <c:pt idx="466">
                  <c:v>44140</c:v>
                </c:pt>
                <c:pt idx="467">
                  <c:v>44141</c:v>
                </c:pt>
                <c:pt idx="468">
                  <c:v>44144</c:v>
                </c:pt>
                <c:pt idx="469">
                  <c:v>44145</c:v>
                </c:pt>
                <c:pt idx="470">
                  <c:v>44146</c:v>
                </c:pt>
                <c:pt idx="471">
                  <c:v>44147</c:v>
                </c:pt>
                <c:pt idx="472">
                  <c:v>44148</c:v>
                </c:pt>
                <c:pt idx="473">
                  <c:v>44151</c:v>
                </c:pt>
                <c:pt idx="474">
                  <c:v>44152</c:v>
                </c:pt>
                <c:pt idx="475">
                  <c:v>44153</c:v>
                </c:pt>
                <c:pt idx="476">
                  <c:v>44154</c:v>
                </c:pt>
                <c:pt idx="477">
                  <c:v>44155</c:v>
                </c:pt>
                <c:pt idx="478">
                  <c:v>44158</c:v>
                </c:pt>
                <c:pt idx="479">
                  <c:v>44159</c:v>
                </c:pt>
                <c:pt idx="480">
                  <c:v>44160</c:v>
                </c:pt>
                <c:pt idx="481">
                  <c:v>44161</c:v>
                </c:pt>
                <c:pt idx="482">
                  <c:v>44162</c:v>
                </c:pt>
                <c:pt idx="483">
                  <c:v>44165</c:v>
                </c:pt>
                <c:pt idx="484">
                  <c:v>44166</c:v>
                </c:pt>
                <c:pt idx="485">
                  <c:v>44167</c:v>
                </c:pt>
                <c:pt idx="486">
                  <c:v>44168</c:v>
                </c:pt>
                <c:pt idx="487">
                  <c:v>44169</c:v>
                </c:pt>
                <c:pt idx="488">
                  <c:v>44172</c:v>
                </c:pt>
                <c:pt idx="489">
                  <c:v>44173</c:v>
                </c:pt>
                <c:pt idx="490">
                  <c:v>44174</c:v>
                </c:pt>
                <c:pt idx="491">
                  <c:v>44175</c:v>
                </c:pt>
                <c:pt idx="492">
                  <c:v>44176</c:v>
                </c:pt>
                <c:pt idx="493">
                  <c:v>44179</c:v>
                </c:pt>
                <c:pt idx="494">
                  <c:v>44180</c:v>
                </c:pt>
                <c:pt idx="495">
                  <c:v>44181</c:v>
                </c:pt>
                <c:pt idx="496">
                  <c:v>44182</c:v>
                </c:pt>
                <c:pt idx="497">
                  <c:v>44183</c:v>
                </c:pt>
                <c:pt idx="498">
                  <c:v>44186</c:v>
                </c:pt>
                <c:pt idx="499">
                  <c:v>44187</c:v>
                </c:pt>
                <c:pt idx="500">
                  <c:v>44188</c:v>
                </c:pt>
                <c:pt idx="501">
                  <c:v>44193</c:v>
                </c:pt>
                <c:pt idx="502">
                  <c:v>44194</c:v>
                </c:pt>
                <c:pt idx="503">
                  <c:v>44195</c:v>
                </c:pt>
                <c:pt idx="504">
                  <c:v>44200</c:v>
                </c:pt>
                <c:pt idx="505">
                  <c:v>44201</c:v>
                </c:pt>
                <c:pt idx="506">
                  <c:v>44202</c:v>
                </c:pt>
                <c:pt idx="507">
                  <c:v>44203</c:v>
                </c:pt>
                <c:pt idx="508">
                  <c:v>44204</c:v>
                </c:pt>
                <c:pt idx="509">
                  <c:v>44207</c:v>
                </c:pt>
                <c:pt idx="510">
                  <c:v>44208</c:v>
                </c:pt>
                <c:pt idx="511">
                  <c:v>44209</c:v>
                </c:pt>
                <c:pt idx="512">
                  <c:v>44210</c:v>
                </c:pt>
                <c:pt idx="513">
                  <c:v>44211</c:v>
                </c:pt>
                <c:pt idx="514">
                  <c:v>44214</c:v>
                </c:pt>
                <c:pt idx="515">
                  <c:v>44215</c:v>
                </c:pt>
                <c:pt idx="516">
                  <c:v>44216</c:v>
                </c:pt>
                <c:pt idx="517">
                  <c:v>44217</c:v>
                </c:pt>
                <c:pt idx="518">
                  <c:v>44218</c:v>
                </c:pt>
                <c:pt idx="519">
                  <c:v>44221</c:v>
                </c:pt>
                <c:pt idx="520">
                  <c:v>44222</c:v>
                </c:pt>
                <c:pt idx="521">
                  <c:v>44223</c:v>
                </c:pt>
                <c:pt idx="522">
                  <c:v>44224</c:v>
                </c:pt>
                <c:pt idx="523">
                  <c:v>44225</c:v>
                </c:pt>
                <c:pt idx="524">
                  <c:v>44228</c:v>
                </c:pt>
                <c:pt idx="525">
                  <c:v>44229</c:v>
                </c:pt>
                <c:pt idx="526">
                  <c:v>44230</c:v>
                </c:pt>
                <c:pt idx="527">
                  <c:v>44231</c:v>
                </c:pt>
                <c:pt idx="528">
                  <c:v>44232</c:v>
                </c:pt>
                <c:pt idx="529">
                  <c:v>44235</c:v>
                </c:pt>
                <c:pt idx="530">
                  <c:v>44236</c:v>
                </c:pt>
                <c:pt idx="531">
                  <c:v>44237</c:v>
                </c:pt>
                <c:pt idx="532">
                  <c:v>44238</c:v>
                </c:pt>
                <c:pt idx="533">
                  <c:v>44239</c:v>
                </c:pt>
                <c:pt idx="534">
                  <c:v>44242</c:v>
                </c:pt>
                <c:pt idx="535">
                  <c:v>44243</c:v>
                </c:pt>
                <c:pt idx="536">
                  <c:v>44244</c:v>
                </c:pt>
                <c:pt idx="537">
                  <c:v>44245</c:v>
                </c:pt>
                <c:pt idx="538">
                  <c:v>44246</c:v>
                </c:pt>
                <c:pt idx="539">
                  <c:v>44249</c:v>
                </c:pt>
                <c:pt idx="540">
                  <c:v>44250</c:v>
                </c:pt>
                <c:pt idx="541">
                  <c:v>44251</c:v>
                </c:pt>
                <c:pt idx="542">
                  <c:v>44252</c:v>
                </c:pt>
                <c:pt idx="543">
                  <c:v>44253</c:v>
                </c:pt>
                <c:pt idx="544">
                  <c:v>44256</c:v>
                </c:pt>
                <c:pt idx="545">
                  <c:v>44257</c:v>
                </c:pt>
                <c:pt idx="546">
                  <c:v>44258</c:v>
                </c:pt>
                <c:pt idx="547">
                  <c:v>44259</c:v>
                </c:pt>
                <c:pt idx="548">
                  <c:v>44260</c:v>
                </c:pt>
                <c:pt idx="549">
                  <c:v>44263</c:v>
                </c:pt>
                <c:pt idx="550">
                  <c:v>44264</c:v>
                </c:pt>
                <c:pt idx="551">
                  <c:v>44265</c:v>
                </c:pt>
                <c:pt idx="552">
                  <c:v>44266</c:v>
                </c:pt>
                <c:pt idx="553">
                  <c:v>44267</c:v>
                </c:pt>
                <c:pt idx="554">
                  <c:v>44270</c:v>
                </c:pt>
                <c:pt idx="555">
                  <c:v>44271</c:v>
                </c:pt>
                <c:pt idx="556">
                  <c:v>44272</c:v>
                </c:pt>
                <c:pt idx="557">
                  <c:v>44273</c:v>
                </c:pt>
                <c:pt idx="558">
                  <c:v>44274</c:v>
                </c:pt>
                <c:pt idx="559">
                  <c:v>44277</c:v>
                </c:pt>
                <c:pt idx="560">
                  <c:v>44278</c:v>
                </c:pt>
                <c:pt idx="561">
                  <c:v>44279</c:v>
                </c:pt>
                <c:pt idx="562">
                  <c:v>44280</c:v>
                </c:pt>
                <c:pt idx="563">
                  <c:v>44281</c:v>
                </c:pt>
                <c:pt idx="564">
                  <c:v>44284</c:v>
                </c:pt>
                <c:pt idx="565">
                  <c:v>44285</c:v>
                </c:pt>
                <c:pt idx="566">
                  <c:v>44286</c:v>
                </c:pt>
                <c:pt idx="567">
                  <c:v>44287</c:v>
                </c:pt>
                <c:pt idx="568">
                  <c:v>44292</c:v>
                </c:pt>
                <c:pt idx="569">
                  <c:v>44293</c:v>
                </c:pt>
                <c:pt idx="570">
                  <c:v>44294</c:v>
                </c:pt>
                <c:pt idx="571">
                  <c:v>44295</c:v>
                </c:pt>
                <c:pt idx="572">
                  <c:v>44298</c:v>
                </c:pt>
                <c:pt idx="573">
                  <c:v>44299</c:v>
                </c:pt>
                <c:pt idx="574">
                  <c:v>44300</c:v>
                </c:pt>
                <c:pt idx="575">
                  <c:v>44301</c:v>
                </c:pt>
                <c:pt idx="576">
                  <c:v>44302</c:v>
                </c:pt>
                <c:pt idx="577">
                  <c:v>44305</c:v>
                </c:pt>
                <c:pt idx="578">
                  <c:v>44306</c:v>
                </c:pt>
                <c:pt idx="579">
                  <c:v>44307</c:v>
                </c:pt>
                <c:pt idx="580">
                  <c:v>44308</c:v>
                </c:pt>
                <c:pt idx="581">
                  <c:v>44309</c:v>
                </c:pt>
                <c:pt idx="582">
                  <c:v>44312</c:v>
                </c:pt>
                <c:pt idx="583">
                  <c:v>44313</c:v>
                </c:pt>
                <c:pt idx="584">
                  <c:v>44314</c:v>
                </c:pt>
                <c:pt idx="585">
                  <c:v>44315</c:v>
                </c:pt>
                <c:pt idx="586">
                  <c:v>44316</c:v>
                </c:pt>
                <c:pt idx="587">
                  <c:v>44319</c:v>
                </c:pt>
                <c:pt idx="588">
                  <c:v>44320</c:v>
                </c:pt>
                <c:pt idx="589">
                  <c:v>44321</c:v>
                </c:pt>
                <c:pt idx="590">
                  <c:v>44322</c:v>
                </c:pt>
                <c:pt idx="591">
                  <c:v>44323</c:v>
                </c:pt>
                <c:pt idx="592">
                  <c:v>44326</c:v>
                </c:pt>
                <c:pt idx="593">
                  <c:v>44327</c:v>
                </c:pt>
                <c:pt idx="594">
                  <c:v>44328</c:v>
                </c:pt>
                <c:pt idx="595">
                  <c:v>44329</c:v>
                </c:pt>
                <c:pt idx="596">
                  <c:v>44330</c:v>
                </c:pt>
                <c:pt idx="597">
                  <c:v>44333</c:v>
                </c:pt>
                <c:pt idx="598">
                  <c:v>44334</c:v>
                </c:pt>
                <c:pt idx="599">
                  <c:v>44335</c:v>
                </c:pt>
                <c:pt idx="600">
                  <c:v>44336</c:v>
                </c:pt>
                <c:pt idx="601">
                  <c:v>44337</c:v>
                </c:pt>
                <c:pt idx="602">
                  <c:v>44341</c:v>
                </c:pt>
                <c:pt idx="603">
                  <c:v>44342</c:v>
                </c:pt>
                <c:pt idx="604">
                  <c:v>44343</c:v>
                </c:pt>
                <c:pt idx="605">
                  <c:v>44344</c:v>
                </c:pt>
                <c:pt idx="606">
                  <c:v>44347</c:v>
                </c:pt>
                <c:pt idx="607">
                  <c:v>44348</c:v>
                </c:pt>
                <c:pt idx="608">
                  <c:v>44349</c:v>
                </c:pt>
                <c:pt idx="609">
                  <c:v>44350</c:v>
                </c:pt>
                <c:pt idx="610">
                  <c:v>44351</c:v>
                </c:pt>
                <c:pt idx="611">
                  <c:v>44354</c:v>
                </c:pt>
                <c:pt idx="612">
                  <c:v>44355</c:v>
                </c:pt>
                <c:pt idx="613">
                  <c:v>44356</c:v>
                </c:pt>
                <c:pt idx="614">
                  <c:v>44357</c:v>
                </c:pt>
                <c:pt idx="615">
                  <c:v>44358</c:v>
                </c:pt>
                <c:pt idx="616">
                  <c:v>44361</c:v>
                </c:pt>
                <c:pt idx="617">
                  <c:v>44362</c:v>
                </c:pt>
                <c:pt idx="618">
                  <c:v>44363</c:v>
                </c:pt>
                <c:pt idx="619">
                  <c:v>44364</c:v>
                </c:pt>
                <c:pt idx="620">
                  <c:v>44365</c:v>
                </c:pt>
                <c:pt idx="621">
                  <c:v>44368</c:v>
                </c:pt>
                <c:pt idx="622">
                  <c:v>44369</c:v>
                </c:pt>
                <c:pt idx="623">
                  <c:v>44370</c:v>
                </c:pt>
                <c:pt idx="624">
                  <c:v>44371</c:v>
                </c:pt>
                <c:pt idx="625">
                  <c:v>44372</c:v>
                </c:pt>
                <c:pt idx="626">
                  <c:v>44375</c:v>
                </c:pt>
                <c:pt idx="627">
                  <c:v>44376</c:v>
                </c:pt>
                <c:pt idx="628">
                  <c:v>44377</c:v>
                </c:pt>
                <c:pt idx="629">
                  <c:v>44378</c:v>
                </c:pt>
                <c:pt idx="630">
                  <c:v>44379</c:v>
                </c:pt>
                <c:pt idx="631">
                  <c:v>44382</c:v>
                </c:pt>
                <c:pt idx="632">
                  <c:v>44383</c:v>
                </c:pt>
                <c:pt idx="633">
                  <c:v>44384</c:v>
                </c:pt>
                <c:pt idx="634">
                  <c:v>44385</c:v>
                </c:pt>
                <c:pt idx="635">
                  <c:v>44386</c:v>
                </c:pt>
                <c:pt idx="636">
                  <c:v>44389</c:v>
                </c:pt>
                <c:pt idx="637">
                  <c:v>44390</c:v>
                </c:pt>
                <c:pt idx="638">
                  <c:v>44391</c:v>
                </c:pt>
                <c:pt idx="639">
                  <c:v>44392</c:v>
                </c:pt>
                <c:pt idx="640">
                  <c:v>44393</c:v>
                </c:pt>
                <c:pt idx="641">
                  <c:v>44396</c:v>
                </c:pt>
                <c:pt idx="642">
                  <c:v>44397</c:v>
                </c:pt>
                <c:pt idx="643">
                  <c:v>44398</c:v>
                </c:pt>
                <c:pt idx="644">
                  <c:v>44399</c:v>
                </c:pt>
                <c:pt idx="645">
                  <c:v>44400</c:v>
                </c:pt>
                <c:pt idx="646">
                  <c:v>44403</c:v>
                </c:pt>
                <c:pt idx="647">
                  <c:v>44404</c:v>
                </c:pt>
                <c:pt idx="648">
                  <c:v>44405</c:v>
                </c:pt>
                <c:pt idx="649">
                  <c:v>44406</c:v>
                </c:pt>
                <c:pt idx="650">
                  <c:v>44407</c:v>
                </c:pt>
                <c:pt idx="651">
                  <c:v>44410</c:v>
                </c:pt>
                <c:pt idx="652">
                  <c:v>44411</c:v>
                </c:pt>
                <c:pt idx="653">
                  <c:v>44412</c:v>
                </c:pt>
                <c:pt idx="654">
                  <c:v>44413</c:v>
                </c:pt>
                <c:pt idx="655">
                  <c:v>44414</c:v>
                </c:pt>
                <c:pt idx="656">
                  <c:v>44417</c:v>
                </c:pt>
                <c:pt idx="657">
                  <c:v>44418</c:v>
                </c:pt>
                <c:pt idx="658">
                  <c:v>44419</c:v>
                </c:pt>
                <c:pt idx="659">
                  <c:v>44420</c:v>
                </c:pt>
                <c:pt idx="660">
                  <c:v>44421</c:v>
                </c:pt>
                <c:pt idx="661">
                  <c:v>44424</c:v>
                </c:pt>
                <c:pt idx="662">
                  <c:v>44425</c:v>
                </c:pt>
                <c:pt idx="663">
                  <c:v>44426</c:v>
                </c:pt>
                <c:pt idx="664">
                  <c:v>44427</c:v>
                </c:pt>
                <c:pt idx="665">
                  <c:v>44428</c:v>
                </c:pt>
                <c:pt idx="666">
                  <c:v>44431</c:v>
                </c:pt>
                <c:pt idx="667">
                  <c:v>44432</c:v>
                </c:pt>
                <c:pt idx="668">
                  <c:v>44433</c:v>
                </c:pt>
                <c:pt idx="669">
                  <c:v>44434</c:v>
                </c:pt>
                <c:pt idx="670">
                  <c:v>44435</c:v>
                </c:pt>
                <c:pt idx="671">
                  <c:v>44438</c:v>
                </c:pt>
                <c:pt idx="672">
                  <c:v>44439</c:v>
                </c:pt>
                <c:pt idx="673">
                  <c:v>44440</c:v>
                </c:pt>
                <c:pt idx="674">
                  <c:v>44441</c:v>
                </c:pt>
                <c:pt idx="675">
                  <c:v>44442</c:v>
                </c:pt>
                <c:pt idx="676">
                  <c:v>44445</c:v>
                </c:pt>
                <c:pt idx="677">
                  <c:v>44446</c:v>
                </c:pt>
                <c:pt idx="678">
                  <c:v>44447</c:v>
                </c:pt>
                <c:pt idx="679">
                  <c:v>44448</c:v>
                </c:pt>
                <c:pt idx="680">
                  <c:v>44449</c:v>
                </c:pt>
                <c:pt idx="681">
                  <c:v>44452</c:v>
                </c:pt>
                <c:pt idx="682">
                  <c:v>44453</c:v>
                </c:pt>
                <c:pt idx="683">
                  <c:v>44454</c:v>
                </c:pt>
                <c:pt idx="684">
                  <c:v>44455</c:v>
                </c:pt>
                <c:pt idx="685">
                  <c:v>44456</c:v>
                </c:pt>
                <c:pt idx="686">
                  <c:v>44459</c:v>
                </c:pt>
                <c:pt idx="687">
                  <c:v>44460</c:v>
                </c:pt>
                <c:pt idx="688">
                  <c:v>44461</c:v>
                </c:pt>
                <c:pt idx="689">
                  <c:v>44462</c:v>
                </c:pt>
                <c:pt idx="690">
                  <c:v>44463</c:v>
                </c:pt>
                <c:pt idx="691">
                  <c:v>44466</c:v>
                </c:pt>
                <c:pt idx="692">
                  <c:v>44467</c:v>
                </c:pt>
                <c:pt idx="693">
                  <c:v>44468</c:v>
                </c:pt>
                <c:pt idx="694">
                  <c:v>44469</c:v>
                </c:pt>
                <c:pt idx="695">
                  <c:v>44470</c:v>
                </c:pt>
                <c:pt idx="696">
                  <c:v>44473</c:v>
                </c:pt>
                <c:pt idx="697">
                  <c:v>44474</c:v>
                </c:pt>
                <c:pt idx="698">
                  <c:v>44475</c:v>
                </c:pt>
                <c:pt idx="699">
                  <c:v>44476</c:v>
                </c:pt>
                <c:pt idx="700">
                  <c:v>44477</c:v>
                </c:pt>
                <c:pt idx="701">
                  <c:v>44480</c:v>
                </c:pt>
                <c:pt idx="702">
                  <c:v>44481</c:v>
                </c:pt>
                <c:pt idx="703">
                  <c:v>44482</c:v>
                </c:pt>
                <c:pt idx="704">
                  <c:v>44483</c:v>
                </c:pt>
                <c:pt idx="705">
                  <c:v>44484</c:v>
                </c:pt>
                <c:pt idx="706">
                  <c:v>44487</c:v>
                </c:pt>
                <c:pt idx="707">
                  <c:v>44488</c:v>
                </c:pt>
                <c:pt idx="708">
                  <c:v>44489</c:v>
                </c:pt>
                <c:pt idx="709">
                  <c:v>44490</c:v>
                </c:pt>
                <c:pt idx="710">
                  <c:v>44491</c:v>
                </c:pt>
                <c:pt idx="711">
                  <c:v>44494</c:v>
                </c:pt>
                <c:pt idx="712">
                  <c:v>44495</c:v>
                </c:pt>
                <c:pt idx="713">
                  <c:v>44496</c:v>
                </c:pt>
                <c:pt idx="714">
                  <c:v>44497</c:v>
                </c:pt>
                <c:pt idx="715">
                  <c:v>44498</c:v>
                </c:pt>
                <c:pt idx="716">
                  <c:v>44501</c:v>
                </c:pt>
                <c:pt idx="717">
                  <c:v>44502</c:v>
                </c:pt>
                <c:pt idx="718">
                  <c:v>44503</c:v>
                </c:pt>
                <c:pt idx="719">
                  <c:v>44504</c:v>
                </c:pt>
                <c:pt idx="720">
                  <c:v>44505</c:v>
                </c:pt>
                <c:pt idx="721">
                  <c:v>44508</c:v>
                </c:pt>
                <c:pt idx="722">
                  <c:v>44509</c:v>
                </c:pt>
                <c:pt idx="723">
                  <c:v>44510</c:v>
                </c:pt>
                <c:pt idx="724">
                  <c:v>44511</c:v>
                </c:pt>
                <c:pt idx="725">
                  <c:v>44512</c:v>
                </c:pt>
                <c:pt idx="726">
                  <c:v>44515</c:v>
                </c:pt>
                <c:pt idx="727">
                  <c:v>44516</c:v>
                </c:pt>
                <c:pt idx="728">
                  <c:v>44517</c:v>
                </c:pt>
                <c:pt idx="729">
                  <c:v>44518</c:v>
                </c:pt>
                <c:pt idx="730">
                  <c:v>44519</c:v>
                </c:pt>
                <c:pt idx="731">
                  <c:v>44522</c:v>
                </c:pt>
                <c:pt idx="732">
                  <c:v>44523</c:v>
                </c:pt>
                <c:pt idx="733">
                  <c:v>44524</c:v>
                </c:pt>
                <c:pt idx="734">
                  <c:v>44525</c:v>
                </c:pt>
                <c:pt idx="735">
                  <c:v>44526</c:v>
                </c:pt>
                <c:pt idx="736">
                  <c:v>44529</c:v>
                </c:pt>
                <c:pt idx="737">
                  <c:v>44530</c:v>
                </c:pt>
                <c:pt idx="738">
                  <c:v>44531</c:v>
                </c:pt>
                <c:pt idx="739">
                  <c:v>44532</c:v>
                </c:pt>
                <c:pt idx="740">
                  <c:v>44533</c:v>
                </c:pt>
                <c:pt idx="741">
                  <c:v>44536</c:v>
                </c:pt>
                <c:pt idx="742">
                  <c:v>44537</c:v>
                </c:pt>
                <c:pt idx="743">
                  <c:v>44538</c:v>
                </c:pt>
                <c:pt idx="744">
                  <c:v>44539</c:v>
                </c:pt>
                <c:pt idx="745">
                  <c:v>44540</c:v>
                </c:pt>
                <c:pt idx="746">
                  <c:v>44543</c:v>
                </c:pt>
                <c:pt idx="747">
                  <c:v>44544</c:v>
                </c:pt>
                <c:pt idx="748">
                  <c:v>44545</c:v>
                </c:pt>
                <c:pt idx="749">
                  <c:v>44546</c:v>
                </c:pt>
                <c:pt idx="750">
                  <c:v>44547</c:v>
                </c:pt>
                <c:pt idx="751">
                  <c:v>44550</c:v>
                </c:pt>
                <c:pt idx="752">
                  <c:v>44551</c:v>
                </c:pt>
                <c:pt idx="753">
                  <c:v>44552</c:v>
                </c:pt>
                <c:pt idx="754">
                  <c:v>44553</c:v>
                </c:pt>
                <c:pt idx="755">
                  <c:v>44557</c:v>
                </c:pt>
                <c:pt idx="756">
                  <c:v>44558</c:v>
                </c:pt>
                <c:pt idx="757">
                  <c:v>44559</c:v>
                </c:pt>
                <c:pt idx="758">
                  <c:v>44560</c:v>
                </c:pt>
                <c:pt idx="759">
                  <c:v>44564</c:v>
                </c:pt>
                <c:pt idx="760">
                  <c:v>44565</c:v>
                </c:pt>
                <c:pt idx="761">
                  <c:v>44566</c:v>
                </c:pt>
                <c:pt idx="762">
                  <c:v>44567</c:v>
                </c:pt>
                <c:pt idx="763">
                  <c:v>44568</c:v>
                </c:pt>
                <c:pt idx="764">
                  <c:v>44571</c:v>
                </c:pt>
                <c:pt idx="765">
                  <c:v>44572</c:v>
                </c:pt>
                <c:pt idx="766">
                  <c:v>44573</c:v>
                </c:pt>
                <c:pt idx="767">
                  <c:v>44574</c:v>
                </c:pt>
                <c:pt idx="768">
                  <c:v>44575</c:v>
                </c:pt>
                <c:pt idx="769">
                  <c:v>44578</c:v>
                </c:pt>
                <c:pt idx="770">
                  <c:v>44579</c:v>
                </c:pt>
                <c:pt idx="771">
                  <c:v>44580</c:v>
                </c:pt>
                <c:pt idx="772">
                  <c:v>44581</c:v>
                </c:pt>
                <c:pt idx="773">
                  <c:v>44582</c:v>
                </c:pt>
                <c:pt idx="774">
                  <c:v>44585</c:v>
                </c:pt>
                <c:pt idx="775">
                  <c:v>44586</c:v>
                </c:pt>
                <c:pt idx="776">
                  <c:v>44587</c:v>
                </c:pt>
                <c:pt idx="777">
                  <c:v>44588</c:v>
                </c:pt>
                <c:pt idx="778">
                  <c:v>44589</c:v>
                </c:pt>
                <c:pt idx="779">
                  <c:v>44592</c:v>
                </c:pt>
                <c:pt idx="780">
                  <c:v>44593</c:v>
                </c:pt>
                <c:pt idx="781">
                  <c:v>44594</c:v>
                </c:pt>
                <c:pt idx="782">
                  <c:v>44595</c:v>
                </c:pt>
                <c:pt idx="783">
                  <c:v>44596</c:v>
                </c:pt>
                <c:pt idx="784">
                  <c:v>44599</c:v>
                </c:pt>
                <c:pt idx="785">
                  <c:v>44600</c:v>
                </c:pt>
                <c:pt idx="786">
                  <c:v>44601</c:v>
                </c:pt>
                <c:pt idx="787">
                  <c:v>44602</c:v>
                </c:pt>
                <c:pt idx="788">
                  <c:v>44603</c:v>
                </c:pt>
                <c:pt idx="789">
                  <c:v>44606</c:v>
                </c:pt>
                <c:pt idx="790">
                  <c:v>44607</c:v>
                </c:pt>
                <c:pt idx="791">
                  <c:v>44608</c:v>
                </c:pt>
                <c:pt idx="792">
                  <c:v>44609</c:v>
                </c:pt>
                <c:pt idx="793">
                  <c:v>44610</c:v>
                </c:pt>
                <c:pt idx="794">
                  <c:v>44613</c:v>
                </c:pt>
                <c:pt idx="795">
                  <c:v>44614</c:v>
                </c:pt>
                <c:pt idx="796">
                  <c:v>44615</c:v>
                </c:pt>
                <c:pt idx="797">
                  <c:v>44616</c:v>
                </c:pt>
                <c:pt idx="798">
                  <c:v>44617</c:v>
                </c:pt>
                <c:pt idx="799">
                  <c:v>44620</c:v>
                </c:pt>
                <c:pt idx="800">
                  <c:v>44621</c:v>
                </c:pt>
                <c:pt idx="801">
                  <c:v>44622</c:v>
                </c:pt>
                <c:pt idx="802">
                  <c:v>44623</c:v>
                </c:pt>
                <c:pt idx="803">
                  <c:v>44624</c:v>
                </c:pt>
                <c:pt idx="804">
                  <c:v>44627</c:v>
                </c:pt>
                <c:pt idx="805">
                  <c:v>44628</c:v>
                </c:pt>
                <c:pt idx="806">
                  <c:v>44629</c:v>
                </c:pt>
                <c:pt idx="807">
                  <c:v>44630</c:v>
                </c:pt>
                <c:pt idx="808">
                  <c:v>44631</c:v>
                </c:pt>
                <c:pt idx="809">
                  <c:v>44634</c:v>
                </c:pt>
                <c:pt idx="810">
                  <c:v>44635</c:v>
                </c:pt>
                <c:pt idx="811">
                  <c:v>44636</c:v>
                </c:pt>
                <c:pt idx="812">
                  <c:v>44637</c:v>
                </c:pt>
                <c:pt idx="813">
                  <c:v>44638</c:v>
                </c:pt>
                <c:pt idx="814">
                  <c:v>44641</c:v>
                </c:pt>
                <c:pt idx="815">
                  <c:v>44642</c:v>
                </c:pt>
                <c:pt idx="816">
                  <c:v>44643</c:v>
                </c:pt>
                <c:pt idx="817">
                  <c:v>44644</c:v>
                </c:pt>
                <c:pt idx="818">
                  <c:v>44645</c:v>
                </c:pt>
                <c:pt idx="819">
                  <c:v>44648</c:v>
                </c:pt>
                <c:pt idx="820">
                  <c:v>44649</c:v>
                </c:pt>
                <c:pt idx="821">
                  <c:v>44650</c:v>
                </c:pt>
                <c:pt idx="822">
                  <c:v>44651</c:v>
                </c:pt>
                <c:pt idx="823">
                  <c:v>44652</c:v>
                </c:pt>
                <c:pt idx="824">
                  <c:v>44655</c:v>
                </c:pt>
                <c:pt idx="825">
                  <c:v>44656</c:v>
                </c:pt>
                <c:pt idx="826">
                  <c:v>44657</c:v>
                </c:pt>
                <c:pt idx="827">
                  <c:v>44658</c:v>
                </c:pt>
                <c:pt idx="828">
                  <c:v>44659</c:v>
                </c:pt>
                <c:pt idx="829">
                  <c:v>44662</c:v>
                </c:pt>
                <c:pt idx="830">
                  <c:v>44663</c:v>
                </c:pt>
                <c:pt idx="831">
                  <c:v>44664</c:v>
                </c:pt>
                <c:pt idx="832">
                  <c:v>44665</c:v>
                </c:pt>
                <c:pt idx="833">
                  <c:v>44670</c:v>
                </c:pt>
                <c:pt idx="834">
                  <c:v>44671</c:v>
                </c:pt>
                <c:pt idx="835">
                  <c:v>44672</c:v>
                </c:pt>
                <c:pt idx="836">
                  <c:v>44673</c:v>
                </c:pt>
                <c:pt idx="837">
                  <c:v>44676</c:v>
                </c:pt>
                <c:pt idx="838">
                  <c:v>44677</c:v>
                </c:pt>
                <c:pt idx="839">
                  <c:v>44678</c:v>
                </c:pt>
                <c:pt idx="840">
                  <c:v>44679</c:v>
                </c:pt>
                <c:pt idx="841">
                  <c:v>44680</c:v>
                </c:pt>
                <c:pt idx="842">
                  <c:v>44683</c:v>
                </c:pt>
                <c:pt idx="843">
                  <c:v>44684</c:v>
                </c:pt>
                <c:pt idx="844">
                  <c:v>44685</c:v>
                </c:pt>
                <c:pt idx="845">
                  <c:v>44686</c:v>
                </c:pt>
                <c:pt idx="846">
                  <c:v>44687</c:v>
                </c:pt>
                <c:pt idx="847">
                  <c:v>44690</c:v>
                </c:pt>
                <c:pt idx="848">
                  <c:v>44691</c:v>
                </c:pt>
                <c:pt idx="849">
                  <c:v>44692</c:v>
                </c:pt>
                <c:pt idx="850">
                  <c:v>44693</c:v>
                </c:pt>
                <c:pt idx="851">
                  <c:v>44694</c:v>
                </c:pt>
                <c:pt idx="852">
                  <c:v>44697</c:v>
                </c:pt>
                <c:pt idx="853">
                  <c:v>44698</c:v>
                </c:pt>
                <c:pt idx="854">
                  <c:v>44699</c:v>
                </c:pt>
                <c:pt idx="855">
                  <c:v>44700</c:v>
                </c:pt>
                <c:pt idx="856">
                  <c:v>44701</c:v>
                </c:pt>
                <c:pt idx="857">
                  <c:v>44704</c:v>
                </c:pt>
                <c:pt idx="858">
                  <c:v>44705</c:v>
                </c:pt>
                <c:pt idx="859">
                  <c:v>44706</c:v>
                </c:pt>
                <c:pt idx="860">
                  <c:v>44707</c:v>
                </c:pt>
                <c:pt idx="861">
                  <c:v>44708</c:v>
                </c:pt>
                <c:pt idx="862">
                  <c:v>44711</c:v>
                </c:pt>
                <c:pt idx="863">
                  <c:v>44712</c:v>
                </c:pt>
                <c:pt idx="864">
                  <c:v>44713</c:v>
                </c:pt>
                <c:pt idx="865">
                  <c:v>44714</c:v>
                </c:pt>
                <c:pt idx="866">
                  <c:v>44715</c:v>
                </c:pt>
                <c:pt idx="867">
                  <c:v>44718</c:v>
                </c:pt>
                <c:pt idx="868">
                  <c:v>44719</c:v>
                </c:pt>
                <c:pt idx="869">
                  <c:v>44720</c:v>
                </c:pt>
                <c:pt idx="870">
                  <c:v>44721</c:v>
                </c:pt>
                <c:pt idx="871">
                  <c:v>44722</c:v>
                </c:pt>
                <c:pt idx="872">
                  <c:v>44725</c:v>
                </c:pt>
                <c:pt idx="873">
                  <c:v>44726</c:v>
                </c:pt>
                <c:pt idx="874">
                  <c:v>44727</c:v>
                </c:pt>
                <c:pt idx="875">
                  <c:v>44728</c:v>
                </c:pt>
                <c:pt idx="876">
                  <c:v>44729</c:v>
                </c:pt>
                <c:pt idx="877">
                  <c:v>44732</c:v>
                </c:pt>
                <c:pt idx="878">
                  <c:v>44733</c:v>
                </c:pt>
                <c:pt idx="879">
                  <c:v>44734</c:v>
                </c:pt>
                <c:pt idx="880">
                  <c:v>44735</c:v>
                </c:pt>
                <c:pt idx="881">
                  <c:v>44736</c:v>
                </c:pt>
                <c:pt idx="882">
                  <c:v>44739</c:v>
                </c:pt>
                <c:pt idx="883">
                  <c:v>44740</c:v>
                </c:pt>
                <c:pt idx="884">
                  <c:v>44741</c:v>
                </c:pt>
                <c:pt idx="885">
                  <c:v>44742</c:v>
                </c:pt>
                <c:pt idx="886">
                  <c:v>44743</c:v>
                </c:pt>
                <c:pt idx="887">
                  <c:v>44746</c:v>
                </c:pt>
                <c:pt idx="888">
                  <c:v>44747</c:v>
                </c:pt>
                <c:pt idx="889">
                  <c:v>44748</c:v>
                </c:pt>
                <c:pt idx="890">
                  <c:v>44749</c:v>
                </c:pt>
                <c:pt idx="891">
                  <c:v>44750</c:v>
                </c:pt>
                <c:pt idx="892">
                  <c:v>44753</c:v>
                </c:pt>
                <c:pt idx="893">
                  <c:v>44754</c:v>
                </c:pt>
                <c:pt idx="894">
                  <c:v>44755</c:v>
                </c:pt>
                <c:pt idx="895">
                  <c:v>44756</c:v>
                </c:pt>
                <c:pt idx="896">
                  <c:v>44757</c:v>
                </c:pt>
                <c:pt idx="897">
                  <c:v>44760</c:v>
                </c:pt>
                <c:pt idx="898">
                  <c:v>44761</c:v>
                </c:pt>
                <c:pt idx="899">
                  <c:v>44762</c:v>
                </c:pt>
                <c:pt idx="900">
                  <c:v>44763</c:v>
                </c:pt>
                <c:pt idx="901">
                  <c:v>44764</c:v>
                </c:pt>
                <c:pt idx="902">
                  <c:v>44767</c:v>
                </c:pt>
                <c:pt idx="903">
                  <c:v>44768</c:v>
                </c:pt>
                <c:pt idx="904">
                  <c:v>44769</c:v>
                </c:pt>
                <c:pt idx="905">
                  <c:v>44770</c:v>
                </c:pt>
                <c:pt idx="906">
                  <c:v>44771</c:v>
                </c:pt>
                <c:pt idx="907">
                  <c:v>44774</c:v>
                </c:pt>
                <c:pt idx="908">
                  <c:v>44775</c:v>
                </c:pt>
                <c:pt idx="909">
                  <c:v>44776</c:v>
                </c:pt>
                <c:pt idx="910">
                  <c:v>44777</c:v>
                </c:pt>
                <c:pt idx="911">
                  <c:v>44778</c:v>
                </c:pt>
                <c:pt idx="912">
                  <c:v>44781</c:v>
                </c:pt>
                <c:pt idx="913">
                  <c:v>44782</c:v>
                </c:pt>
                <c:pt idx="914">
                  <c:v>44783</c:v>
                </c:pt>
                <c:pt idx="915">
                  <c:v>44784</c:v>
                </c:pt>
                <c:pt idx="916">
                  <c:v>44785</c:v>
                </c:pt>
                <c:pt idx="917">
                  <c:v>44789</c:v>
                </c:pt>
                <c:pt idx="918">
                  <c:v>44790</c:v>
                </c:pt>
                <c:pt idx="919">
                  <c:v>44791</c:v>
                </c:pt>
                <c:pt idx="920">
                  <c:v>44792</c:v>
                </c:pt>
                <c:pt idx="921">
                  <c:v>44795</c:v>
                </c:pt>
                <c:pt idx="922">
                  <c:v>44796</c:v>
                </c:pt>
                <c:pt idx="923">
                  <c:v>44797</c:v>
                </c:pt>
                <c:pt idx="924">
                  <c:v>44798</c:v>
                </c:pt>
                <c:pt idx="925">
                  <c:v>44799</c:v>
                </c:pt>
                <c:pt idx="926">
                  <c:v>44802</c:v>
                </c:pt>
                <c:pt idx="927">
                  <c:v>44803</c:v>
                </c:pt>
                <c:pt idx="928">
                  <c:v>44804</c:v>
                </c:pt>
                <c:pt idx="929">
                  <c:v>44805</c:v>
                </c:pt>
                <c:pt idx="930">
                  <c:v>44806</c:v>
                </c:pt>
                <c:pt idx="931">
                  <c:v>44809</c:v>
                </c:pt>
                <c:pt idx="932">
                  <c:v>44810</c:v>
                </c:pt>
                <c:pt idx="933">
                  <c:v>44811</c:v>
                </c:pt>
                <c:pt idx="934">
                  <c:v>44812</c:v>
                </c:pt>
                <c:pt idx="935">
                  <c:v>44813</c:v>
                </c:pt>
                <c:pt idx="936">
                  <c:v>44816</c:v>
                </c:pt>
                <c:pt idx="937">
                  <c:v>44817</c:v>
                </c:pt>
                <c:pt idx="938">
                  <c:v>44818</c:v>
                </c:pt>
                <c:pt idx="939">
                  <c:v>44819</c:v>
                </c:pt>
                <c:pt idx="940">
                  <c:v>44820</c:v>
                </c:pt>
                <c:pt idx="941">
                  <c:v>44823</c:v>
                </c:pt>
                <c:pt idx="942">
                  <c:v>44824</c:v>
                </c:pt>
                <c:pt idx="943">
                  <c:v>44825</c:v>
                </c:pt>
                <c:pt idx="944">
                  <c:v>44826</c:v>
                </c:pt>
                <c:pt idx="945">
                  <c:v>44827</c:v>
                </c:pt>
                <c:pt idx="946">
                  <c:v>44830</c:v>
                </c:pt>
                <c:pt idx="947">
                  <c:v>44831</c:v>
                </c:pt>
                <c:pt idx="948">
                  <c:v>44832</c:v>
                </c:pt>
                <c:pt idx="949">
                  <c:v>44833</c:v>
                </c:pt>
                <c:pt idx="950">
                  <c:v>44834</c:v>
                </c:pt>
                <c:pt idx="951">
                  <c:v>44837</c:v>
                </c:pt>
                <c:pt idx="952">
                  <c:v>44838</c:v>
                </c:pt>
                <c:pt idx="953">
                  <c:v>44839</c:v>
                </c:pt>
                <c:pt idx="954">
                  <c:v>44840</c:v>
                </c:pt>
                <c:pt idx="955">
                  <c:v>44841</c:v>
                </c:pt>
                <c:pt idx="956">
                  <c:v>44844</c:v>
                </c:pt>
                <c:pt idx="957">
                  <c:v>44845</c:v>
                </c:pt>
                <c:pt idx="958">
                  <c:v>44846</c:v>
                </c:pt>
                <c:pt idx="959">
                  <c:v>44847</c:v>
                </c:pt>
                <c:pt idx="960">
                  <c:v>44848</c:v>
                </c:pt>
                <c:pt idx="961">
                  <c:v>44851</c:v>
                </c:pt>
                <c:pt idx="962">
                  <c:v>44852</c:v>
                </c:pt>
                <c:pt idx="963">
                  <c:v>44853</c:v>
                </c:pt>
                <c:pt idx="964">
                  <c:v>44854</c:v>
                </c:pt>
                <c:pt idx="965">
                  <c:v>44855</c:v>
                </c:pt>
                <c:pt idx="966">
                  <c:v>44858</c:v>
                </c:pt>
                <c:pt idx="967">
                  <c:v>44859</c:v>
                </c:pt>
                <c:pt idx="968">
                  <c:v>44860</c:v>
                </c:pt>
                <c:pt idx="969">
                  <c:v>44861</c:v>
                </c:pt>
                <c:pt idx="970">
                  <c:v>44862</c:v>
                </c:pt>
                <c:pt idx="971">
                  <c:v>44865</c:v>
                </c:pt>
                <c:pt idx="972">
                  <c:v>44866</c:v>
                </c:pt>
                <c:pt idx="973">
                  <c:v>44867</c:v>
                </c:pt>
                <c:pt idx="974">
                  <c:v>44868</c:v>
                </c:pt>
                <c:pt idx="975">
                  <c:v>44869</c:v>
                </c:pt>
                <c:pt idx="976">
                  <c:v>44872</c:v>
                </c:pt>
                <c:pt idx="977">
                  <c:v>44873</c:v>
                </c:pt>
                <c:pt idx="978">
                  <c:v>44874</c:v>
                </c:pt>
                <c:pt idx="979">
                  <c:v>44875</c:v>
                </c:pt>
                <c:pt idx="980">
                  <c:v>44876</c:v>
                </c:pt>
                <c:pt idx="981">
                  <c:v>44879</c:v>
                </c:pt>
                <c:pt idx="982">
                  <c:v>44880</c:v>
                </c:pt>
                <c:pt idx="983">
                  <c:v>44881</c:v>
                </c:pt>
                <c:pt idx="984">
                  <c:v>44882</c:v>
                </c:pt>
                <c:pt idx="985">
                  <c:v>44883</c:v>
                </c:pt>
                <c:pt idx="986">
                  <c:v>44886</c:v>
                </c:pt>
                <c:pt idx="987">
                  <c:v>44887</c:v>
                </c:pt>
                <c:pt idx="988">
                  <c:v>44888</c:v>
                </c:pt>
                <c:pt idx="989">
                  <c:v>44889</c:v>
                </c:pt>
                <c:pt idx="990">
                  <c:v>44890</c:v>
                </c:pt>
                <c:pt idx="991">
                  <c:v>44893</c:v>
                </c:pt>
                <c:pt idx="992">
                  <c:v>44894</c:v>
                </c:pt>
                <c:pt idx="993">
                  <c:v>44895</c:v>
                </c:pt>
                <c:pt idx="994">
                  <c:v>44896</c:v>
                </c:pt>
                <c:pt idx="995">
                  <c:v>44897</c:v>
                </c:pt>
                <c:pt idx="996">
                  <c:v>44900</c:v>
                </c:pt>
                <c:pt idx="997">
                  <c:v>44901</c:v>
                </c:pt>
                <c:pt idx="998">
                  <c:v>44902</c:v>
                </c:pt>
                <c:pt idx="999">
                  <c:v>44903</c:v>
                </c:pt>
                <c:pt idx="1000">
                  <c:v>44904</c:v>
                </c:pt>
                <c:pt idx="1001">
                  <c:v>44907</c:v>
                </c:pt>
                <c:pt idx="1002">
                  <c:v>44908</c:v>
                </c:pt>
                <c:pt idx="1003">
                  <c:v>44909</c:v>
                </c:pt>
                <c:pt idx="1004">
                  <c:v>44910</c:v>
                </c:pt>
                <c:pt idx="1005">
                  <c:v>44911</c:v>
                </c:pt>
                <c:pt idx="1006">
                  <c:v>44914</c:v>
                </c:pt>
                <c:pt idx="1007">
                  <c:v>44915</c:v>
                </c:pt>
                <c:pt idx="1008">
                  <c:v>44916</c:v>
                </c:pt>
                <c:pt idx="1009">
                  <c:v>44917</c:v>
                </c:pt>
                <c:pt idx="1010">
                  <c:v>44918</c:v>
                </c:pt>
                <c:pt idx="1011">
                  <c:v>44922</c:v>
                </c:pt>
                <c:pt idx="1012">
                  <c:v>44923</c:v>
                </c:pt>
                <c:pt idx="1013">
                  <c:v>44924</c:v>
                </c:pt>
                <c:pt idx="1014">
                  <c:v>44925</c:v>
                </c:pt>
                <c:pt idx="1015">
                  <c:v>44928</c:v>
                </c:pt>
                <c:pt idx="1016">
                  <c:v>44929</c:v>
                </c:pt>
                <c:pt idx="1017">
                  <c:v>44930</c:v>
                </c:pt>
                <c:pt idx="1018">
                  <c:v>44931</c:v>
                </c:pt>
                <c:pt idx="1019">
                  <c:v>44932</c:v>
                </c:pt>
                <c:pt idx="1020">
                  <c:v>44935</c:v>
                </c:pt>
                <c:pt idx="1021">
                  <c:v>44936</c:v>
                </c:pt>
                <c:pt idx="1022">
                  <c:v>44937</c:v>
                </c:pt>
                <c:pt idx="1023">
                  <c:v>44938</c:v>
                </c:pt>
                <c:pt idx="1024">
                  <c:v>44939</c:v>
                </c:pt>
                <c:pt idx="1025">
                  <c:v>44942</c:v>
                </c:pt>
                <c:pt idx="1026">
                  <c:v>44943</c:v>
                </c:pt>
                <c:pt idx="1027">
                  <c:v>44944</c:v>
                </c:pt>
                <c:pt idx="1028">
                  <c:v>44945</c:v>
                </c:pt>
                <c:pt idx="1029">
                  <c:v>44946</c:v>
                </c:pt>
                <c:pt idx="1030">
                  <c:v>44949</c:v>
                </c:pt>
                <c:pt idx="1031">
                  <c:v>44950</c:v>
                </c:pt>
                <c:pt idx="1032">
                  <c:v>44951</c:v>
                </c:pt>
                <c:pt idx="1033">
                  <c:v>44952</c:v>
                </c:pt>
                <c:pt idx="1034">
                  <c:v>44953</c:v>
                </c:pt>
                <c:pt idx="1035">
                  <c:v>44956</c:v>
                </c:pt>
                <c:pt idx="1036">
                  <c:v>44957</c:v>
                </c:pt>
                <c:pt idx="1037">
                  <c:v>44958</c:v>
                </c:pt>
                <c:pt idx="1038">
                  <c:v>44959</c:v>
                </c:pt>
                <c:pt idx="1039">
                  <c:v>44960</c:v>
                </c:pt>
                <c:pt idx="1040">
                  <c:v>44963</c:v>
                </c:pt>
                <c:pt idx="1041">
                  <c:v>44964</c:v>
                </c:pt>
                <c:pt idx="1042">
                  <c:v>44965</c:v>
                </c:pt>
                <c:pt idx="1043">
                  <c:v>44966</c:v>
                </c:pt>
                <c:pt idx="1044">
                  <c:v>44967</c:v>
                </c:pt>
                <c:pt idx="1045">
                  <c:v>44970</c:v>
                </c:pt>
                <c:pt idx="1046">
                  <c:v>44971</c:v>
                </c:pt>
                <c:pt idx="1047">
                  <c:v>44972</c:v>
                </c:pt>
                <c:pt idx="1048">
                  <c:v>44973</c:v>
                </c:pt>
                <c:pt idx="1049">
                  <c:v>44974</c:v>
                </c:pt>
                <c:pt idx="1050">
                  <c:v>44977</c:v>
                </c:pt>
                <c:pt idx="1051">
                  <c:v>44978</c:v>
                </c:pt>
                <c:pt idx="1052">
                  <c:v>44979</c:v>
                </c:pt>
                <c:pt idx="1053">
                  <c:v>44980</c:v>
                </c:pt>
                <c:pt idx="1054">
                  <c:v>44981</c:v>
                </c:pt>
                <c:pt idx="1055">
                  <c:v>44984</c:v>
                </c:pt>
                <c:pt idx="1056">
                  <c:v>44985</c:v>
                </c:pt>
                <c:pt idx="1057">
                  <c:v>44986</c:v>
                </c:pt>
                <c:pt idx="1058">
                  <c:v>44987</c:v>
                </c:pt>
                <c:pt idx="1059">
                  <c:v>44988</c:v>
                </c:pt>
                <c:pt idx="1060">
                  <c:v>44991</c:v>
                </c:pt>
                <c:pt idx="1061">
                  <c:v>44992</c:v>
                </c:pt>
                <c:pt idx="1062">
                  <c:v>44993</c:v>
                </c:pt>
                <c:pt idx="1063">
                  <c:v>44994</c:v>
                </c:pt>
                <c:pt idx="1064">
                  <c:v>44995</c:v>
                </c:pt>
                <c:pt idx="1065">
                  <c:v>44998</c:v>
                </c:pt>
                <c:pt idx="1066">
                  <c:v>44999</c:v>
                </c:pt>
                <c:pt idx="1067">
                  <c:v>45000</c:v>
                </c:pt>
                <c:pt idx="1068">
                  <c:v>45001</c:v>
                </c:pt>
                <c:pt idx="1069">
                  <c:v>45002</c:v>
                </c:pt>
                <c:pt idx="1070">
                  <c:v>45005</c:v>
                </c:pt>
                <c:pt idx="1071">
                  <c:v>45006</c:v>
                </c:pt>
                <c:pt idx="1072">
                  <c:v>45007</c:v>
                </c:pt>
                <c:pt idx="1073">
                  <c:v>45008</c:v>
                </c:pt>
                <c:pt idx="1074">
                  <c:v>45009</c:v>
                </c:pt>
                <c:pt idx="1075">
                  <c:v>45012</c:v>
                </c:pt>
                <c:pt idx="1076">
                  <c:v>45013</c:v>
                </c:pt>
                <c:pt idx="1077">
                  <c:v>45014</c:v>
                </c:pt>
                <c:pt idx="1078">
                  <c:v>45015</c:v>
                </c:pt>
                <c:pt idx="1079">
                  <c:v>45016</c:v>
                </c:pt>
                <c:pt idx="1080">
                  <c:v>45019</c:v>
                </c:pt>
                <c:pt idx="1081">
                  <c:v>45020</c:v>
                </c:pt>
                <c:pt idx="1082">
                  <c:v>45021</c:v>
                </c:pt>
                <c:pt idx="1083">
                  <c:v>45022</c:v>
                </c:pt>
                <c:pt idx="1084">
                  <c:v>45027</c:v>
                </c:pt>
                <c:pt idx="1085">
                  <c:v>45028</c:v>
                </c:pt>
                <c:pt idx="1086">
                  <c:v>45029</c:v>
                </c:pt>
                <c:pt idx="1087">
                  <c:v>45030</c:v>
                </c:pt>
                <c:pt idx="1088">
                  <c:v>45033</c:v>
                </c:pt>
                <c:pt idx="1089">
                  <c:v>45034</c:v>
                </c:pt>
                <c:pt idx="1090">
                  <c:v>45035</c:v>
                </c:pt>
                <c:pt idx="1091">
                  <c:v>45036</c:v>
                </c:pt>
                <c:pt idx="1092">
                  <c:v>45037</c:v>
                </c:pt>
                <c:pt idx="1093">
                  <c:v>45040</c:v>
                </c:pt>
                <c:pt idx="1094">
                  <c:v>45041</c:v>
                </c:pt>
                <c:pt idx="1095">
                  <c:v>45042</c:v>
                </c:pt>
                <c:pt idx="1096">
                  <c:v>45043</c:v>
                </c:pt>
                <c:pt idx="1097">
                  <c:v>45044</c:v>
                </c:pt>
                <c:pt idx="1098">
                  <c:v>45048</c:v>
                </c:pt>
                <c:pt idx="1099">
                  <c:v>45049</c:v>
                </c:pt>
                <c:pt idx="1100">
                  <c:v>45050</c:v>
                </c:pt>
                <c:pt idx="1101">
                  <c:v>45051</c:v>
                </c:pt>
                <c:pt idx="1102">
                  <c:v>45054</c:v>
                </c:pt>
                <c:pt idx="1103">
                  <c:v>45055</c:v>
                </c:pt>
                <c:pt idx="1104">
                  <c:v>45056</c:v>
                </c:pt>
                <c:pt idx="1105">
                  <c:v>45057</c:v>
                </c:pt>
                <c:pt idx="1106">
                  <c:v>45058</c:v>
                </c:pt>
                <c:pt idx="1107">
                  <c:v>45061</c:v>
                </c:pt>
                <c:pt idx="1108">
                  <c:v>45062</c:v>
                </c:pt>
                <c:pt idx="1109">
                  <c:v>45063</c:v>
                </c:pt>
                <c:pt idx="1110">
                  <c:v>45064</c:v>
                </c:pt>
                <c:pt idx="1111">
                  <c:v>45065</c:v>
                </c:pt>
                <c:pt idx="1112">
                  <c:v>45068</c:v>
                </c:pt>
                <c:pt idx="1113">
                  <c:v>45069</c:v>
                </c:pt>
                <c:pt idx="1114">
                  <c:v>45070</c:v>
                </c:pt>
                <c:pt idx="1115">
                  <c:v>45071</c:v>
                </c:pt>
                <c:pt idx="1116">
                  <c:v>45072</c:v>
                </c:pt>
                <c:pt idx="1117">
                  <c:v>45075</c:v>
                </c:pt>
                <c:pt idx="1118">
                  <c:v>45076</c:v>
                </c:pt>
                <c:pt idx="1119">
                  <c:v>45077</c:v>
                </c:pt>
                <c:pt idx="1120">
                  <c:v>45078</c:v>
                </c:pt>
                <c:pt idx="1121">
                  <c:v>45079</c:v>
                </c:pt>
                <c:pt idx="1122">
                  <c:v>45082</c:v>
                </c:pt>
                <c:pt idx="1123">
                  <c:v>45083</c:v>
                </c:pt>
                <c:pt idx="1124">
                  <c:v>45084</c:v>
                </c:pt>
                <c:pt idx="1125">
                  <c:v>45085</c:v>
                </c:pt>
                <c:pt idx="1126">
                  <c:v>45086</c:v>
                </c:pt>
                <c:pt idx="1127">
                  <c:v>45089</c:v>
                </c:pt>
                <c:pt idx="1128">
                  <c:v>45090</c:v>
                </c:pt>
                <c:pt idx="1129">
                  <c:v>45091</c:v>
                </c:pt>
                <c:pt idx="1130">
                  <c:v>45092</c:v>
                </c:pt>
                <c:pt idx="1131">
                  <c:v>45093</c:v>
                </c:pt>
                <c:pt idx="1132">
                  <c:v>45096</c:v>
                </c:pt>
                <c:pt idx="1133">
                  <c:v>45097</c:v>
                </c:pt>
                <c:pt idx="1134">
                  <c:v>45098</c:v>
                </c:pt>
                <c:pt idx="1135">
                  <c:v>45099</c:v>
                </c:pt>
                <c:pt idx="1136">
                  <c:v>45100</c:v>
                </c:pt>
                <c:pt idx="1137">
                  <c:v>45103</c:v>
                </c:pt>
                <c:pt idx="1138">
                  <c:v>45104</c:v>
                </c:pt>
                <c:pt idx="1139">
                  <c:v>45105</c:v>
                </c:pt>
                <c:pt idx="1140">
                  <c:v>45106</c:v>
                </c:pt>
                <c:pt idx="1141">
                  <c:v>45107</c:v>
                </c:pt>
                <c:pt idx="1142">
                  <c:v>45110</c:v>
                </c:pt>
                <c:pt idx="1143">
                  <c:v>45111</c:v>
                </c:pt>
                <c:pt idx="1144">
                  <c:v>45112</c:v>
                </c:pt>
                <c:pt idx="1145">
                  <c:v>45113</c:v>
                </c:pt>
                <c:pt idx="1146">
                  <c:v>45114</c:v>
                </c:pt>
                <c:pt idx="1147">
                  <c:v>45117</c:v>
                </c:pt>
                <c:pt idx="1148">
                  <c:v>45118</c:v>
                </c:pt>
                <c:pt idx="1149">
                  <c:v>45119</c:v>
                </c:pt>
                <c:pt idx="1150">
                  <c:v>45120</c:v>
                </c:pt>
                <c:pt idx="1151">
                  <c:v>45121</c:v>
                </c:pt>
                <c:pt idx="1152">
                  <c:v>45124</c:v>
                </c:pt>
                <c:pt idx="1153">
                  <c:v>45125</c:v>
                </c:pt>
                <c:pt idx="1154">
                  <c:v>45126</c:v>
                </c:pt>
                <c:pt idx="1155">
                  <c:v>45127</c:v>
                </c:pt>
                <c:pt idx="1156">
                  <c:v>45128</c:v>
                </c:pt>
                <c:pt idx="1157">
                  <c:v>45131</c:v>
                </c:pt>
                <c:pt idx="1158">
                  <c:v>45132</c:v>
                </c:pt>
                <c:pt idx="1159">
                  <c:v>45133</c:v>
                </c:pt>
                <c:pt idx="1160">
                  <c:v>45134</c:v>
                </c:pt>
                <c:pt idx="1161">
                  <c:v>45135</c:v>
                </c:pt>
                <c:pt idx="1162">
                  <c:v>45138</c:v>
                </c:pt>
                <c:pt idx="1163">
                  <c:v>45139</c:v>
                </c:pt>
                <c:pt idx="1164">
                  <c:v>45140</c:v>
                </c:pt>
                <c:pt idx="1165">
                  <c:v>45141</c:v>
                </c:pt>
                <c:pt idx="1166">
                  <c:v>45142</c:v>
                </c:pt>
                <c:pt idx="1167">
                  <c:v>45145</c:v>
                </c:pt>
                <c:pt idx="1168">
                  <c:v>45146</c:v>
                </c:pt>
                <c:pt idx="1169">
                  <c:v>45147</c:v>
                </c:pt>
                <c:pt idx="1170">
                  <c:v>45148</c:v>
                </c:pt>
                <c:pt idx="1171">
                  <c:v>45149</c:v>
                </c:pt>
                <c:pt idx="1172">
                  <c:v>45152</c:v>
                </c:pt>
                <c:pt idx="1173">
                  <c:v>45154</c:v>
                </c:pt>
                <c:pt idx="1174">
                  <c:v>45155</c:v>
                </c:pt>
                <c:pt idx="1175">
                  <c:v>45156</c:v>
                </c:pt>
                <c:pt idx="1176">
                  <c:v>45159</c:v>
                </c:pt>
                <c:pt idx="1177">
                  <c:v>45160</c:v>
                </c:pt>
                <c:pt idx="1178">
                  <c:v>45161</c:v>
                </c:pt>
                <c:pt idx="1179">
                  <c:v>45162</c:v>
                </c:pt>
                <c:pt idx="1180">
                  <c:v>45163</c:v>
                </c:pt>
                <c:pt idx="1181">
                  <c:v>45166</c:v>
                </c:pt>
                <c:pt idx="1182">
                  <c:v>45167</c:v>
                </c:pt>
                <c:pt idx="1183">
                  <c:v>45168</c:v>
                </c:pt>
                <c:pt idx="1184">
                  <c:v>45169</c:v>
                </c:pt>
                <c:pt idx="1185">
                  <c:v>45170</c:v>
                </c:pt>
                <c:pt idx="1186">
                  <c:v>45173</c:v>
                </c:pt>
                <c:pt idx="1187">
                  <c:v>45174</c:v>
                </c:pt>
                <c:pt idx="1188">
                  <c:v>45175</c:v>
                </c:pt>
                <c:pt idx="1189">
                  <c:v>45176</c:v>
                </c:pt>
                <c:pt idx="1190">
                  <c:v>45177</c:v>
                </c:pt>
                <c:pt idx="1191">
                  <c:v>45180</c:v>
                </c:pt>
                <c:pt idx="1192">
                  <c:v>45181</c:v>
                </c:pt>
                <c:pt idx="1193">
                  <c:v>45182</c:v>
                </c:pt>
                <c:pt idx="1194">
                  <c:v>45183</c:v>
                </c:pt>
                <c:pt idx="1195">
                  <c:v>45184</c:v>
                </c:pt>
                <c:pt idx="1196">
                  <c:v>45187</c:v>
                </c:pt>
                <c:pt idx="1197">
                  <c:v>45188</c:v>
                </c:pt>
                <c:pt idx="1198">
                  <c:v>45189</c:v>
                </c:pt>
                <c:pt idx="1199">
                  <c:v>45190</c:v>
                </c:pt>
                <c:pt idx="1200">
                  <c:v>45191</c:v>
                </c:pt>
                <c:pt idx="1201">
                  <c:v>45194</c:v>
                </c:pt>
                <c:pt idx="1202">
                  <c:v>45195</c:v>
                </c:pt>
                <c:pt idx="1203">
                  <c:v>45196</c:v>
                </c:pt>
                <c:pt idx="1204">
                  <c:v>45197</c:v>
                </c:pt>
                <c:pt idx="1205">
                  <c:v>45198</c:v>
                </c:pt>
                <c:pt idx="1206">
                  <c:v>45201</c:v>
                </c:pt>
                <c:pt idx="1207">
                  <c:v>45202</c:v>
                </c:pt>
                <c:pt idx="1208">
                  <c:v>45203</c:v>
                </c:pt>
                <c:pt idx="1209">
                  <c:v>45204</c:v>
                </c:pt>
                <c:pt idx="1210">
                  <c:v>45205</c:v>
                </c:pt>
                <c:pt idx="1211">
                  <c:v>45208</c:v>
                </c:pt>
                <c:pt idx="1212">
                  <c:v>45209</c:v>
                </c:pt>
                <c:pt idx="1213">
                  <c:v>45210</c:v>
                </c:pt>
                <c:pt idx="1214">
                  <c:v>45211</c:v>
                </c:pt>
                <c:pt idx="1215">
                  <c:v>45212</c:v>
                </c:pt>
                <c:pt idx="1216">
                  <c:v>45215</c:v>
                </c:pt>
                <c:pt idx="1217">
                  <c:v>45216</c:v>
                </c:pt>
                <c:pt idx="1218">
                  <c:v>45217</c:v>
                </c:pt>
                <c:pt idx="1219">
                  <c:v>45218</c:v>
                </c:pt>
                <c:pt idx="1220">
                  <c:v>45219</c:v>
                </c:pt>
                <c:pt idx="1221">
                  <c:v>45222</c:v>
                </c:pt>
                <c:pt idx="1222">
                  <c:v>45223</c:v>
                </c:pt>
                <c:pt idx="1223">
                  <c:v>45224</c:v>
                </c:pt>
                <c:pt idx="1224">
                  <c:v>45225</c:v>
                </c:pt>
                <c:pt idx="1225">
                  <c:v>45226</c:v>
                </c:pt>
                <c:pt idx="1226">
                  <c:v>45229</c:v>
                </c:pt>
                <c:pt idx="1227">
                  <c:v>45230</c:v>
                </c:pt>
                <c:pt idx="1228">
                  <c:v>45231</c:v>
                </c:pt>
                <c:pt idx="1229">
                  <c:v>45232</c:v>
                </c:pt>
                <c:pt idx="1230">
                  <c:v>45233</c:v>
                </c:pt>
                <c:pt idx="1231">
                  <c:v>45236</c:v>
                </c:pt>
                <c:pt idx="1232">
                  <c:v>45237</c:v>
                </c:pt>
                <c:pt idx="1233">
                  <c:v>45238</c:v>
                </c:pt>
                <c:pt idx="1234">
                  <c:v>45239</c:v>
                </c:pt>
                <c:pt idx="1235">
                  <c:v>45240</c:v>
                </c:pt>
                <c:pt idx="1236">
                  <c:v>45243</c:v>
                </c:pt>
                <c:pt idx="1237">
                  <c:v>45244</c:v>
                </c:pt>
                <c:pt idx="1238">
                  <c:v>45245</c:v>
                </c:pt>
                <c:pt idx="1239">
                  <c:v>45246</c:v>
                </c:pt>
                <c:pt idx="1240">
                  <c:v>45247</c:v>
                </c:pt>
                <c:pt idx="1241">
                  <c:v>45250</c:v>
                </c:pt>
                <c:pt idx="1242">
                  <c:v>45251</c:v>
                </c:pt>
                <c:pt idx="1243">
                  <c:v>45252</c:v>
                </c:pt>
                <c:pt idx="1244">
                  <c:v>45253</c:v>
                </c:pt>
                <c:pt idx="1245">
                  <c:v>45254</c:v>
                </c:pt>
                <c:pt idx="1246">
                  <c:v>45257</c:v>
                </c:pt>
                <c:pt idx="1247">
                  <c:v>45258</c:v>
                </c:pt>
                <c:pt idx="1248">
                  <c:v>45259</c:v>
                </c:pt>
                <c:pt idx="1249">
                  <c:v>45260</c:v>
                </c:pt>
                <c:pt idx="1250">
                  <c:v>45261</c:v>
                </c:pt>
                <c:pt idx="1251">
                  <c:v>45264</c:v>
                </c:pt>
                <c:pt idx="1252">
                  <c:v>45265</c:v>
                </c:pt>
                <c:pt idx="1253">
                  <c:v>45266</c:v>
                </c:pt>
                <c:pt idx="1254">
                  <c:v>45267</c:v>
                </c:pt>
                <c:pt idx="1255">
                  <c:v>45268</c:v>
                </c:pt>
                <c:pt idx="1256">
                  <c:v>45271</c:v>
                </c:pt>
                <c:pt idx="1257">
                  <c:v>45272</c:v>
                </c:pt>
                <c:pt idx="1258">
                  <c:v>45273</c:v>
                </c:pt>
                <c:pt idx="1259">
                  <c:v>45274</c:v>
                </c:pt>
                <c:pt idx="1260">
                  <c:v>45275</c:v>
                </c:pt>
                <c:pt idx="1261">
                  <c:v>45278</c:v>
                </c:pt>
                <c:pt idx="1262">
                  <c:v>45279</c:v>
                </c:pt>
                <c:pt idx="1263">
                  <c:v>45280</c:v>
                </c:pt>
                <c:pt idx="1264">
                  <c:v>45281</c:v>
                </c:pt>
                <c:pt idx="1265">
                  <c:v>45282</c:v>
                </c:pt>
                <c:pt idx="1266">
                  <c:v>45287</c:v>
                </c:pt>
                <c:pt idx="1267">
                  <c:v>45288</c:v>
                </c:pt>
                <c:pt idx="1268">
                  <c:v>45289</c:v>
                </c:pt>
              </c:numCache>
            </c:numRef>
          </c:cat>
          <c:val>
            <c:numRef>
              <c:f>Volatilità!$F$2:$F$1270</c:f>
              <c:numCache>
                <c:formatCode>General</c:formatCode>
                <c:ptCount val="1269"/>
                <c:pt idx="20" formatCode="0.00%">
                  <c:v>0.28656002071609876</c:v>
                </c:pt>
                <c:pt idx="21" formatCode="0.00%">
                  <c:v>0.44495900648328318</c:v>
                </c:pt>
                <c:pt idx="22" formatCode="0.00%">
                  <c:v>0.43001393450690872</c:v>
                </c:pt>
                <c:pt idx="23" formatCode="0.00%">
                  <c:v>0.43041918385183597</c:v>
                </c:pt>
                <c:pt idx="24" formatCode="0.00%">
                  <c:v>0.42436957139911829</c:v>
                </c:pt>
                <c:pt idx="25" formatCode="0.00%">
                  <c:v>0.42094194708111626</c:v>
                </c:pt>
                <c:pt idx="26" formatCode="0.00%">
                  <c:v>0.4357024051257834</c:v>
                </c:pt>
                <c:pt idx="27" formatCode="0.00%">
                  <c:v>0.43629112936526476</c:v>
                </c:pt>
                <c:pt idx="28" formatCode="0.00%">
                  <c:v>0.43467759348295082</c:v>
                </c:pt>
                <c:pt idx="29" formatCode="0.00%">
                  <c:v>0.43283371633493795</c:v>
                </c:pt>
                <c:pt idx="30" formatCode="0.00%">
                  <c:v>0.43380245139747536</c:v>
                </c:pt>
                <c:pt idx="31" formatCode="0.00%">
                  <c:v>0.43491073625900001</c:v>
                </c:pt>
                <c:pt idx="32" formatCode="0.00%">
                  <c:v>0.43458991376590139</c:v>
                </c:pt>
                <c:pt idx="33" formatCode="0.00%">
                  <c:v>0.43463077712158266</c:v>
                </c:pt>
                <c:pt idx="34" formatCode="0.00%">
                  <c:v>0.42451458590572383</c:v>
                </c:pt>
                <c:pt idx="35" formatCode="0.00%">
                  <c:v>0.41777011913739204</c:v>
                </c:pt>
                <c:pt idx="36" formatCode="0.00%">
                  <c:v>0.41372306360928618</c:v>
                </c:pt>
                <c:pt idx="37" formatCode="0.00%">
                  <c:v>0.41016280062090871</c:v>
                </c:pt>
                <c:pt idx="38" formatCode="0.00%">
                  <c:v>0.39476844220627222</c:v>
                </c:pt>
                <c:pt idx="39" formatCode="0.00%">
                  <c:v>0.39487358928782379</c:v>
                </c:pt>
                <c:pt idx="40" formatCode="0.00%">
                  <c:v>0.39753378202177359</c:v>
                </c:pt>
                <c:pt idx="41" formatCode="0.00%">
                  <c:v>0.15948435552877588</c:v>
                </c:pt>
                <c:pt idx="42" formatCode="0.00%">
                  <c:v>0.15398727855286201</c:v>
                </c:pt>
                <c:pt idx="43" formatCode="0.00%">
                  <c:v>0.15608541521093833</c:v>
                </c:pt>
                <c:pt idx="44" formatCode="0.00%">
                  <c:v>0.14659888062353793</c:v>
                </c:pt>
                <c:pt idx="45" formatCode="0.00%">
                  <c:v>0.14895609856649883</c:v>
                </c:pt>
                <c:pt idx="46" formatCode="0.00%">
                  <c:v>0.11022382726434919</c:v>
                </c:pt>
                <c:pt idx="47" formatCode="0.00%">
                  <c:v>0.11403984184909571</c:v>
                </c:pt>
                <c:pt idx="48" formatCode="0.00%">
                  <c:v>0.12204133542718187</c:v>
                </c:pt>
                <c:pt idx="49" formatCode="0.00%">
                  <c:v>0.11570467400546364</c:v>
                </c:pt>
                <c:pt idx="50" formatCode="0.00%">
                  <c:v>0.11711857944985248</c:v>
                </c:pt>
                <c:pt idx="51" formatCode="0.00%">
                  <c:v>0.11741257065985808</c:v>
                </c:pt>
                <c:pt idx="52" formatCode="0.00%">
                  <c:v>0.11661748610946158</c:v>
                </c:pt>
                <c:pt idx="53" formatCode="0.00%">
                  <c:v>0.1175318771236762</c:v>
                </c:pt>
                <c:pt idx="54" formatCode="0.00%">
                  <c:v>0.11678541373019412</c:v>
                </c:pt>
                <c:pt idx="55" formatCode="0.00%">
                  <c:v>0.12301248286913449</c:v>
                </c:pt>
                <c:pt idx="56" formatCode="0.00%">
                  <c:v>0.12327119838085684</c:v>
                </c:pt>
                <c:pt idx="57" formatCode="0.00%">
                  <c:v>0.1365754298905483</c:v>
                </c:pt>
                <c:pt idx="58" formatCode="0.00%">
                  <c:v>0.13993115745209106</c:v>
                </c:pt>
                <c:pt idx="59" formatCode="0.00%">
                  <c:v>0.14402128201604394</c:v>
                </c:pt>
                <c:pt idx="60" formatCode="0.00%">
                  <c:v>0.13911448077349189</c:v>
                </c:pt>
                <c:pt idx="61" formatCode="0.00%">
                  <c:v>0.14020220290957405</c:v>
                </c:pt>
                <c:pt idx="62" formatCode="0.00%">
                  <c:v>0.13918093231627712</c:v>
                </c:pt>
                <c:pt idx="63" formatCode="0.00%">
                  <c:v>0.13951651004414922</c:v>
                </c:pt>
                <c:pt idx="64" formatCode="0.00%">
                  <c:v>0.13896753866161951</c:v>
                </c:pt>
                <c:pt idx="65" formatCode="0.00%">
                  <c:v>0.13422011049859636</c:v>
                </c:pt>
                <c:pt idx="66" formatCode="0.00%">
                  <c:v>0.1334663069067413</c:v>
                </c:pt>
                <c:pt idx="67" formatCode="0.00%">
                  <c:v>0.12926889370377848</c:v>
                </c:pt>
                <c:pt idx="68" formatCode="0.00%">
                  <c:v>0.12309200463554017</c:v>
                </c:pt>
                <c:pt idx="69" formatCode="0.00%">
                  <c:v>0.1249776761201092</c:v>
                </c:pt>
                <c:pt idx="70" formatCode="0.00%">
                  <c:v>0.12181084581784181</c:v>
                </c:pt>
                <c:pt idx="71" formatCode="0.00%">
                  <c:v>0.12031154562321052</c:v>
                </c:pt>
                <c:pt idx="72" formatCode="0.00%">
                  <c:v>0.12200244286346772</c:v>
                </c:pt>
                <c:pt idx="73" formatCode="0.00%">
                  <c:v>0.13390759463485447</c:v>
                </c:pt>
                <c:pt idx="74" formatCode="0.00%">
                  <c:v>0.13510383129422768</c:v>
                </c:pt>
                <c:pt idx="75" formatCode="0.00%">
                  <c:v>0.13293320981094056</c:v>
                </c:pt>
                <c:pt idx="76" formatCode="0.00%">
                  <c:v>0.14412086344153341</c:v>
                </c:pt>
                <c:pt idx="77" formatCode="0.00%">
                  <c:v>0.12811123890484125</c:v>
                </c:pt>
                <c:pt idx="78" formatCode="0.00%">
                  <c:v>0.13089663160855108</c:v>
                </c:pt>
                <c:pt idx="79" formatCode="0.00%">
                  <c:v>0.1238322420674704</c:v>
                </c:pt>
                <c:pt idx="80" formatCode="0.00%">
                  <c:v>0.12659268773482607</c:v>
                </c:pt>
                <c:pt idx="81" formatCode="0.00%">
                  <c:v>0.12577683527967931</c:v>
                </c:pt>
                <c:pt idx="82" formatCode="0.00%">
                  <c:v>0.11850349286455192</c:v>
                </c:pt>
                <c:pt idx="83" formatCode="0.00%">
                  <c:v>0.11216431382446462</c:v>
                </c:pt>
                <c:pt idx="84" formatCode="0.00%">
                  <c:v>0.11391173001619215</c:v>
                </c:pt>
                <c:pt idx="85" formatCode="0.00%">
                  <c:v>0.1195430389082133</c:v>
                </c:pt>
                <c:pt idx="86" formatCode="0.00%">
                  <c:v>0.1841937251460288</c:v>
                </c:pt>
                <c:pt idx="87" formatCode="0.00%">
                  <c:v>0.20529358679533458</c:v>
                </c:pt>
                <c:pt idx="88" formatCode="0.00%">
                  <c:v>0.2094267012831848</c:v>
                </c:pt>
                <c:pt idx="89" formatCode="0.00%">
                  <c:v>0.20832913432877248</c:v>
                </c:pt>
                <c:pt idx="90" formatCode="0.00%">
                  <c:v>0.21953648589450178</c:v>
                </c:pt>
                <c:pt idx="91" formatCode="0.00%">
                  <c:v>0.24732227216432354</c:v>
                </c:pt>
                <c:pt idx="92" formatCode="0.00%">
                  <c:v>0.24823182195421112</c:v>
                </c:pt>
                <c:pt idx="93" formatCode="0.00%">
                  <c:v>0.24170419214148889</c:v>
                </c:pt>
                <c:pt idx="94" formatCode="0.00%">
                  <c:v>0.24225913558539758</c:v>
                </c:pt>
                <c:pt idx="95" formatCode="0.00%">
                  <c:v>0.24778698370669891</c:v>
                </c:pt>
                <c:pt idx="96" formatCode="0.00%">
                  <c:v>0.24486348338120723</c:v>
                </c:pt>
                <c:pt idx="97" formatCode="0.00%">
                  <c:v>0.24532708121165933</c:v>
                </c:pt>
                <c:pt idx="98" formatCode="0.00%">
                  <c:v>0.24609510424185477</c:v>
                </c:pt>
                <c:pt idx="99" formatCode="0.00%">
                  <c:v>0.24568926264334742</c:v>
                </c:pt>
                <c:pt idx="100" formatCode="0.00%">
                  <c:v>0.24376636273205698</c:v>
                </c:pt>
                <c:pt idx="101" formatCode="0.00%">
                  <c:v>0.24460000912695085</c:v>
                </c:pt>
                <c:pt idx="102" formatCode="0.00%">
                  <c:v>0.25150139450883491</c:v>
                </c:pt>
                <c:pt idx="103" formatCode="0.00%">
                  <c:v>0.25125685653545965</c:v>
                </c:pt>
                <c:pt idx="104" formatCode="0.00%">
                  <c:v>0.24977130181685417</c:v>
                </c:pt>
                <c:pt idx="105" formatCode="0.00%">
                  <c:v>0.24437894715378369</c:v>
                </c:pt>
                <c:pt idx="106" formatCode="0.00%">
                  <c:v>0.20767957473430609</c:v>
                </c:pt>
                <c:pt idx="107" formatCode="0.00%">
                  <c:v>0.18947491557845086</c:v>
                </c:pt>
                <c:pt idx="108" formatCode="0.00%">
                  <c:v>0.19412850188978925</c:v>
                </c:pt>
                <c:pt idx="109" formatCode="0.00%">
                  <c:v>0.19653537492718934</c:v>
                </c:pt>
                <c:pt idx="110" formatCode="0.00%">
                  <c:v>0.19491061438932822</c:v>
                </c:pt>
                <c:pt idx="111" formatCode="0.00%">
                  <c:v>0.16637294104783215</c:v>
                </c:pt>
                <c:pt idx="112" formatCode="0.00%">
                  <c:v>0.16467629752508092</c:v>
                </c:pt>
                <c:pt idx="113" formatCode="0.00%">
                  <c:v>0.16583954400812026</c:v>
                </c:pt>
                <c:pt idx="114" formatCode="0.00%">
                  <c:v>0.16493730542631774</c:v>
                </c:pt>
                <c:pt idx="115" formatCode="0.00%">
                  <c:v>0.18087272969821483</c:v>
                </c:pt>
                <c:pt idx="116" formatCode="0.00%">
                  <c:v>0.18730967060860301</c:v>
                </c:pt>
                <c:pt idx="117" formatCode="0.00%">
                  <c:v>0.19643844241094285</c:v>
                </c:pt>
                <c:pt idx="118" formatCode="0.00%">
                  <c:v>0.18819756964500944</c:v>
                </c:pt>
                <c:pt idx="119" formatCode="0.00%">
                  <c:v>0.18949839938537938</c:v>
                </c:pt>
                <c:pt idx="120" formatCode="0.00%">
                  <c:v>0.19707665323437917</c:v>
                </c:pt>
                <c:pt idx="121" formatCode="0.00%">
                  <c:v>0.20581659149589443</c:v>
                </c:pt>
                <c:pt idx="122" formatCode="0.00%">
                  <c:v>0.19511559155331973</c:v>
                </c:pt>
                <c:pt idx="123" formatCode="0.00%">
                  <c:v>0.19775758230599269</c:v>
                </c:pt>
                <c:pt idx="124" formatCode="0.00%">
                  <c:v>0.19538054821943568</c:v>
                </c:pt>
                <c:pt idx="125" formatCode="0.00%">
                  <c:v>0.19479908172471819</c:v>
                </c:pt>
                <c:pt idx="126" formatCode="0.00%">
                  <c:v>0.19729208202086426</c:v>
                </c:pt>
                <c:pt idx="127" formatCode="0.00%">
                  <c:v>0.20049496963834201</c:v>
                </c:pt>
                <c:pt idx="128" formatCode="0.00%">
                  <c:v>0.20084537716926001</c:v>
                </c:pt>
                <c:pt idx="129" formatCode="0.00%">
                  <c:v>0.19933025053088171</c:v>
                </c:pt>
                <c:pt idx="130" formatCode="0.00%">
                  <c:v>0.18961724085457232</c:v>
                </c:pt>
                <c:pt idx="131" formatCode="0.00%">
                  <c:v>0.19030886015115192</c:v>
                </c:pt>
                <c:pt idx="132" formatCode="0.00%">
                  <c:v>0.19134387666281344</c:v>
                </c:pt>
                <c:pt idx="133" formatCode="0.00%">
                  <c:v>0.1893690321469246</c:v>
                </c:pt>
                <c:pt idx="134" formatCode="0.00%">
                  <c:v>0.18987857875832614</c:v>
                </c:pt>
                <c:pt idx="135" formatCode="0.00%">
                  <c:v>0.16272017556536036</c:v>
                </c:pt>
                <c:pt idx="136" formatCode="0.00%">
                  <c:v>0.15752224704127568</c:v>
                </c:pt>
                <c:pt idx="137" formatCode="0.00%">
                  <c:v>0.14344806248547126</c:v>
                </c:pt>
                <c:pt idx="138" formatCode="0.00%">
                  <c:v>0.14643182833714061</c:v>
                </c:pt>
                <c:pt idx="139" formatCode="0.00%">
                  <c:v>0.14627114428331178</c:v>
                </c:pt>
                <c:pt idx="140" formatCode="0.00%">
                  <c:v>0.14122883713736359</c:v>
                </c:pt>
                <c:pt idx="141" formatCode="0.00%">
                  <c:v>0.13401313035789869</c:v>
                </c:pt>
                <c:pt idx="142" formatCode="0.00%">
                  <c:v>0.13799655239032113</c:v>
                </c:pt>
                <c:pt idx="143" formatCode="0.00%">
                  <c:v>0.13273003261219354</c:v>
                </c:pt>
                <c:pt idx="144" formatCode="0.00%">
                  <c:v>0.13340220709880612</c:v>
                </c:pt>
                <c:pt idx="145" formatCode="0.00%">
                  <c:v>0.15087450551826817</c:v>
                </c:pt>
                <c:pt idx="146" formatCode="0.00%">
                  <c:v>0.1412736731211037</c:v>
                </c:pt>
                <c:pt idx="147" formatCode="0.00%">
                  <c:v>0.16928162047555964</c:v>
                </c:pt>
                <c:pt idx="148" formatCode="0.00%">
                  <c:v>0.23203603223607738</c:v>
                </c:pt>
                <c:pt idx="149" formatCode="0.00%">
                  <c:v>0.23420283116130286</c:v>
                </c:pt>
                <c:pt idx="150" formatCode="0.00%">
                  <c:v>0.24177264770578388</c:v>
                </c:pt>
                <c:pt idx="151" formatCode="0.00%">
                  <c:v>0.24816299545287182</c:v>
                </c:pt>
                <c:pt idx="152" formatCode="0.00%">
                  <c:v>0.26069742723755268</c:v>
                </c:pt>
                <c:pt idx="153" formatCode="0.00%">
                  <c:v>0.2694715511141681</c:v>
                </c:pt>
                <c:pt idx="154" formatCode="0.00%">
                  <c:v>0.27211004714188791</c:v>
                </c:pt>
                <c:pt idx="155" formatCode="0.00%">
                  <c:v>0.27107348558044425</c:v>
                </c:pt>
                <c:pt idx="156" formatCode="0.00%">
                  <c:v>0.28131708450144405</c:v>
                </c:pt>
                <c:pt idx="157" formatCode="0.00%">
                  <c:v>0.28135435564935773</c:v>
                </c:pt>
                <c:pt idx="158" formatCode="0.00%">
                  <c:v>0.28606402560315813</c:v>
                </c:pt>
                <c:pt idx="159" formatCode="0.00%">
                  <c:v>0.28840307523023617</c:v>
                </c:pt>
                <c:pt idx="160" formatCode="0.00%">
                  <c:v>0.29201587473410723</c:v>
                </c:pt>
                <c:pt idx="161" formatCode="0.00%">
                  <c:v>0.29444124765922708</c:v>
                </c:pt>
                <c:pt idx="162" formatCode="0.00%">
                  <c:v>0.29632292207107297</c:v>
                </c:pt>
                <c:pt idx="163" formatCode="0.00%">
                  <c:v>0.30830088372353937</c:v>
                </c:pt>
                <c:pt idx="164" formatCode="0.00%">
                  <c:v>0.32814934920146943</c:v>
                </c:pt>
                <c:pt idx="165" formatCode="0.00%">
                  <c:v>0.32228855149613106</c:v>
                </c:pt>
                <c:pt idx="166" formatCode="0.00%">
                  <c:v>0.32126812776653413</c:v>
                </c:pt>
                <c:pt idx="167" formatCode="0.00%">
                  <c:v>0.30620291660022736</c:v>
                </c:pt>
                <c:pt idx="168" formatCode="0.00%">
                  <c:v>0.26258551481272246</c:v>
                </c:pt>
                <c:pt idx="169" formatCode="0.00%">
                  <c:v>0.25744594853068042</c:v>
                </c:pt>
                <c:pt idx="170" formatCode="0.00%">
                  <c:v>0.24481848915251278</c:v>
                </c:pt>
                <c:pt idx="171" formatCode="0.00%">
                  <c:v>0.24069743674395416</c:v>
                </c:pt>
                <c:pt idx="172" formatCode="0.00%">
                  <c:v>0.23444556566422553</c:v>
                </c:pt>
                <c:pt idx="173" formatCode="0.00%">
                  <c:v>0.22722672588601603</c:v>
                </c:pt>
                <c:pt idx="174" formatCode="0.00%">
                  <c:v>0.31704314798870209</c:v>
                </c:pt>
                <c:pt idx="175" formatCode="0.00%">
                  <c:v>0.31575531757783748</c:v>
                </c:pt>
                <c:pt idx="176" formatCode="0.00%">
                  <c:v>0.30477310598486274</c:v>
                </c:pt>
                <c:pt idx="177" formatCode="0.00%">
                  <c:v>0.30486125070156039</c:v>
                </c:pt>
                <c:pt idx="178" formatCode="0.00%">
                  <c:v>0.30393210140967764</c:v>
                </c:pt>
                <c:pt idx="179" formatCode="0.00%">
                  <c:v>0.30305723941353452</c:v>
                </c:pt>
                <c:pt idx="180" formatCode="0.00%">
                  <c:v>0.2978088487838208</c:v>
                </c:pt>
                <c:pt idx="181" formatCode="0.00%">
                  <c:v>0.29355688201369806</c:v>
                </c:pt>
                <c:pt idx="182" formatCode="0.00%">
                  <c:v>0.29034398926906246</c:v>
                </c:pt>
                <c:pt idx="183" formatCode="0.00%">
                  <c:v>0.28076154161376982</c:v>
                </c:pt>
                <c:pt idx="184" formatCode="0.00%">
                  <c:v>0.25850973350560102</c:v>
                </c:pt>
                <c:pt idx="185" formatCode="0.00%">
                  <c:v>0.2542395685782351</c:v>
                </c:pt>
                <c:pt idx="186" formatCode="0.00%">
                  <c:v>0.25881028254905292</c:v>
                </c:pt>
                <c:pt idx="187" formatCode="0.00%">
                  <c:v>0.26474750754722165</c:v>
                </c:pt>
                <c:pt idx="188" formatCode="0.00%">
                  <c:v>0.26657706500762995</c:v>
                </c:pt>
                <c:pt idx="189" formatCode="0.00%">
                  <c:v>0.27371424106803893</c:v>
                </c:pt>
                <c:pt idx="190" formatCode="0.00%">
                  <c:v>0.3032110606238646</c:v>
                </c:pt>
                <c:pt idx="191" formatCode="0.00%">
                  <c:v>0.31848590439584323</c:v>
                </c:pt>
                <c:pt idx="192" formatCode="0.00%">
                  <c:v>0.31367682529217494</c:v>
                </c:pt>
                <c:pt idx="193" formatCode="0.00%">
                  <c:v>0.31283850475681091</c:v>
                </c:pt>
                <c:pt idx="194" formatCode="0.00%">
                  <c:v>0.22892433014673205</c:v>
                </c:pt>
                <c:pt idx="195" formatCode="0.00%">
                  <c:v>0.22680447102657753</c:v>
                </c:pt>
                <c:pt idx="196" formatCode="0.00%">
                  <c:v>0.2450787164510817</c:v>
                </c:pt>
                <c:pt idx="197" formatCode="0.00%">
                  <c:v>0.24497400383235404</c:v>
                </c:pt>
                <c:pt idx="198" formatCode="0.00%">
                  <c:v>0.24513869699016752</c:v>
                </c:pt>
                <c:pt idx="199" formatCode="0.00%">
                  <c:v>0.25097952214447772</c:v>
                </c:pt>
                <c:pt idx="200" formatCode="0.00%">
                  <c:v>0.25968288074764773</c:v>
                </c:pt>
                <c:pt idx="201" formatCode="0.00%">
                  <c:v>0.26908226776537164</c:v>
                </c:pt>
                <c:pt idx="202" formatCode="0.00%">
                  <c:v>0.26807208519882358</c:v>
                </c:pt>
                <c:pt idx="203" formatCode="0.00%">
                  <c:v>0.26814640503980552</c:v>
                </c:pt>
                <c:pt idx="204" formatCode="0.00%">
                  <c:v>0.27877171762871028</c:v>
                </c:pt>
                <c:pt idx="205" formatCode="0.00%">
                  <c:v>0.284806624802316</c:v>
                </c:pt>
                <c:pt idx="206" formatCode="0.00%">
                  <c:v>0.28085912460991519</c:v>
                </c:pt>
                <c:pt idx="207" formatCode="0.00%">
                  <c:v>0.2805232474799364</c:v>
                </c:pt>
                <c:pt idx="208" formatCode="0.00%">
                  <c:v>0.27873358708402701</c:v>
                </c:pt>
                <c:pt idx="209" formatCode="0.00%">
                  <c:v>0.26809120568277894</c:v>
                </c:pt>
                <c:pt idx="210" formatCode="0.00%">
                  <c:v>0.21925636640503335</c:v>
                </c:pt>
                <c:pt idx="211" formatCode="0.00%">
                  <c:v>0.20405525334300398</c:v>
                </c:pt>
                <c:pt idx="212" formatCode="0.00%">
                  <c:v>0.29482022929811613</c:v>
                </c:pt>
                <c:pt idx="213" formatCode="0.00%">
                  <c:v>0.31062773802090149</c:v>
                </c:pt>
                <c:pt idx="214" formatCode="0.00%">
                  <c:v>0.31103109962711345</c:v>
                </c:pt>
                <c:pt idx="215" formatCode="0.00%">
                  <c:v>0.31116733248437395</c:v>
                </c:pt>
                <c:pt idx="216" formatCode="0.00%">
                  <c:v>0.30269913043476998</c:v>
                </c:pt>
                <c:pt idx="217" formatCode="0.00%">
                  <c:v>0.30452797300790041</c:v>
                </c:pt>
                <c:pt idx="218" formatCode="0.00%">
                  <c:v>0.3017784797403309</c:v>
                </c:pt>
                <c:pt idx="219" formatCode="0.00%">
                  <c:v>0.29561009378833281</c:v>
                </c:pt>
                <c:pt idx="220" formatCode="0.00%">
                  <c:v>0.28774721565258848</c:v>
                </c:pt>
                <c:pt idx="221" formatCode="0.00%">
                  <c:v>0.2773744719129993</c:v>
                </c:pt>
                <c:pt idx="222" formatCode="0.00%">
                  <c:v>0.2826972540622773</c:v>
                </c:pt>
                <c:pt idx="223" formatCode="0.00%">
                  <c:v>0.28602733763832017</c:v>
                </c:pt>
                <c:pt idx="224" formatCode="0.00%">
                  <c:v>0.27017600981162609</c:v>
                </c:pt>
                <c:pt idx="225" formatCode="0.00%">
                  <c:v>0.26547250117488452</c:v>
                </c:pt>
                <c:pt idx="226" formatCode="0.00%">
                  <c:v>0.26670351048308605</c:v>
                </c:pt>
                <c:pt idx="227" formatCode="0.00%">
                  <c:v>0.26751449221138762</c:v>
                </c:pt>
                <c:pt idx="228" formatCode="0.00%">
                  <c:v>0.26999696789061439</c:v>
                </c:pt>
                <c:pt idx="229" formatCode="0.00%">
                  <c:v>0.27023982452533901</c:v>
                </c:pt>
                <c:pt idx="230" formatCode="0.00%">
                  <c:v>0.27556296036033368</c:v>
                </c:pt>
                <c:pt idx="231" formatCode="0.00%">
                  <c:v>0.27541469198702911</c:v>
                </c:pt>
                <c:pt idx="232" formatCode="0.00%">
                  <c:v>0.20094557016699638</c:v>
                </c:pt>
                <c:pt idx="233" formatCode="0.00%">
                  <c:v>0.19120263444103305</c:v>
                </c:pt>
                <c:pt idx="234" formatCode="0.00%">
                  <c:v>0.19141110684783891</c:v>
                </c:pt>
                <c:pt idx="235" formatCode="0.00%">
                  <c:v>0.19227456198929518</c:v>
                </c:pt>
                <c:pt idx="236" formatCode="0.00%">
                  <c:v>0.1917314215426591</c:v>
                </c:pt>
                <c:pt idx="237" formatCode="0.00%">
                  <c:v>0.2032291039664175</c:v>
                </c:pt>
                <c:pt idx="238" formatCode="0.00%">
                  <c:v>0.20406018355676481</c:v>
                </c:pt>
                <c:pt idx="239" formatCode="0.00%">
                  <c:v>0.20338113600739904</c:v>
                </c:pt>
                <c:pt idx="240" formatCode="0.00%">
                  <c:v>0.203380587266526</c:v>
                </c:pt>
                <c:pt idx="241" formatCode="0.00%">
                  <c:v>0.20726664722248755</c:v>
                </c:pt>
                <c:pt idx="242" formatCode="0.00%">
                  <c:v>0.20407983090638138</c:v>
                </c:pt>
                <c:pt idx="243" formatCode="0.00%">
                  <c:v>0.20520431632765032</c:v>
                </c:pt>
                <c:pt idx="244" formatCode="0.00%">
                  <c:v>0.20280230654391301</c:v>
                </c:pt>
                <c:pt idx="245" formatCode="0.00%">
                  <c:v>0.20205149318769891</c:v>
                </c:pt>
                <c:pt idx="246" formatCode="0.00%">
                  <c:v>0.20334966355101319</c:v>
                </c:pt>
                <c:pt idx="247" formatCode="0.00%">
                  <c:v>0.19787437466565708</c:v>
                </c:pt>
                <c:pt idx="248" formatCode="0.00%">
                  <c:v>0.19021523871263982</c:v>
                </c:pt>
                <c:pt idx="249" formatCode="0.00%">
                  <c:v>0.20969864975937236</c:v>
                </c:pt>
                <c:pt idx="250" formatCode="0.00%">
                  <c:v>0.21208283731126606</c:v>
                </c:pt>
                <c:pt idx="251" formatCode="0.00%">
                  <c:v>0.21203050807047966</c:v>
                </c:pt>
                <c:pt idx="252" formatCode="0.00%">
                  <c:v>0.17502739125439387</c:v>
                </c:pt>
                <c:pt idx="253" formatCode="0.00%">
                  <c:v>0.16035610401392308</c:v>
                </c:pt>
                <c:pt idx="254" formatCode="0.00%">
                  <c:v>0.17424749009948295</c:v>
                </c:pt>
                <c:pt idx="255" formatCode="0.00%">
                  <c:v>0.17516793121590782</c:v>
                </c:pt>
                <c:pt idx="256" formatCode="0.00%">
                  <c:v>0.18949918075619585</c:v>
                </c:pt>
                <c:pt idx="257" formatCode="0.00%">
                  <c:v>0.17322859270083485</c:v>
                </c:pt>
                <c:pt idx="258" formatCode="0.00%">
                  <c:v>0.17208507639429155</c:v>
                </c:pt>
                <c:pt idx="259" formatCode="0.00%">
                  <c:v>0.17482292394520385</c:v>
                </c:pt>
                <c:pt idx="260" formatCode="0.00%">
                  <c:v>0.17677551067869629</c:v>
                </c:pt>
                <c:pt idx="261" formatCode="0.00%">
                  <c:v>0.17492859673867511</c:v>
                </c:pt>
                <c:pt idx="262" formatCode="0.00%">
                  <c:v>0.17503061049346025</c:v>
                </c:pt>
                <c:pt idx="263" formatCode="0.00%">
                  <c:v>0.1818715676139164</c:v>
                </c:pt>
                <c:pt idx="264" formatCode="0.00%">
                  <c:v>0.1838270666694736</c:v>
                </c:pt>
                <c:pt idx="265" formatCode="0.00%">
                  <c:v>0.18707375521577432</c:v>
                </c:pt>
                <c:pt idx="266" formatCode="0.00%">
                  <c:v>0.18876673840096225</c:v>
                </c:pt>
                <c:pt idx="267" formatCode="0.00%">
                  <c:v>0.2339035079815345</c:v>
                </c:pt>
                <c:pt idx="268" formatCode="0.00%">
                  <c:v>0.26282958761898445</c:v>
                </c:pt>
                <c:pt idx="269" formatCode="0.00%">
                  <c:v>0.23991195723982231</c:v>
                </c:pt>
                <c:pt idx="270" formatCode="0.00%">
                  <c:v>0.24509428797364616</c:v>
                </c:pt>
                <c:pt idx="271" formatCode="0.00%">
                  <c:v>0.25003378921835306</c:v>
                </c:pt>
                <c:pt idx="272" formatCode="0.00%">
                  <c:v>0.2498640371797608</c:v>
                </c:pt>
                <c:pt idx="273" formatCode="0.00%">
                  <c:v>0.26525595594834694</c:v>
                </c:pt>
                <c:pt idx="274" formatCode="0.00%">
                  <c:v>0.26392504878218642</c:v>
                </c:pt>
                <c:pt idx="275" formatCode="0.00%">
                  <c:v>0.26263114457118469</c:v>
                </c:pt>
                <c:pt idx="276" formatCode="0.00%">
                  <c:v>0.25083473946916557</c:v>
                </c:pt>
                <c:pt idx="277" formatCode="0.00%">
                  <c:v>0.25084282531309959</c:v>
                </c:pt>
                <c:pt idx="278" formatCode="0.00%">
                  <c:v>0.26283939348204843</c:v>
                </c:pt>
                <c:pt idx="279" formatCode="0.00%">
                  <c:v>0.26943939179140441</c:v>
                </c:pt>
                <c:pt idx="280" formatCode="0.00%">
                  <c:v>0.26926590970541664</c:v>
                </c:pt>
                <c:pt idx="281" formatCode="0.00%">
                  <c:v>0.26273724148960437</c:v>
                </c:pt>
                <c:pt idx="282" formatCode="0.00%">
                  <c:v>0.27295463136591275</c:v>
                </c:pt>
                <c:pt idx="283" formatCode="0.00%">
                  <c:v>0.26801062584721713</c:v>
                </c:pt>
                <c:pt idx="284" formatCode="0.00%">
                  <c:v>0.2697356907548778</c:v>
                </c:pt>
                <c:pt idx="285" formatCode="0.00%">
                  <c:v>0.2779133894922502</c:v>
                </c:pt>
                <c:pt idx="286" formatCode="0.00%">
                  <c:v>0.29506040571426151</c:v>
                </c:pt>
                <c:pt idx="287" formatCode="0.00%">
                  <c:v>0.32878358345018432</c:v>
                </c:pt>
                <c:pt idx="288" formatCode="0.00%">
                  <c:v>0.30408611599094437</c:v>
                </c:pt>
                <c:pt idx="289" formatCode="0.00%">
                  <c:v>0.3041182543809976</c:v>
                </c:pt>
                <c:pt idx="290" formatCode="0.00%">
                  <c:v>0.32803328647078939</c:v>
                </c:pt>
                <c:pt idx="291" formatCode="0.00%">
                  <c:v>0.33233348927939887</c:v>
                </c:pt>
                <c:pt idx="292" formatCode="0.00%">
                  <c:v>0.32754127964324498</c:v>
                </c:pt>
                <c:pt idx="293" formatCode="0.00%">
                  <c:v>0.32659818641094684</c:v>
                </c:pt>
                <c:pt idx="294" formatCode="0.00%">
                  <c:v>0.31887339480854143</c:v>
                </c:pt>
                <c:pt idx="295" formatCode="0.00%">
                  <c:v>0.32059814873941722</c:v>
                </c:pt>
                <c:pt idx="296" formatCode="0.00%">
                  <c:v>0.3390853334320848</c:v>
                </c:pt>
                <c:pt idx="297" formatCode="0.00%">
                  <c:v>0.4252996152161066</c:v>
                </c:pt>
                <c:pt idx="298" formatCode="0.00%">
                  <c:v>0.41340321712968786</c:v>
                </c:pt>
                <c:pt idx="299" formatCode="0.00%">
                  <c:v>0.42432944009758944</c:v>
                </c:pt>
                <c:pt idx="300" formatCode="0.00%">
                  <c:v>0.54708189827197395</c:v>
                </c:pt>
                <c:pt idx="301" formatCode="0.00%">
                  <c:v>0.60725754518658104</c:v>
                </c:pt>
                <c:pt idx="302" formatCode="0.00%">
                  <c:v>0.59355336076885246</c:v>
                </c:pt>
                <c:pt idx="303" formatCode="0.00%">
                  <c:v>0.61179202502636254</c:v>
                </c:pt>
                <c:pt idx="304" formatCode="0.00%">
                  <c:v>0.61017984065383257</c:v>
                </c:pt>
                <c:pt idx="305" formatCode="0.00%">
                  <c:v>0.62299950325655185</c:v>
                </c:pt>
                <c:pt idx="306" formatCode="0.00%">
                  <c:v>0.62272429058665213</c:v>
                </c:pt>
                <c:pt idx="307" formatCode="0.00%">
                  <c:v>0.61463213113508675</c:v>
                </c:pt>
                <c:pt idx="308" formatCode="0.00%">
                  <c:v>0.73058380624120289</c:v>
                </c:pt>
                <c:pt idx="309" formatCode="0.00%">
                  <c:v>0.73214735763676375</c:v>
                </c:pt>
                <c:pt idx="310" formatCode="0.00%">
                  <c:v>0.72154289138104322</c:v>
                </c:pt>
                <c:pt idx="311" formatCode="0.00%">
                  <c:v>0.72363706875281431</c:v>
                </c:pt>
                <c:pt idx="312" formatCode="0.00%">
                  <c:v>0.72498602118852029</c:v>
                </c:pt>
                <c:pt idx="313" formatCode="0.00%">
                  <c:v>0.72559435040593034</c:v>
                </c:pt>
                <c:pt idx="314" formatCode="0.00%">
                  <c:v>0.73550620440099101</c:v>
                </c:pt>
                <c:pt idx="315" formatCode="0.00%">
                  <c:v>0.73458417774257467</c:v>
                </c:pt>
                <c:pt idx="316" formatCode="0.00%">
                  <c:v>0.76312356839187245</c:v>
                </c:pt>
                <c:pt idx="317" formatCode="0.00%">
                  <c:v>0.72712587029651166</c:v>
                </c:pt>
                <c:pt idx="318" formatCode="0.00%">
                  <c:v>0.73275651896269745</c:v>
                </c:pt>
                <c:pt idx="319" formatCode="0.00%">
                  <c:v>0.73607398821625736</c:v>
                </c:pt>
                <c:pt idx="320" formatCode="0.00%">
                  <c:v>0.60600801168099838</c:v>
                </c:pt>
                <c:pt idx="321" formatCode="0.00%">
                  <c:v>0.57475240037397624</c:v>
                </c:pt>
                <c:pt idx="322" formatCode="0.00%">
                  <c:v>0.58499731816319434</c:v>
                </c:pt>
                <c:pt idx="323" formatCode="0.00%">
                  <c:v>0.58814530141928423</c:v>
                </c:pt>
                <c:pt idx="324" formatCode="0.00%">
                  <c:v>0.59929471131337442</c:v>
                </c:pt>
                <c:pt idx="325" formatCode="0.00%">
                  <c:v>0.60452736393163575</c:v>
                </c:pt>
                <c:pt idx="326" formatCode="0.00%">
                  <c:v>0.61172748246427033</c:v>
                </c:pt>
                <c:pt idx="327" formatCode="0.00%">
                  <c:v>0.5845948779868384</c:v>
                </c:pt>
                <c:pt idx="328" formatCode="0.00%">
                  <c:v>0.46715915473731279</c:v>
                </c:pt>
                <c:pt idx="329" formatCode="0.00%">
                  <c:v>0.47170388920054868</c:v>
                </c:pt>
                <c:pt idx="330" formatCode="0.00%">
                  <c:v>0.47572317676246961</c:v>
                </c:pt>
                <c:pt idx="331" formatCode="0.00%">
                  <c:v>0.46584752345066327</c:v>
                </c:pt>
                <c:pt idx="332" formatCode="0.00%">
                  <c:v>0.4648254502153164</c:v>
                </c:pt>
                <c:pt idx="333" formatCode="0.00%">
                  <c:v>0.46825183195576803</c:v>
                </c:pt>
                <c:pt idx="334" formatCode="0.00%">
                  <c:v>0.45066803489913476</c:v>
                </c:pt>
                <c:pt idx="335" formatCode="0.00%">
                  <c:v>0.44957066829174985</c:v>
                </c:pt>
                <c:pt idx="336" formatCode="0.00%">
                  <c:v>0.36159999033752083</c:v>
                </c:pt>
                <c:pt idx="337" formatCode="0.00%">
                  <c:v>0.33203339594001519</c:v>
                </c:pt>
                <c:pt idx="338" formatCode="0.00%">
                  <c:v>0.31986639505098508</c:v>
                </c:pt>
                <c:pt idx="339" formatCode="0.00%">
                  <c:v>0.29790758687681085</c:v>
                </c:pt>
                <c:pt idx="340" formatCode="0.00%">
                  <c:v>0.30026312633240676</c:v>
                </c:pt>
                <c:pt idx="341" formatCode="0.00%">
                  <c:v>0.305567436800396</c:v>
                </c:pt>
                <c:pt idx="342" formatCode="0.00%">
                  <c:v>0.29131543582451042</c:v>
                </c:pt>
                <c:pt idx="343" formatCode="0.00%">
                  <c:v>0.26618603103805738</c:v>
                </c:pt>
                <c:pt idx="344" formatCode="0.00%">
                  <c:v>0.26034004072211392</c:v>
                </c:pt>
                <c:pt idx="345" formatCode="0.00%">
                  <c:v>0.2687751250689871</c:v>
                </c:pt>
                <c:pt idx="346" formatCode="0.00%">
                  <c:v>0.25831295496786844</c:v>
                </c:pt>
                <c:pt idx="347" formatCode="0.00%">
                  <c:v>0.25007080871953236</c:v>
                </c:pt>
                <c:pt idx="348" formatCode="0.00%">
                  <c:v>0.25416486731999421</c:v>
                </c:pt>
                <c:pt idx="349" formatCode="0.00%">
                  <c:v>0.25274724154037193</c:v>
                </c:pt>
                <c:pt idx="350" formatCode="0.00%">
                  <c:v>0.24318411610945892</c:v>
                </c:pt>
                <c:pt idx="351" formatCode="0.00%">
                  <c:v>0.24558345801279649</c:v>
                </c:pt>
                <c:pt idx="352" formatCode="0.00%">
                  <c:v>0.2637878547841212</c:v>
                </c:pt>
                <c:pt idx="353" formatCode="0.00%">
                  <c:v>0.25055472576069493</c:v>
                </c:pt>
                <c:pt idx="354" formatCode="0.00%">
                  <c:v>0.24681031114018956</c:v>
                </c:pt>
                <c:pt idx="355" formatCode="0.00%">
                  <c:v>0.26231464118259945</c:v>
                </c:pt>
                <c:pt idx="356" formatCode="0.00%">
                  <c:v>0.26594716773842314</c:v>
                </c:pt>
                <c:pt idx="357" formatCode="0.00%">
                  <c:v>0.26722863982600797</c:v>
                </c:pt>
                <c:pt idx="358" formatCode="0.00%">
                  <c:v>0.27430152264657109</c:v>
                </c:pt>
                <c:pt idx="359" formatCode="0.00%">
                  <c:v>0.27558284629126828</c:v>
                </c:pt>
                <c:pt idx="360" formatCode="0.00%">
                  <c:v>0.27241081372198106</c:v>
                </c:pt>
                <c:pt idx="361" formatCode="0.00%">
                  <c:v>0.30055766767737269</c:v>
                </c:pt>
                <c:pt idx="362" formatCode="0.00%">
                  <c:v>0.29621407870499106</c:v>
                </c:pt>
                <c:pt idx="363" formatCode="0.00%">
                  <c:v>0.2900706704243009</c:v>
                </c:pt>
                <c:pt idx="364" formatCode="0.00%">
                  <c:v>0.27742075635257396</c:v>
                </c:pt>
                <c:pt idx="365" formatCode="0.00%">
                  <c:v>0.2597128874088433</c:v>
                </c:pt>
                <c:pt idx="366" formatCode="0.00%">
                  <c:v>0.25848745413481833</c:v>
                </c:pt>
                <c:pt idx="367" formatCode="0.00%">
                  <c:v>0.25788602233108737</c:v>
                </c:pt>
                <c:pt idx="368" formatCode="0.00%">
                  <c:v>0.25350071206165803</c:v>
                </c:pt>
                <c:pt idx="369" formatCode="0.00%">
                  <c:v>0.25250292599530516</c:v>
                </c:pt>
                <c:pt idx="370" formatCode="0.00%">
                  <c:v>0.28135679356603716</c:v>
                </c:pt>
                <c:pt idx="371" formatCode="0.00%">
                  <c:v>0.27792402866228177</c:v>
                </c:pt>
                <c:pt idx="372" formatCode="0.00%">
                  <c:v>0.2617497025447188</c:v>
                </c:pt>
                <c:pt idx="373" formatCode="0.00%">
                  <c:v>0.26202280602704942</c:v>
                </c:pt>
                <c:pt idx="374" formatCode="0.00%">
                  <c:v>0.2616088083717184</c:v>
                </c:pt>
                <c:pt idx="375" formatCode="0.00%">
                  <c:v>0.23707685064336081</c:v>
                </c:pt>
                <c:pt idx="376" formatCode="0.00%">
                  <c:v>0.24888513521429478</c:v>
                </c:pt>
                <c:pt idx="377" formatCode="0.00%">
                  <c:v>0.24889239090101609</c:v>
                </c:pt>
                <c:pt idx="378" formatCode="0.00%">
                  <c:v>0.25140987016255062</c:v>
                </c:pt>
                <c:pt idx="379" formatCode="0.00%">
                  <c:v>0.25024740868134354</c:v>
                </c:pt>
                <c:pt idx="380" formatCode="0.00%">
                  <c:v>0.25025274533160424</c:v>
                </c:pt>
                <c:pt idx="381" formatCode="0.00%">
                  <c:v>0.20963424975398473</c:v>
                </c:pt>
                <c:pt idx="382" formatCode="0.00%">
                  <c:v>0.21389727384429674</c:v>
                </c:pt>
                <c:pt idx="383" formatCode="0.00%">
                  <c:v>0.21416990292330193</c:v>
                </c:pt>
                <c:pt idx="384" formatCode="0.00%">
                  <c:v>0.21190335406638339</c:v>
                </c:pt>
                <c:pt idx="385" formatCode="0.00%">
                  <c:v>0.21245020922847585</c:v>
                </c:pt>
                <c:pt idx="386" formatCode="0.00%">
                  <c:v>0.22078132612312529</c:v>
                </c:pt>
                <c:pt idx="387" formatCode="0.00%">
                  <c:v>0.22103743254224831</c:v>
                </c:pt>
                <c:pt idx="388" formatCode="0.00%">
                  <c:v>0.22994029492025941</c:v>
                </c:pt>
                <c:pt idx="389" formatCode="0.00%">
                  <c:v>0.22719388892605002</c:v>
                </c:pt>
                <c:pt idx="390" formatCode="0.00%">
                  <c:v>0.18891046902967981</c:v>
                </c:pt>
                <c:pt idx="391" formatCode="0.00%">
                  <c:v>0.18937255174081408</c:v>
                </c:pt>
                <c:pt idx="392" formatCode="0.00%">
                  <c:v>0.22168191374576063</c:v>
                </c:pt>
                <c:pt idx="393" formatCode="0.00%">
                  <c:v>0.22171882281084551</c:v>
                </c:pt>
                <c:pt idx="394" formatCode="0.00%">
                  <c:v>0.22672738715605331</c:v>
                </c:pt>
                <c:pt idx="395" formatCode="0.00%">
                  <c:v>0.22674511481520623</c:v>
                </c:pt>
                <c:pt idx="396" formatCode="0.00%">
                  <c:v>0.2125429464786904</c:v>
                </c:pt>
                <c:pt idx="397" formatCode="0.00%">
                  <c:v>0.21329717248635352</c:v>
                </c:pt>
                <c:pt idx="398" formatCode="0.00%">
                  <c:v>0.24442441754786806</c:v>
                </c:pt>
                <c:pt idx="399" formatCode="0.00%">
                  <c:v>0.24327698053849373</c:v>
                </c:pt>
                <c:pt idx="400" formatCode="0.00%">
                  <c:v>0.24172023281487884</c:v>
                </c:pt>
                <c:pt idx="401" formatCode="0.00%">
                  <c:v>0.24313056106103284</c:v>
                </c:pt>
                <c:pt idx="402" formatCode="0.00%">
                  <c:v>0.2397884904966647</c:v>
                </c:pt>
                <c:pt idx="403" formatCode="0.00%">
                  <c:v>0.24157588575606093</c:v>
                </c:pt>
                <c:pt idx="404" formatCode="0.00%">
                  <c:v>0.23831740448295136</c:v>
                </c:pt>
                <c:pt idx="405" formatCode="0.00%">
                  <c:v>0.25178703080946302</c:v>
                </c:pt>
                <c:pt idx="406" formatCode="0.00%">
                  <c:v>0.24531935135392324</c:v>
                </c:pt>
                <c:pt idx="407" formatCode="0.00%">
                  <c:v>0.24545286272878813</c:v>
                </c:pt>
                <c:pt idx="408" formatCode="0.00%">
                  <c:v>0.24385695404342386</c:v>
                </c:pt>
                <c:pt idx="409" formatCode="0.00%">
                  <c:v>0.24562377200719443</c:v>
                </c:pt>
                <c:pt idx="410" formatCode="0.00%">
                  <c:v>0.24701278704371882</c:v>
                </c:pt>
                <c:pt idx="411" formatCode="0.00%">
                  <c:v>0.24634395783732216</c:v>
                </c:pt>
                <c:pt idx="412" formatCode="0.00%">
                  <c:v>0.21554367551077333</c:v>
                </c:pt>
                <c:pt idx="413" formatCode="0.00%">
                  <c:v>0.21766694644435713</c:v>
                </c:pt>
                <c:pt idx="414" formatCode="0.00%">
                  <c:v>0.20977410872807911</c:v>
                </c:pt>
                <c:pt idx="415" formatCode="0.00%">
                  <c:v>0.21032509282740092</c:v>
                </c:pt>
                <c:pt idx="416" formatCode="0.00%">
                  <c:v>0.21688282019692973</c:v>
                </c:pt>
                <c:pt idx="417" formatCode="0.00%">
                  <c:v>0.21389230585008256</c:v>
                </c:pt>
                <c:pt idx="418" formatCode="0.00%">
                  <c:v>0.17604641774219723</c:v>
                </c:pt>
                <c:pt idx="419" formatCode="0.00%">
                  <c:v>0.1762045839325018</c:v>
                </c:pt>
                <c:pt idx="420" formatCode="0.00%">
                  <c:v>0.18013021857115794</c:v>
                </c:pt>
                <c:pt idx="421" formatCode="0.00%">
                  <c:v>0.1927919464504175</c:v>
                </c:pt>
                <c:pt idx="422" formatCode="0.00%">
                  <c:v>0.19359118975844047</c:v>
                </c:pt>
                <c:pt idx="423" formatCode="0.00%">
                  <c:v>0.19119739028889945</c:v>
                </c:pt>
                <c:pt idx="424" formatCode="0.00%">
                  <c:v>0.18739307190347781</c:v>
                </c:pt>
                <c:pt idx="425" formatCode="0.00%">
                  <c:v>0.16077210380960363</c:v>
                </c:pt>
                <c:pt idx="426" formatCode="0.00%">
                  <c:v>0.15541331607944459</c:v>
                </c:pt>
                <c:pt idx="427" formatCode="0.00%">
                  <c:v>0.16087361503800465</c:v>
                </c:pt>
                <c:pt idx="428" formatCode="0.00%">
                  <c:v>0.14757475159772504</c:v>
                </c:pt>
                <c:pt idx="429" formatCode="0.00%">
                  <c:v>0.14543439833705069</c:v>
                </c:pt>
                <c:pt idx="430" formatCode="0.00%">
                  <c:v>0.14573275863518109</c:v>
                </c:pt>
                <c:pt idx="431" formatCode="0.00%">
                  <c:v>0.1456329006046452</c:v>
                </c:pt>
                <c:pt idx="432" formatCode="0.00%">
                  <c:v>0.14803882105192837</c:v>
                </c:pt>
                <c:pt idx="433" formatCode="0.00%">
                  <c:v>0.17042315255940144</c:v>
                </c:pt>
                <c:pt idx="434" formatCode="0.00%">
                  <c:v>0.17654395752243485</c:v>
                </c:pt>
                <c:pt idx="435" formatCode="0.00%">
                  <c:v>0.17225175644155283</c:v>
                </c:pt>
                <c:pt idx="436" formatCode="0.00%">
                  <c:v>0.17036452879218328</c:v>
                </c:pt>
                <c:pt idx="437" formatCode="0.00%">
                  <c:v>0.17391816817294159</c:v>
                </c:pt>
                <c:pt idx="438" formatCode="0.00%">
                  <c:v>0.18385195093045092</c:v>
                </c:pt>
                <c:pt idx="439" formatCode="0.00%">
                  <c:v>0.18496330866547009</c:v>
                </c:pt>
                <c:pt idx="440" formatCode="0.00%">
                  <c:v>0.17800538432828014</c:v>
                </c:pt>
                <c:pt idx="441" formatCode="0.00%">
                  <c:v>0.16806817751349515</c:v>
                </c:pt>
                <c:pt idx="442" formatCode="0.00%">
                  <c:v>0.16878524190316643</c:v>
                </c:pt>
                <c:pt idx="443" formatCode="0.00%">
                  <c:v>0.1616919609981721</c:v>
                </c:pt>
                <c:pt idx="444" formatCode="0.00%">
                  <c:v>0.16005844655929</c:v>
                </c:pt>
                <c:pt idx="445" formatCode="0.00%">
                  <c:v>0.19402501751754492</c:v>
                </c:pt>
                <c:pt idx="446" formatCode="0.00%">
                  <c:v>0.19910105233421094</c:v>
                </c:pt>
                <c:pt idx="447" formatCode="0.00%">
                  <c:v>0.19374986461875712</c:v>
                </c:pt>
                <c:pt idx="448" formatCode="0.00%">
                  <c:v>0.20087213180411143</c:v>
                </c:pt>
                <c:pt idx="449" formatCode="0.00%">
                  <c:v>0.20022698277254694</c:v>
                </c:pt>
                <c:pt idx="450" formatCode="0.00%">
                  <c:v>0.19882814017985326</c:v>
                </c:pt>
                <c:pt idx="451" formatCode="0.00%">
                  <c:v>0.20005038141240827</c:v>
                </c:pt>
                <c:pt idx="452" formatCode="0.00%">
                  <c:v>0.23115643651124759</c:v>
                </c:pt>
                <c:pt idx="453" formatCode="0.00%">
                  <c:v>0.20242174673845093</c:v>
                </c:pt>
                <c:pt idx="454" formatCode="0.00%">
                  <c:v>0.20059373587801044</c:v>
                </c:pt>
                <c:pt idx="455" formatCode="0.00%">
                  <c:v>0.21367270067762531</c:v>
                </c:pt>
                <c:pt idx="456" formatCode="0.00%">
                  <c:v>0.21450054605285515</c:v>
                </c:pt>
                <c:pt idx="457" formatCode="0.00%">
                  <c:v>0.20875315329059124</c:v>
                </c:pt>
                <c:pt idx="458" formatCode="0.00%">
                  <c:v>0.22487499194933092</c:v>
                </c:pt>
                <c:pt idx="459" formatCode="0.00%">
                  <c:v>0.22359708938636005</c:v>
                </c:pt>
                <c:pt idx="460" formatCode="0.00%">
                  <c:v>0.25240559933353657</c:v>
                </c:pt>
                <c:pt idx="461" formatCode="0.00%">
                  <c:v>0.25384055381283993</c:v>
                </c:pt>
                <c:pt idx="462" formatCode="0.00%">
                  <c:v>0.25213999917938446</c:v>
                </c:pt>
                <c:pt idx="463" formatCode="0.00%">
                  <c:v>0.266483925551733</c:v>
                </c:pt>
                <c:pt idx="464" formatCode="0.00%">
                  <c:v>0.35416605374985333</c:v>
                </c:pt>
                <c:pt idx="465" formatCode="0.00%">
                  <c:v>0.34988649935221716</c:v>
                </c:pt>
                <c:pt idx="466" formatCode="0.00%">
                  <c:v>0.34397134182725569</c:v>
                </c:pt>
                <c:pt idx="467" formatCode="0.00%">
                  <c:v>0.34405725968896145</c:v>
                </c:pt>
                <c:pt idx="468" formatCode="0.00%">
                  <c:v>0.34752139595220249</c:v>
                </c:pt>
                <c:pt idx="469" formatCode="0.00%">
                  <c:v>0.37213137978497063</c:v>
                </c:pt>
                <c:pt idx="470" formatCode="0.00%">
                  <c:v>0.37857776711651231</c:v>
                </c:pt>
                <c:pt idx="471" formatCode="0.00%">
                  <c:v>0.38103243490967048</c:v>
                </c:pt>
                <c:pt idx="472" formatCode="0.00%">
                  <c:v>0.36977347364262031</c:v>
                </c:pt>
                <c:pt idx="473" formatCode="0.00%">
                  <c:v>0.36815775991478245</c:v>
                </c:pt>
                <c:pt idx="474" formatCode="0.00%">
                  <c:v>0.36915944233359943</c:v>
                </c:pt>
                <c:pt idx="475" formatCode="0.00%">
                  <c:v>0.36053268289029755</c:v>
                </c:pt>
                <c:pt idx="476" formatCode="0.00%">
                  <c:v>0.3608667221709197</c:v>
                </c:pt>
                <c:pt idx="477" formatCode="0.00%">
                  <c:v>0.36288172344035197</c:v>
                </c:pt>
                <c:pt idx="478" formatCode="0.00%">
                  <c:v>0.34930267777387808</c:v>
                </c:pt>
                <c:pt idx="479" formatCode="0.00%">
                  <c:v>0.34924065538410515</c:v>
                </c:pt>
                <c:pt idx="480" formatCode="0.00%">
                  <c:v>0.31922808703657291</c:v>
                </c:pt>
                <c:pt idx="481" formatCode="0.00%">
                  <c:v>0.32167429815624854</c:v>
                </c:pt>
                <c:pt idx="482" formatCode="0.00%">
                  <c:v>0.32116317002642836</c:v>
                </c:pt>
                <c:pt idx="483" formatCode="0.00%">
                  <c:v>0.31914962201670055</c:v>
                </c:pt>
                <c:pt idx="484" formatCode="0.00%">
                  <c:v>0.21812697466431794</c:v>
                </c:pt>
                <c:pt idx="485" formatCode="0.00%">
                  <c:v>0.20485088511934868</c:v>
                </c:pt>
                <c:pt idx="486" formatCode="0.00%">
                  <c:v>0.19965367216609531</c:v>
                </c:pt>
                <c:pt idx="487" formatCode="0.00%">
                  <c:v>0.21354580940735529</c:v>
                </c:pt>
                <c:pt idx="488" formatCode="0.00%">
                  <c:v>0.19801932380593212</c:v>
                </c:pt>
                <c:pt idx="489" formatCode="0.00%">
                  <c:v>0.1643255330410065</c:v>
                </c:pt>
                <c:pt idx="490" formatCode="0.00%">
                  <c:v>0.17014145364151306</c:v>
                </c:pt>
                <c:pt idx="491" formatCode="0.00%">
                  <c:v>0.18229451632433888</c:v>
                </c:pt>
                <c:pt idx="492" formatCode="0.00%">
                  <c:v>0.17826011879501649</c:v>
                </c:pt>
                <c:pt idx="493" formatCode="0.00%">
                  <c:v>0.18273927180288768</c:v>
                </c:pt>
                <c:pt idx="494" formatCode="0.00%">
                  <c:v>0.18499415071839609</c:v>
                </c:pt>
                <c:pt idx="495" formatCode="0.00%">
                  <c:v>0.17904183624010683</c:v>
                </c:pt>
                <c:pt idx="496" formatCode="0.00%">
                  <c:v>0.17991848087666187</c:v>
                </c:pt>
                <c:pt idx="497" formatCode="0.00%">
                  <c:v>0.17685435465608532</c:v>
                </c:pt>
                <c:pt idx="498" formatCode="0.00%">
                  <c:v>0.1799764528797288</c:v>
                </c:pt>
                <c:pt idx="499" formatCode="0.00%">
                  <c:v>0.19849691607368178</c:v>
                </c:pt>
                <c:pt idx="500" formatCode="0.00%">
                  <c:v>0.1976766161963609</c:v>
                </c:pt>
                <c:pt idx="501" formatCode="0.00%">
                  <c:v>0.19644747819073818</c:v>
                </c:pt>
                <c:pt idx="502" formatCode="0.00%">
                  <c:v>0.19684007143905283</c:v>
                </c:pt>
                <c:pt idx="503" formatCode="0.00%">
                  <c:v>0.19207606177647754</c:v>
                </c:pt>
                <c:pt idx="504" formatCode="0.00%">
                  <c:v>0.19459453802552917</c:v>
                </c:pt>
                <c:pt idx="505" formatCode="0.00%">
                  <c:v>0.211519184332388</c:v>
                </c:pt>
                <c:pt idx="506" formatCode="0.00%">
                  <c:v>0.2187462610061178</c:v>
                </c:pt>
                <c:pt idx="507" formatCode="0.00%">
                  <c:v>0.2070817483988934</c:v>
                </c:pt>
                <c:pt idx="508" formatCode="0.00%">
                  <c:v>0.20694247368687449</c:v>
                </c:pt>
                <c:pt idx="509" formatCode="0.00%">
                  <c:v>0.20744521993806841</c:v>
                </c:pt>
                <c:pt idx="510" formatCode="0.00%">
                  <c:v>0.18290458711169041</c:v>
                </c:pt>
                <c:pt idx="511" formatCode="0.00%">
                  <c:v>0.17004854650449816</c:v>
                </c:pt>
                <c:pt idx="512" formatCode="0.00%">
                  <c:v>0.16998399918069632</c:v>
                </c:pt>
                <c:pt idx="513" formatCode="0.00%">
                  <c:v>0.18953768756181508</c:v>
                </c:pt>
                <c:pt idx="514" formatCode="0.00%">
                  <c:v>0.18045614831842816</c:v>
                </c:pt>
                <c:pt idx="515" formatCode="0.00%">
                  <c:v>0.18965732699703161</c:v>
                </c:pt>
                <c:pt idx="516" formatCode="0.00%">
                  <c:v>0.19836902221267844</c:v>
                </c:pt>
                <c:pt idx="517" formatCode="0.00%">
                  <c:v>0.20084917438702193</c:v>
                </c:pt>
                <c:pt idx="518" formatCode="0.00%">
                  <c:v>0.19954890849822268</c:v>
                </c:pt>
                <c:pt idx="519" formatCode="0.00%">
                  <c:v>0.17152510861555609</c:v>
                </c:pt>
                <c:pt idx="520" formatCode="0.00%">
                  <c:v>0.17034392618066324</c:v>
                </c:pt>
                <c:pt idx="521" formatCode="0.00%">
                  <c:v>0.16922004780996464</c:v>
                </c:pt>
                <c:pt idx="522" formatCode="0.00%">
                  <c:v>0.1599639995808653</c:v>
                </c:pt>
                <c:pt idx="523" formatCode="0.00%">
                  <c:v>0.16504304076456539</c:v>
                </c:pt>
                <c:pt idx="524" formatCode="0.00%">
                  <c:v>0.19317242692260858</c:v>
                </c:pt>
                <c:pt idx="525" formatCode="0.00%">
                  <c:v>0.207388261720161</c:v>
                </c:pt>
                <c:pt idx="526" formatCode="0.00%">
                  <c:v>0.23711053130032755</c:v>
                </c:pt>
                <c:pt idx="527" formatCode="0.00%">
                  <c:v>0.26122951109926401</c:v>
                </c:pt>
                <c:pt idx="528" formatCode="0.00%">
                  <c:v>0.26067030064648006</c:v>
                </c:pt>
                <c:pt idx="529" formatCode="0.00%">
                  <c:v>0.2770650531154682</c:v>
                </c:pt>
                <c:pt idx="530" formatCode="0.00%">
                  <c:v>0.27741005197126933</c:v>
                </c:pt>
                <c:pt idx="531" formatCode="0.00%">
                  <c:v>0.2756650855399026</c:v>
                </c:pt>
                <c:pt idx="532" formatCode="0.00%">
                  <c:v>0.27908401877752864</c:v>
                </c:pt>
                <c:pt idx="533" formatCode="0.00%">
                  <c:v>0.26632376549413478</c:v>
                </c:pt>
                <c:pt idx="534" formatCode="0.00%">
                  <c:v>0.26599892480140785</c:v>
                </c:pt>
                <c:pt idx="535" formatCode="0.00%">
                  <c:v>0.25888373221446148</c:v>
                </c:pt>
                <c:pt idx="536" formatCode="0.00%">
                  <c:v>0.25125863546616295</c:v>
                </c:pt>
                <c:pt idx="537" formatCode="0.00%">
                  <c:v>0.25020591473365739</c:v>
                </c:pt>
                <c:pt idx="538" formatCode="0.00%">
                  <c:v>0.24831982275937847</c:v>
                </c:pt>
                <c:pt idx="539" formatCode="0.00%">
                  <c:v>0.2489992218057753</c:v>
                </c:pt>
                <c:pt idx="540" formatCode="0.00%">
                  <c:v>0.24913573122346722</c:v>
                </c:pt>
                <c:pt idx="541" formatCode="0.00%">
                  <c:v>0.24887301459743183</c:v>
                </c:pt>
                <c:pt idx="542" formatCode="0.00%">
                  <c:v>0.24964223683677073</c:v>
                </c:pt>
                <c:pt idx="543" formatCode="0.00%">
                  <c:v>0.25281262619703831</c:v>
                </c:pt>
                <c:pt idx="544" formatCode="0.00%">
                  <c:v>0.24336971838787608</c:v>
                </c:pt>
                <c:pt idx="545" formatCode="0.00%">
                  <c:v>0.22533486650923523</c:v>
                </c:pt>
                <c:pt idx="546" formatCode="0.00%">
                  <c:v>0.18662732701611659</c:v>
                </c:pt>
                <c:pt idx="547" formatCode="0.00%">
                  <c:v>0.16789132049429345</c:v>
                </c:pt>
                <c:pt idx="548" formatCode="0.00%">
                  <c:v>0.17437042938717909</c:v>
                </c:pt>
                <c:pt idx="549" formatCode="0.00%">
                  <c:v>0.21836511565576192</c:v>
                </c:pt>
                <c:pt idx="550" formatCode="0.00%">
                  <c:v>0.22316894985086708</c:v>
                </c:pt>
                <c:pt idx="551" formatCode="0.00%">
                  <c:v>0.22305884378165788</c:v>
                </c:pt>
                <c:pt idx="552" formatCode="0.00%">
                  <c:v>0.22421385479424877</c:v>
                </c:pt>
                <c:pt idx="553" formatCode="0.00%">
                  <c:v>0.22726742040603154</c:v>
                </c:pt>
                <c:pt idx="554" formatCode="0.00%">
                  <c:v>0.22994626317834826</c:v>
                </c:pt>
                <c:pt idx="555" formatCode="0.00%">
                  <c:v>0.23192156866998412</c:v>
                </c:pt>
                <c:pt idx="556" formatCode="0.00%">
                  <c:v>0.23257083026539635</c:v>
                </c:pt>
                <c:pt idx="557" formatCode="0.00%">
                  <c:v>0.22815743132832117</c:v>
                </c:pt>
                <c:pt idx="558" formatCode="0.00%">
                  <c:v>0.22894207729701319</c:v>
                </c:pt>
                <c:pt idx="559" formatCode="0.00%">
                  <c:v>0.28114319699705681</c:v>
                </c:pt>
                <c:pt idx="560" formatCode="0.00%">
                  <c:v>0.27895051314825742</c:v>
                </c:pt>
                <c:pt idx="561" formatCode="0.00%">
                  <c:v>0.2881631467059359</c:v>
                </c:pt>
                <c:pt idx="562" formatCode="0.00%">
                  <c:v>0.28513899579881841</c:v>
                </c:pt>
                <c:pt idx="563" formatCode="0.00%">
                  <c:v>0.29101541493843824</c:v>
                </c:pt>
                <c:pt idx="564" formatCode="0.00%">
                  <c:v>0.28783804298211385</c:v>
                </c:pt>
                <c:pt idx="565" formatCode="0.00%">
                  <c:v>0.28411187528361881</c:v>
                </c:pt>
                <c:pt idx="566" formatCode="0.00%">
                  <c:v>0.2845157030250513</c:v>
                </c:pt>
                <c:pt idx="567" formatCode="0.00%">
                  <c:v>0.26867294346666154</c:v>
                </c:pt>
                <c:pt idx="568" formatCode="0.00%">
                  <c:v>0.26126196536857399</c:v>
                </c:pt>
                <c:pt idx="569" formatCode="0.00%">
                  <c:v>0.22965054044024541</c:v>
                </c:pt>
                <c:pt idx="570" formatCode="0.00%">
                  <c:v>0.22914985144316041</c:v>
                </c:pt>
                <c:pt idx="571" formatCode="0.00%">
                  <c:v>0.23050728881769411</c:v>
                </c:pt>
                <c:pt idx="572" formatCode="0.00%">
                  <c:v>0.23022276119202578</c:v>
                </c:pt>
                <c:pt idx="573" formatCode="0.00%">
                  <c:v>0.22312419275857831</c:v>
                </c:pt>
                <c:pt idx="574" formatCode="0.00%">
                  <c:v>0.23024280135445774</c:v>
                </c:pt>
                <c:pt idx="575" formatCode="0.00%">
                  <c:v>0.23035007700037277</c:v>
                </c:pt>
                <c:pt idx="576" formatCode="0.00%">
                  <c:v>0.22636748352633343</c:v>
                </c:pt>
                <c:pt idx="577" formatCode="0.00%">
                  <c:v>0.23055982748154713</c:v>
                </c:pt>
                <c:pt idx="578" formatCode="0.00%">
                  <c:v>0.23793064256617585</c:v>
                </c:pt>
                <c:pt idx="579" formatCode="0.00%">
                  <c:v>0.18831165266272051</c:v>
                </c:pt>
                <c:pt idx="580" formatCode="0.00%">
                  <c:v>0.18867214537154475</c:v>
                </c:pt>
                <c:pt idx="581" formatCode="0.00%">
                  <c:v>0.17526117068048203</c:v>
                </c:pt>
                <c:pt idx="582" formatCode="0.00%">
                  <c:v>0.17611616600139196</c:v>
                </c:pt>
                <c:pt idx="583" formatCode="0.00%">
                  <c:v>0.16321509333602144</c:v>
                </c:pt>
                <c:pt idx="584" formatCode="0.00%">
                  <c:v>0.16422984901082779</c:v>
                </c:pt>
                <c:pt idx="585" formatCode="0.00%">
                  <c:v>0.16130884523016017</c:v>
                </c:pt>
                <c:pt idx="586" formatCode="0.00%">
                  <c:v>0.14878671904734003</c:v>
                </c:pt>
                <c:pt idx="587" formatCode="0.00%">
                  <c:v>0.17348106442799399</c:v>
                </c:pt>
                <c:pt idx="588" formatCode="0.00%">
                  <c:v>0.34695720881060044</c:v>
                </c:pt>
                <c:pt idx="589" formatCode="0.00%">
                  <c:v>0.35239407776096454</c:v>
                </c:pt>
                <c:pt idx="590" formatCode="0.00%">
                  <c:v>0.36532976205817835</c:v>
                </c:pt>
                <c:pt idx="591" formatCode="0.00%">
                  <c:v>0.36500652776649428</c:v>
                </c:pt>
                <c:pt idx="592" formatCode="0.00%">
                  <c:v>0.36101646087932265</c:v>
                </c:pt>
                <c:pt idx="593" formatCode="0.00%">
                  <c:v>0.36371225138368457</c:v>
                </c:pt>
                <c:pt idx="594" formatCode="0.00%">
                  <c:v>0.36443309154917369</c:v>
                </c:pt>
                <c:pt idx="595" formatCode="0.00%">
                  <c:v>0.36149061150880368</c:v>
                </c:pt>
                <c:pt idx="596" formatCode="0.00%">
                  <c:v>0.36049028933875626</c:v>
                </c:pt>
                <c:pt idx="597" formatCode="0.00%">
                  <c:v>0.36419800193364876</c:v>
                </c:pt>
                <c:pt idx="598" formatCode="0.00%">
                  <c:v>0.36719708133492512</c:v>
                </c:pt>
                <c:pt idx="599" formatCode="0.00%">
                  <c:v>0.35555378079333549</c:v>
                </c:pt>
                <c:pt idx="600" formatCode="0.00%">
                  <c:v>0.36609936803188026</c:v>
                </c:pt>
                <c:pt idx="601" formatCode="0.00%">
                  <c:v>0.37442366550510803</c:v>
                </c:pt>
                <c:pt idx="602" formatCode="0.00%">
                  <c:v>0.373983786418635</c:v>
                </c:pt>
                <c:pt idx="603" formatCode="0.00%">
                  <c:v>0.37252924522824676</c:v>
                </c:pt>
                <c:pt idx="604" formatCode="0.00%">
                  <c:v>0.37258652366683237</c:v>
                </c:pt>
                <c:pt idx="605" formatCode="0.00%">
                  <c:v>0.37216806419342602</c:v>
                </c:pt>
                <c:pt idx="606" formatCode="0.00%">
                  <c:v>0.37215789729517662</c:v>
                </c:pt>
                <c:pt idx="607" formatCode="0.00%">
                  <c:v>0.35906435331689496</c:v>
                </c:pt>
                <c:pt idx="608" formatCode="0.00%">
                  <c:v>0.19384268085832188</c:v>
                </c:pt>
                <c:pt idx="609" formatCode="0.00%">
                  <c:v>0.19896637536791553</c:v>
                </c:pt>
                <c:pt idx="610" formatCode="0.00%">
                  <c:v>0.16299045967883638</c:v>
                </c:pt>
                <c:pt idx="611" formatCode="0.00%">
                  <c:v>0.16193696160652687</c:v>
                </c:pt>
                <c:pt idx="612" formatCode="0.00%">
                  <c:v>0.1634651203061275</c:v>
                </c:pt>
                <c:pt idx="613" formatCode="0.00%">
                  <c:v>0.18318616122405715</c:v>
                </c:pt>
                <c:pt idx="614" formatCode="0.00%">
                  <c:v>0.18520324303828387</c:v>
                </c:pt>
                <c:pt idx="615" formatCode="0.00%">
                  <c:v>0.182525420642836</c:v>
                </c:pt>
                <c:pt idx="616" formatCode="0.00%">
                  <c:v>0.22478284512099331</c:v>
                </c:pt>
                <c:pt idx="617" formatCode="0.00%">
                  <c:v>0.22153520425266165</c:v>
                </c:pt>
                <c:pt idx="618" formatCode="0.00%">
                  <c:v>0.21754301433765358</c:v>
                </c:pt>
                <c:pt idx="619" formatCode="0.00%">
                  <c:v>0.22471157763121791</c:v>
                </c:pt>
                <c:pt idx="620" formatCode="0.00%">
                  <c:v>0.21044642104178907</c:v>
                </c:pt>
                <c:pt idx="621" formatCode="0.00%">
                  <c:v>0.19974061427380377</c:v>
                </c:pt>
                <c:pt idx="622" formatCode="0.00%">
                  <c:v>0.20114284999193976</c:v>
                </c:pt>
                <c:pt idx="623" formatCode="0.00%">
                  <c:v>0.20246753582015986</c:v>
                </c:pt>
                <c:pt idx="624" formatCode="0.00%">
                  <c:v>0.21023545247297332</c:v>
                </c:pt>
                <c:pt idx="625" formatCode="0.00%">
                  <c:v>0.2110207596539162</c:v>
                </c:pt>
                <c:pt idx="626" formatCode="0.00%">
                  <c:v>0.21268896376220489</c:v>
                </c:pt>
                <c:pt idx="627" formatCode="0.00%">
                  <c:v>0.2163231717206518</c:v>
                </c:pt>
                <c:pt idx="628" formatCode="0.00%">
                  <c:v>0.21565518360992306</c:v>
                </c:pt>
                <c:pt idx="629" formatCode="0.00%">
                  <c:v>0.20648246355988301</c:v>
                </c:pt>
                <c:pt idx="630" formatCode="0.00%">
                  <c:v>0.21148443184055454</c:v>
                </c:pt>
                <c:pt idx="631" formatCode="0.00%">
                  <c:v>0.20910747748914202</c:v>
                </c:pt>
                <c:pt idx="632" formatCode="0.00%">
                  <c:v>0.21160735407908104</c:v>
                </c:pt>
                <c:pt idx="633" formatCode="0.00%">
                  <c:v>0.18945504291353993</c:v>
                </c:pt>
                <c:pt idx="634" formatCode="0.00%">
                  <c:v>0.19004342049110359</c:v>
                </c:pt>
                <c:pt idx="635" formatCode="0.00%">
                  <c:v>0.19575848473195021</c:v>
                </c:pt>
                <c:pt idx="636" formatCode="0.00%">
                  <c:v>0.14942737950694657</c:v>
                </c:pt>
                <c:pt idx="637" formatCode="0.00%">
                  <c:v>0.14867996871783179</c:v>
                </c:pt>
                <c:pt idx="638" formatCode="0.00%">
                  <c:v>0.1424518381715861</c:v>
                </c:pt>
                <c:pt idx="639" formatCode="0.00%">
                  <c:v>0.16010718938518248</c:v>
                </c:pt>
                <c:pt idx="640" formatCode="0.00%">
                  <c:v>0.1639763496384615</c:v>
                </c:pt>
                <c:pt idx="641" formatCode="0.00%">
                  <c:v>0.17071309762088149</c:v>
                </c:pt>
                <c:pt idx="642" formatCode="0.00%">
                  <c:v>0.16711819125590391</c:v>
                </c:pt>
                <c:pt idx="643" formatCode="0.00%">
                  <c:v>0.16802798203828265</c:v>
                </c:pt>
                <c:pt idx="644" formatCode="0.00%">
                  <c:v>0.1615264706392355</c:v>
                </c:pt>
                <c:pt idx="645" formatCode="0.00%">
                  <c:v>0.18061218675097493</c:v>
                </c:pt>
                <c:pt idx="646" formatCode="0.00%">
                  <c:v>0.17993514947018835</c:v>
                </c:pt>
                <c:pt idx="647" formatCode="0.00%">
                  <c:v>0.18038856636003445</c:v>
                </c:pt>
                <c:pt idx="648" formatCode="0.00%">
                  <c:v>0.18169178085837656</c:v>
                </c:pt>
                <c:pt idx="649" formatCode="0.00%">
                  <c:v>0.17446667760146808</c:v>
                </c:pt>
                <c:pt idx="650" formatCode="0.00%">
                  <c:v>0.17702378083427608</c:v>
                </c:pt>
                <c:pt idx="651" formatCode="0.00%">
                  <c:v>0.19151786219695277</c:v>
                </c:pt>
                <c:pt idx="652" formatCode="0.00%">
                  <c:v>0.21558666957535838</c:v>
                </c:pt>
                <c:pt idx="653" formatCode="0.00%">
                  <c:v>0.22168472236236936</c:v>
                </c:pt>
                <c:pt idx="654" formatCode="0.00%">
                  <c:v>0.24658833775212691</c:v>
                </c:pt>
                <c:pt idx="655" formatCode="0.00%">
                  <c:v>0.24963346764163855</c:v>
                </c:pt>
                <c:pt idx="656" formatCode="0.00%">
                  <c:v>0.24939570229200111</c:v>
                </c:pt>
                <c:pt idx="657" formatCode="0.00%">
                  <c:v>0.24934674114536176</c:v>
                </c:pt>
                <c:pt idx="658" formatCode="0.00%">
                  <c:v>0.25036901160633845</c:v>
                </c:pt>
                <c:pt idx="659" formatCode="0.00%">
                  <c:v>0.2290242539345558</c:v>
                </c:pt>
                <c:pt idx="660" formatCode="0.00%">
                  <c:v>0.22749880459417529</c:v>
                </c:pt>
                <c:pt idx="661" formatCode="0.00%">
                  <c:v>0.22135722202257596</c:v>
                </c:pt>
                <c:pt idx="662" formatCode="0.00%">
                  <c:v>0.22303282858433221</c:v>
                </c:pt>
                <c:pt idx="663" formatCode="0.00%">
                  <c:v>0.22657808241214403</c:v>
                </c:pt>
                <c:pt idx="664" formatCode="0.00%">
                  <c:v>0.25342063635221257</c:v>
                </c:pt>
                <c:pt idx="665" formatCode="0.00%">
                  <c:v>0.23999043315117194</c:v>
                </c:pt>
                <c:pt idx="666" formatCode="0.00%">
                  <c:v>0.24322623663013038</c:v>
                </c:pt>
                <c:pt idx="667" formatCode="0.00%">
                  <c:v>0.24108335049358165</c:v>
                </c:pt>
                <c:pt idx="668" formatCode="0.00%">
                  <c:v>0.24043083315991065</c:v>
                </c:pt>
                <c:pt idx="669" formatCode="0.00%">
                  <c:v>0.24070394670596648</c:v>
                </c:pt>
                <c:pt idx="670" formatCode="0.00%">
                  <c:v>0.23380870896257536</c:v>
                </c:pt>
                <c:pt idx="671" formatCode="0.00%">
                  <c:v>0.22376537515887632</c:v>
                </c:pt>
                <c:pt idx="672" formatCode="0.00%">
                  <c:v>0.1991384771593353</c:v>
                </c:pt>
                <c:pt idx="673" formatCode="0.00%">
                  <c:v>0.19392583193073035</c:v>
                </c:pt>
                <c:pt idx="674" formatCode="0.00%">
                  <c:v>0.15572019752902883</c:v>
                </c:pt>
                <c:pt idx="675" formatCode="0.00%">
                  <c:v>0.14239481035843823</c:v>
                </c:pt>
                <c:pt idx="676" formatCode="0.00%">
                  <c:v>0.14721422936013692</c:v>
                </c:pt>
                <c:pt idx="677" formatCode="0.00%">
                  <c:v>0.1472955442465437</c:v>
                </c:pt>
                <c:pt idx="678" formatCode="0.00%">
                  <c:v>0.14263911138011573</c:v>
                </c:pt>
                <c:pt idx="679" formatCode="0.00%">
                  <c:v>0.14401342442088194</c:v>
                </c:pt>
                <c:pt idx="680" formatCode="0.00%">
                  <c:v>0.14197096170540055</c:v>
                </c:pt>
                <c:pt idx="681" formatCode="0.00%">
                  <c:v>0.14324662098153715</c:v>
                </c:pt>
                <c:pt idx="682" formatCode="0.00%">
                  <c:v>0.15735686181346514</c:v>
                </c:pt>
                <c:pt idx="683" formatCode="0.00%">
                  <c:v>0.15381336230182724</c:v>
                </c:pt>
                <c:pt idx="684" formatCode="0.00%">
                  <c:v>0.11158639719867337</c:v>
                </c:pt>
                <c:pt idx="685" formatCode="0.00%">
                  <c:v>0.12876335335638733</c:v>
                </c:pt>
                <c:pt idx="686" formatCode="0.00%">
                  <c:v>0.13349986350195586</c:v>
                </c:pt>
                <c:pt idx="687" formatCode="0.00%">
                  <c:v>0.13915412861409898</c:v>
                </c:pt>
                <c:pt idx="688" formatCode="0.00%">
                  <c:v>0.1378739514875674</c:v>
                </c:pt>
                <c:pt idx="689" formatCode="0.00%">
                  <c:v>0.13564785487154812</c:v>
                </c:pt>
                <c:pt idx="690" formatCode="0.00%">
                  <c:v>0.13582549797749943</c:v>
                </c:pt>
                <c:pt idx="691" formatCode="0.00%">
                  <c:v>0.13454194214215262</c:v>
                </c:pt>
                <c:pt idx="692" formatCode="0.00%">
                  <c:v>0.15170541735031315</c:v>
                </c:pt>
                <c:pt idx="693" formatCode="0.00%">
                  <c:v>0.14983872423730119</c:v>
                </c:pt>
                <c:pt idx="694" formatCode="0.00%">
                  <c:v>0.14986531572083711</c:v>
                </c:pt>
                <c:pt idx="695" formatCode="0.00%">
                  <c:v>0.15039369910722047</c:v>
                </c:pt>
                <c:pt idx="696" formatCode="0.00%">
                  <c:v>0.1469719178274608</c:v>
                </c:pt>
                <c:pt idx="697" formatCode="0.00%">
                  <c:v>0.1624131031521541</c:v>
                </c:pt>
                <c:pt idx="698" formatCode="0.00%">
                  <c:v>0.16374175620596845</c:v>
                </c:pt>
                <c:pt idx="699" formatCode="0.00%">
                  <c:v>0.18260125418741252</c:v>
                </c:pt>
                <c:pt idx="700" formatCode="0.00%">
                  <c:v>0.1840426054269218</c:v>
                </c:pt>
                <c:pt idx="701" formatCode="0.00%">
                  <c:v>0.18761081833092713</c:v>
                </c:pt>
                <c:pt idx="702" formatCode="0.00%">
                  <c:v>0.17599677072117989</c:v>
                </c:pt>
                <c:pt idx="703" formatCode="0.00%">
                  <c:v>0.18129517702389478</c:v>
                </c:pt>
                <c:pt idx="704" formatCode="0.00%">
                  <c:v>0.1987832390010241</c:v>
                </c:pt>
                <c:pt idx="705" formatCode="0.00%">
                  <c:v>0.19359884470703692</c:v>
                </c:pt>
                <c:pt idx="706" formatCode="0.00%">
                  <c:v>0.18477987920890493</c:v>
                </c:pt>
                <c:pt idx="707" formatCode="0.00%">
                  <c:v>0.18507981542549637</c:v>
                </c:pt>
                <c:pt idx="708" formatCode="0.00%">
                  <c:v>0.1881070955305261</c:v>
                </c:pt>
                <c:pt idx="709" formatCode="0.00%">
                  <c:v>0.1883232927043211</c:v>
                </c:pt>
                <c:pt idx="710" formatCode="0.00%">
                  <c:v>0.19120558858618503</c:v>
                </c:pt>
                <c:pt idx="711" formatCode="0.00%">
                  <c:v>0.23390129939613527</c:v>
                </c:pt>
                <c:pt idx="712" formatCode="0.00%">
                  <c:v>0.21663279202880739</c:v>
                </c:pt>
                <c:pt idx="713" formatCode="0.00%">
                  <c:v>0.21896051760868057</c:v>
                </c:pt>
                <c:pt idx="714" formatCode="0.00%">
                  <c:v>0.22735682906803562</c:v>
                </c:pt>
                <c:pt idx="715" formatCode="0.00%">
                  <c:v>0.22250598709969205</c:v>
                </c:pt>
                <c:pt idx="716" formatCode="0.00%">
                  <c:v>0.22230136466092959</c:v>
                </c:pt>
                <c:pt idx="717" formatCode="0.00%">
                  <c:v>0.22041495969308914</c:v>
                </c:pt>
                <c:pt idx="718" formatCode="0.00%">
                  <c:v>0.23677103316786</c:v>
                </c:pt>
                <c:pt idx="719" formatCode="0.00%">
                  <c:v>0.23325032327202794</c:v>
                </c:pt>
                <c:pt idx="720" formatCode="0.00%">
                  <c:v>0.23723432700645505</c:v>
                </c:pt>
                <c:pt idx="721" formatCode="0.00%">
                  <c:v>0.24817018632741664</c:v>
                </c:pt>
                <c:pt idx="722" formatCode="0.00%">
                  <c:v>0.27069519739381848</c:v>
                </c:pt>
                <c:pt idx="723" formatCode="0.00%">
                  <c:v>0.26050136098677368</c:v>
                </c:pt>
                <c:pt idx="724" formatCode="0.00%">
                  <c:v>0.25586217990846777</c:v>
                </c:pt>
                <c:pt idx="725" formatCode="0.00%">
                  <c:v>0.25845534523819169</c:v>
                </c:pt>
                <c:pt idx="726" formatCode="0.00%">
                  <c:v>0.25768596224748602</c:v>
                </c:pt>
                <c:pt idx="727" formatCode="0.00%">
                  <c:v>0.25759546483202733</c:v>
                </c:pt>
                <c:pt idx="728" formatCode="0.00%">
                  <c:v>0.26365700566855438</c:v>
                </c:pt>
                <c:pt idx="729" formatCode="0.00%">
                  <c:v>0.27005158524182321</c:v>
                </c:pt>
                <c:pt idx="730" formatCode="0.00%">
                  <c:v>0.26574362892145764</c:v>
                </c:pt>
                <c:pt idx="731" formatCode="0.00%">
                  <c:v>0.2505424822497887</c:v>
                </c:pt>
                <c:pt idx="732" formatCode="0.00%">
                  <c:v>0.3047747812253378</c:v>
                </c:pt>
                <c:pt idx="733" formatCode="0.00%">
                  <c:v>0.30095046082936044</c:v>
                </c:pt>
                <c:pt idx="734" formatCode="0.00%">
                  <c:v>0.29672245399987107</c:v>
                </c:pt>
                <c:pt idx="735" formatCode="0.00%">
                  <c:v>0.32818950673677499</c:v>
                </c:pt>
                <c:pt idx="736" formatCode="0.00%">
                  <c:v>0.3225533913136846</c:v>
                </c:pt>
                <c:pt idx="737" formatCode="0.00%">
                  <c:v>0.3318159504857871</c:v>
                </c:pt>
                <c:pt idx="738" formatCode="0.00%">
                  <c:v>0.30509766549143996</c:v>
                </c:pt>
                <c:pt idx="739" formatCode="0.00%">
                  <c:v>0.30631506891797394</c:v>
                </c:pt>
                <c:pt idx="740" formatCode="0.00%">
                  <c:v>0.29671867663389589</c:v>
                </c:pt>
                <c:pt idx="741" formatCode="0.00%">
                  <c:v>0.29470221451452328</c:v>
                </c:pt>
                <c:pt idx="742" formatCode="0.00%">
                  <c:v>0.29949150764769633</c:v>
                </c:pt>
                <c:pt idx="743" formatCode="0.00%">
                  <c:v>0.3041024023815958</c:v>
                </c:pt>
                <c:pt idx="744" formatCode="0.00%">
                  <c:v>0.30646545169370421</c:v>
                </c:pt>
                <c:pt idx="745" formatCode="0.00%">
                  <c:v>0.30453410577461748</c:v>
                </c:pt>
                <c:pt idx="746" formatCode="0.00%">
                  <c:v>0.30420686926046653</c:v>
                </c:pt>
                <c:pt idx="747" formatCode="0.00%">
                  <c:v>0.31080603366791271</c:v>
                </c:pt>
                <c:pt idx="748" formatCode="0.00%">
                  <c:v>0.29504497675495372</c:v>
                </c:pt>
                <c:pt idx="749" formatCode="0.00%">
                  <c:v>0.29438354833078134</c:v>
                </c:pt>
                <c:pt idx="750" formatCode="0.00%">
                  <c:v>0.28186972586016223</c:v>
                </c:pt>
                <c:pt idx="751" formatCode="0.00%">
                  <c:v>0.27787211630202791</c:v>
                </c:pt>
                <c:pt idx="752" formatCode="0.00%">
                  <c:v>0.25013357287014876</c:v>
                </c:pt>
                <c:pt idx="753" formatCode="0.00%">
                  <c:v>0.25124587495795075</c:v>
                </c:pt>
                <c:pt idx="754" formatCode="0.00%">
                  <c:v>0.25372178254065086</c:v>
                </c:pt>
                <c:pt idx="755" formatCode="0.00%">
                  <c:v>0.23591198607496278</c:v>
                </c:pt>
                <c:pt idx="756" formatCode="0.00%">
                  <c:v>0.22539963560724502</c:v>
                </c:pt>
                <c:pt idx="757" formatCode="0.00%">
                  <c:v>0.21897496644688752</c:v>
                </c:pt>
                <c:pt idx="758" formatCode="0.00%">
                  <c:v>0.22060466700550294</c:v>
                </c:pt>
                <c:pt idx="759" formatCode="0.00%">
                  <c:v>0.21919943394840802</c:v>
                </c:pt>
                <c:pt idx="760" formatCode="0.00%">
                  <c:v>0.24312356506432628</c:v>
                </c:pt>
                <c:pt idx="761" formatCode="0.00%">
                  <c:v>0.24379432241548862</c:v>
                </c:pt>
                <c:pt idx="762" formatCode="0.00%">
                  <c:v>0.24840405417961994</c:v>
                </c:pt>
                <c:pt idx="763" formatCode="0.00%">
                  <c:v>0.25288497058660453</c:v>
                </c:pt>
                <c:pt idx="764" formatCode="0.00%">
                  <c:v>0.25854959212887257</c:v>
                </c:pt>
                <c:pt idx="765" formatCode="0.00%">
                  <c:v>0.25944565719419305</c:v>
                </c:pt>
                <c:pt idx="766" formatCode="0.00%">
                  <c:v>0.2630595987109931</c:v>
                </c:pt>
                <c:pt idx="767" formatCode="0.00%">
                  <c:v>0.26371158318547777</c:v>
                </c:pt>
                <c:pt idx="768" formatCode="0.00%">
                  <c:v>0.28757512358552972</c:v>
                </c:pt>
                <c:pt idx="769" formatCode="0.00%">
                  <c:v>0.28778011610460663</c:v>
                </c:pt>
                <c:pt idx="770" formatCode="0.00%">
                  <c:v>0.29449680866766925</c:v>
                </c:pt>
                <c:pt idx="771" formatCode="0.00%">
                  <c:v>0.27754793981267317</c:v>
                </c:pt>
                <c:pt idx="772" formatCode="0.00%">
                  <c:v>0.28432673029945343</c:v>
                </c:pt>
                <c:pt idx="773" formatCode="0.00%">
                  <c:v>0.30164117431650012</c:v>
                </c:pt>
                <c:pt idx="774" formatCode="0.00%">
                  <c:v>0.33533467350754209</c:v>
                </c:pt>
                <c:pt idx="775" formatCode="0.00%">
                  <c:v>0.33592099236170792</c:v>
                </c:pt>
                <c:pt idx="776" formatCode="0.00%">
                  <c:v>0.34187484300994508</c:v>
                </c:pt>
                <c:pt idx="777" formatCode="0.00%">
                  <c:v>0.34355655462657403</c:v>
                </c:pt>
                <c:pt idx="778" formatCode="0.00%">
                  <c:v>0.34080424303320311</c:v>
                </c:pt>
                <c:pt idx="779" formatCode="0.00%">
                  <c:v>0.34543826111536852</c:v>
                </c:pt>
                <c:pt idx="780" formatCode="0.00%">
                  <c:v>0.33409467687816913</c:v>
                </c:pt>
                <c:pt idx="781" formatCode="0.00%">
                  <c:v>0.33984410212122929</c:v>
                </c:pt>
                <c:pt idx="782" formatCode="0.00%">
                  <c:v>0.34522567021455702</c:v>
                </c:pt>
                <c:pt idx="783" formatCode="0.00%">
                  <c:v>0.34335795515812945</c:v>
                </c:pt>
                <c:pt idx="784" formatCode="0.00%">
                  <c:v>0.34154543144220495</c:v>
                </c:pt>
                <c:pt idx="785" formatCode="0.00%">
                  <c:v>0.33520735775138488</c:v>
                </c:pt>
                <c:pt idx="786" formatCode="0.00%">
                  <c:v>0.35565762007319002</c:v>
                </c:pt>
                <c:pt idx="787" formatCode="0.00%">
                  <c:v>0.35840140748398619</c:v>
                </c:pt>
                <c:pt idx="788" formatCode="0.00%">
                  <c:v>0.3394179596935179</c:v>
                </c:pt>
                <c:pt idx="789" formatCode="0.00%">
                  <c:v>0.33892935989137368</c:v>
                </c:pt>
                <c:pt idx="790" formatCode="0.00%">
                  <c:v>0.34825424856234416</c:v>
                </c:pt>
                <c:pt idx="791" formatCode="0.00%">
                  <c:v>0.34830294571424286</c:v>
                </c:pt>
                <c:pt idx="792" formatCode="0.00%">
                  <c:v>0.34275986187234914</c:v>
                </c:pt>
                <c:pt idx="793" formatCode="0.00%">
                  <c:v>0.32947089474959246</c:v>
                </c:pt>
                <c:pt idx="794" formatCode="0.00%">
                  <c:v>0.2907097723435953</c:v>
                </c:pt>
                <c:pt idx="795" formatCode="0.00%">
                  <c:v>0.28622217644832093</c:v>
                </c:pt>
                <c:pt idx="796" formatCode="0.00%">
                  <c:v>0.27981715429946608</c:v>
                </c:pt>
                <c:pt idx="797" formatCode="0.00%">
                  <c:v>0.28387720991360194</c:v>
                </c:pt>
                <c:pt idx="798" formatCode="0.00%">
                  <c:v>0.2884681914639185</c:v>
                </c:pt>
                <c:pt idx="799" formatCode="0.00%">
                  <c:v>0.28853849526933512</c:v>
                </c:pt>
                <c:pt idx="800" formatCode="0.00%">
                  <c:v>0.28000695376669138</c:v>
                </c:pt>
                <c:pt idx="801" formatCode="0.00%">
                  <c:v>0.2695618646281327</c:v>
                </c:pt>
                <c:pt idx="802" formatCode="0.00%">
                  <c:v>0.24514820121786585</c:v>
                </c:pt>
                <c:pt idx="803" formatCode="0.00%">
                  <c:v>0.25559068734856466</c:v>
                </c:pt>
                <c:pt idx="804" formatCode="0.00%">
                  <c:v>0.31735307123134848</c:v>
                </c:pt>
                <c:pt idx="805" formatCode="0.00%">
                  <c:v>0.32753101227036119</c:v>
                </c:pt>
                <c:pt idx="806" formatCode="0.00%">
                  <c:v>0.44957605784231236</c:v>
                </c:pt>
                <c:pt idx="807" formatCode="0.00%">
                  <c:v>0.45949320832230989</c:v>
                </c:pt>
                <c:pt idx="808" formatCode="0.00%">
                  <c:v>0.46316897469826723</c:v>
                </c:pt>
                <c:pt idx="809" formatCode="0.00%">
                  <c:v>0.46809004465621645</c:v>
                </c:pt>
                <c:pt idx="810" formatCode="0.00%">
                  <c:v>0.45603015334411118</c:v>
                </c:pt>
                <c:pt idx="811" formatCode="0.00%">
                  <c:v>0.49540186379857176</c:v>
                </c:pt>
                <c:pt idx="812" formatCode="0.00%">
                  <c:v>0.49557483706411143</c:v>
                </c:pt>
                <c:pt idx="813" formatCode="0.00%">
                  <c:v>0.494764245576163</c:v>
                </c:pt>
                <c:pt idx="814" formatCode="0.00%">
                  <c:v>0.4912656727785214</c:v>
                </c:pt>
                <c:pt idx="815" formatCode="0.00%">
                  <c:v>0.49972632378486498</c:v>
                </c:pt>
                <c:pt idx="816" formatCode="0.00%">
                  <c:v>0.5025154087125645</c:v>
                </c:pt>
                <c:pt idx="817" formatCode="0.00%">
                  <c:v>0.49979488555251583</c:v>
                </c:pt>
                <c:pt idx="818" formatCode="0.00%">
                  <c:v>0.49915548043557001</c:v>
                </c:pt>
                <c:pt idx="819" formatCode="0.00%">
                  <c:v>0.50183157696269054</c:v>
                </c:pt>
                <c:pt idx="820" formatCode="0.00%">
                  <c:v>0.50202811974382755</c:v>
                </c:pt>
                <c:pt idx="821" formatCode="0.00%">
                  <c:v>0.50130046939617368</c:v>
                </c:pt>
                <c:pt idx="822" formatCode="0.00%">
                  <c:v>0.49890890599854198</c:v>
                </c:pt>
                <c:pt idx="823" formatCode="0.00%">
                  <c:v>0.48642204362387725</c:v>
                </c:pt>
                <c:pt idx="824" formatCode="0.00%">
                  <c:v>0.44827648809511972</c:v>
                </c:pt>
                <c:pt idx="825" formatCode="0.00%">
                  <c:v>0.42624812508485282</c:v>
                </c:pt>
                <c:pt idx="826" formatCode="0.00%">
                  <c:v>0.35238678617481706</c:v>
                </c:pt>
                <c:pt idx="827" formatCode="0.00%">
                  <c:v>0.31647800547940014</c:v>
                </c:pt>
                <c:pt idx="828" formatCode="0.00%">
                  <c:v>0.31680285038428291</c:v>
                </c:pt>
                <c:pt idx="829" formatCode="0.00%">
                  <c:v>0.32025106385419433</c:v>
                </c:pt>
                <c:pt idx="830" formatCode="0.00%">
                  <c:v>0.32559472231287806</c:v>
                </c:pt>
                <c:pt idx="831" formatCode="0.00%">
                  <c:v>0.28650497705368666</c:v>
                </c:pt>
                <c:pt idx="832" formatCode="0.00%">
                  <c:v>0.28665939557722492</c:v>
                </c:pt>
                <c:pt idx="833" formatCode="0.00%">
                  <c:v>0.28907966940763258</c:v>
                </c:pt>
                <c:pt idx="834" formatCode="0.00%">
                  <c:v>0.288747881589969</c:v>
                </c:pt>
                <c:pt idx="835" formatCode="0.00%">
                  <c:v>0.27926140129299176</c:v>
                </c:pt>
                <c:pt idx="836" formatCode="0.00%">
                  <c:v>0.30519944291826673</c:v>
                </c:pt>
                <c:pt idx="837" formatCode="0.00%">
                  <c:v>0.30168457572608365</c:v>
                </c:pt>
                <c:pt idx="838" formatCode="0.00%">
                  <c:v>0.3060453132005499</c:v>
                </c:pt>
                <c:pt idx="839" formatCode="0.00%">
                  <c:v>0.31355732783517032</c:v>
                </c:pt>
                <c:pt idx="840" formatCode="0.00%">
                  <c:v>0.31046479906789037</c:v>
                </c:pt>
                <c:pt idx="841" formatCode="0.00%">
                  <c:v>0.31139013745564736</c:v>
                </c:pt>
                <c:pt idx="842" formatCode="0.00%">
                  <c:v>0.31928528367962339</c:v>
                </c:pt>
                <c:pt idx="843" formatCode="0.00%">
                  <c:v>0.33282115299538867</c:v>
                </c:pt>
                <c:pt idx="844" formatCode="0.00%">
                  <c:v>0.34418304441373276</c:v>
                </c:pt>
                <c:pt idx="845" formatCode="0.00%">
                  <c:v>0.34379497096063977</c:v>
                </c:pt>
                <c:pt idx="846" formatCode="0.00%">
                  <c:v>0.3346241028918836</c:v>
                </c:pt>
                <c:pt idx="847" formatCode="0.00%">
                  <c:v>0.35066507513863959</c:v>
                </c:pt>
                <c:pt idx="848" formatCode="0.00%">
                  <c:v>0.34378475709137513</c:v>
                </c:pt>
                <c:pt idx="849" formatCode="0.00%">
                  <c:v>0.36168526382359889</c:v>
                </c:pt>
                <c:pt idx="850" formatCode="0.00%">
                  <c:v>0.34536433574707864</c:v>
                </c:pt>
                <c:pt idx="851" formatCode="0.00%">
                  <c:v>0.3632559293798121</c:v>
                </c:pt>
                <c:pt idx="852" formatCode="0.00%">
                  <c:v>0.37575204154051534</c:v>
                </c:pt>
                <c:pt idx="853" formatCode="0.00%">
                  <c:v>0.38244589433990789</c:v>
                </c:pt>
                <c:pt idx="854" formatCode="0.00%">
                  <c:v>0.3931325071443883</c:v>
                </c:pt>
                <c:pt idx="855" formatCode="0.00%">
                  <c:v>0.39394932419273204</c:v>
                </c:pt>
                <c:pt idx="856" formatCode="0.00%">
                  <c:v>0.38491558944069543</c:v>
                </c:pt>
                <c:pt idx="857" formatCode="0.00%">
                  <c:v>0.38510203084228567</c:v>
                </c:pt>
                <c:pt idx="858" formatCode="0.00%">
                  <c:v>0.38308689930150225</c:v>
                </c:pt>
                <c:pt idx="859" formatCode="0.00%">
                  <c:v>0.36977350792834457</c:v>
                </c:pt>
                <c:pt idx="860" formatCode="0.00%">
                  <c:v>0.38188701172223888</c:v>
                </c:pt>
                <c:pt idx="861" formatCode="0.00%">
                  <c:v>0.38814244885324051</c:v>
                </c:pt>
                <c:pt idx="862" formatCode="0.00%">
                  <c:v>0.38617317121227751</c:v>
                </c:pt>
                <c:pt idx="863" formatCode="0.00%">
                  <c:v>0.3971536647404868</c:v>
                </c:pt>
                <c:pt idx="864" formatCode="0.00%">
                  <c:v>0.35323664433621826</c:v>
                </c:pt>
                <c:pt idx="865" formatCode="0.00%">
                  <c:v>0.3634590411012224</c:v>
                </c:pt>
                <c:pt idx="866" formatCode="0.00%">
                  <c:v>0.36332213870446284</c:v>
                </c:pt>
                <c:pt idx="867" formatCode="0.00%">
                  <c:v>0.35078314235831559</c:v>
                </c:pt>
                <c:pt idx="868" formatCode="0.00%">
                  <c:v>0.3541368152145159</c:v>
                </c:pt>
                <c:pt idx="869" formatCode="0.00%">
                  <c:v>0.35040951651989005</c:v>
                </c:pt>
                <c:pt idx="870" formatCode="0.00%">
                  <c:v>0.35907528904222041</c:v>
                </c:pt>
                <c:pt idx="871" formatCode="0.00%">
                  <c:v>0.34775130930772724</c:v>
                </c:pt>
                <c:pt idx="872" formatCode="0.00%">
                  <c:v>0.3590872529066727</c:v>
                </c:pt>
                <c:pt idx="873" formatCode="0.00%">
                  <c:v>0.35808069662676223</c:v>
                </c:pt>
                <c:pt idx="874" formatCode="0.00%">
                  <c:v>0.36849094103753727</c:v>
                </c:pt>
                <c:pt idx="875" formatCode="0.00%">
                  <c:v>0.36866076178522139</c:v>
                </c:pt>
                <c:pt idx="876" formatCode="0.00%">
                  <c:v>0.3646485620919776</c:v>
                </c:pt>
                <c:pt idx="877" formatCode="0.00%">
                  <c:v>0.38024906385379753</c:v>
                </c:pt>
                <c:pt idx="878" formatCode="0.00%">
                  <c:v>0.38521234465221438</c:v>
                </c:pt>
                <c:pt idx="879" formatCode="0.00%">
                  <c:v>0.38338884489828162</c:v>
                </c:pt>
                <c:pt idx="880" formatCode="0.00%">
                  <c:v>0.36887508073389397</c:v>
                </c:pt>
                <c:pt idx="881" formatCode="0.00%">
                  <c:v>0.37033814861276249</c:v>
                </c:pt>
                <c:pt idx="882" formatCode="0.00%">
                  <c:v>0.3675493989877906</c:v>
                </c:pt>
                <c:pt idx="883" formatCode="0.00%">
                  <c:v>0.33564577575202348</c:v>
                </c:pt>
                <c:pt idx="884" formatCode="0.00%">
                  <c:v>0.3345562686237285</c:v>
                </c:pt>
                <c:pt idx="885" formatCode="0.00%">
                  <c:v>0.3255002195523739</c:v>
                </c:pt>
                <c:pt idx="886" formatCode="0.00%">
                  <c:v>0.3226189894241987</c:v>
                </c:pt>
                <c:pt idx="887" formatCode="0.00%">
                  <c:v>0.32878834419172681</c:v>
                </c:pt>
                <c:pt idx="888" formatCode="0.00%">
                  <c:v>0.32022946485195047</c:v>
                </c:pt>
                <c:pt idx="889" formatCode="0.00%">
                  <c:v>0.3134439362882277</c:v>
                </c:pt>
                <c:pt idx="890" formatCode="0.00%">
                  <c:v>0.31028063997563704</c:v>
                </c:pt>
                <c:pt idx="891" formatCode="0.00%">
                  <c:v>0.30184495607527256</c:v>
                </c:pt>
                <c:pt idx="892" formatCode="0.00%">
                  <c:v>0.24213627840063218</c:v>
                </c:pt>
                <c:pt idx="893" formatCode="0.00%">
                  <c:v>0.22382447451138543</c:v>
                </c:pt>
                <c:pt idx="894" formatCode="0.00%">
                  <c:v>0.20621085012252871</c:v>
                </c:pt>
                <c:pt idx="895" formatCode="0.00%">
                  <c:v>0.20434564286684598</c:v>
                </c:pt>
                <c:pt idx="896" formatCode="0.00%">
                  <c:v>0.2136289316208031</c:v>
                </c:pt>
                <c:pt idx="897" formatCode="0.00%">
                  <c:v>0.20059770148069936</c:v>
                </c:pt>
                <c:pt idx="898" formatCode="0.00%">
                  <c:v>0.19670867330638733</c:v>
                </c:pt>
                <c:pt idx="899" formatCode="0.00%">
                  <c:v>0.20644972118973617</c:v>
                </c:pt>
                <c:pt idx="900" formatCode="0.00%">
                  <c:v>0.21130835382816557</c:v>
                </c:pt>
                <c:pt idx="901" formatCode="0.00%">
                  <c:v>0.20457153159244545</c:v>
                </c:pt>
                <c:pt idx="902" formatCode="0.00%">
                  <c:v>0.19582546365842851</c:v>
                </c:pt>
                <c:pt idx="903" formatCode="0.00%">
                  <c:v>0.2142609056560312</c:v>
                </c:pt>
                <c:pt idx="904" formatCode="0.00%">
                  <c:v>0.19597092172260755</c:v>
                </c:pt>
                <c:pt idx="905" formatCode="0.00%">
                  <c:v>0.22530194985989727</c:v>
                </c:pt>
                <c:pt idx="906" formatCode="0.00%">
                  <c:v>0.22426075185011607</c:v>
                </c:pt>
                <c:pt idx="907" formatCode="0.00%">
                  <c:v>0.21624800722498155</c:v>
                </c:pt>
                <c:pt idx="908" formatCode="0.00%">
                  <c:v>0.21594675792766369</c:v>
                </c:pt>
                <c:pt idx="909" formatCode="0.00%">
                  <c:v>0.21736577924906028</c:v>
                </c:pt>
                <c:pt idx="910" formatCode="0.00%">
                  <c:v>0.21200778329813938</c:v>
                </c:pt>
                <c:pt idx="911" formatCode="0.00%">
                  <c:v>0.21922607735926031</c:v>
                </c:pt>
                <c:pt idx="912" formatCode="0.00%">
                  <c:v>0.22076727109193839</c:v>
                </c:pt>
                <c:pt idx="913" formatCode="0.00%">
                  <c:v>0.23234548424796067</c:v>
                </c:pt>
                <c:pt idx="914" formatCode="0.00%">
                  <c:v>0.23127577072351369</c:v>
                </c:pt>
                <c:pt idx="915" formatCode="0.00%">
                  <c:v>0.22850916465406484</c:v>
                </c:pt>
                <c:pt idx="916" formatCode="0.00%">
                  <c:v>0.2184967156517863</c:v>
                </c:pt>
                <c:pt idx="917" formatCode="0.00%">
                  <c:v>0.2180231684289255</c:v>
                </c:pt>
                <c:pt idx="918" formatCode="0.00%">
                  <c:v>0.22193764874269323</c:v>
                </c:pt>
                <c:pt idx="919" formatCode="0.00%">
                  <c:v>0.21444606245738307</c:v>
                </c:pt>
                <c:pt idx="920" formatCode="0.00%">
                  <c:v>0.21811442509882101</c:v>
                </c:pt>
                <c:pt idx="921" formatCode="0.00%">
                  <c:v>0.22316156924322667</c:v>
                </c:pt>
                <c:pt idx="922" formatCode="0.00%">
                  <c:v>0.22294248795597227</c:v>
                </c:pt>
                <c:pt idx="923" formatCode="0.00%">
                  <c:v>0.21199757547767822</c:v>
                </c:pt>
                <c:pt idx="924" formatCode="0.00%">
                  <c:v>0.21004226112978824</c:v>
                </c:pt>
                <c:pt idx="925" formatCode="0.00%">
                  <c:v>0.19310995309560008</c:v>
                </c:pt>
                <c:pt idx="926" formatCode="0.00%">
                  <c:v>0.18962073456642156</c:v>
                </c:pt>
                <c:pt idx="927" formatCode="0.00%">
                  <c:v>0.19241935852643743</c:v>
                </c:pt>
                <c:pt idx="928" formatCode="0.00%">
                  <c:v>0.18995248347461344</c:v>
                </c:pt>
                <c:pt idx="929" formatCode="0.00%">
                  <c:v>0.17683115530095991</c:v>
                </c:pt>
                <c:pt idx="930" formatCode="0.00%">
                  <c:v>0.2052247107961527</c:v>
                </c:pt>
                <c:pt idx="931" formatCode="0.00%">
                  <c:v>0.22625628337249065</c:v>
                </c:pt>
                <c:pt idx="932" formatCode="0.00%">
                  <c:v>0.22103365249317408</c:v>
                </c:pt>
                <c:pt idx="933" formatCode="0.00%">
                  <c:v>0.22272014996006076</c:v>
                </c:pt>
                <c:pt idx="934" formatCode="0.00%">
                  <c:v>0.21988231790922561</c:v>
                </c:pt>
                <c:pt idx="935" formatCode="0.00%">
                  <c:v>0.22076919236422124</c:v>
                </c:pt>
                <c:pt idx="936" formatCode="0.00%">
                  <c:v>0.23721520127730117</c:v>
                </c:pt>
                <c:pt idx="937" formatCode="0.00%">
                  <c:v>0.24633573365546355</c:v>
                </c:pt>
                <c:pt idx="938" formatCode="0.00%">
                  <c:v>0.26456595485045947</c:v>
                </c:pt>
                <c:pt idx="939" formatCode="0.00%">
                  <c:v>0.26000831246456213</c:v>
                </c:pt>
                <c:pt idx="940" formatCode="0.00%">
                  <c:v>0.25828668055154608</c:v>
                </c:pt>
                <c:pt idx="941" formatCode="0.00%">
                  <c:v>0.2560958654854627</c:v>
                </c:pt>
                <c:pt idx="942" formatCode="0.00%">
                  <c:v>0.26010252868518163</c:v>
                </c:pt>
                <c:pt idx="943" formatCode="0.00%">
                  <c:v>0.26186083769950735</c:v>
                </c:pt>
                <c:pt idx="944" formatCode="0.00%">
                  <c:v>0.27135837878746594</c:v>
                </c:pt>
                <c:pt idx="945" formatCode="0.00%">
                  <c:v>0.25467574521647313</c:v>
                </c:pt>
                <c:pt idx="946" formatCode="0.00%">
                  <c:v>0.26914763425275462</c:v>
                </c:pt>
                <c:pt idx="947" formatCode="0.00%">
                  <c:v>0.26825132085869907</c:v>
                </c:pt>
                <c:pt idx="948" formatCode="0.00%">
                  <c:v>0.26415472944612506</c:v>
                </c:pt>
                <c:pt idx="949" formatCode="0.00%">
                  <c:v>0.28039030047635644</c:v>
                </c:pt>
                <c:pt idx="950" formatCode="0.00%">
                  <c:v>0.26671777940701114</c:v>
                </c:pt>
                <c:pt idx="951" formatCode="0.00%">
                  <c:v>0.24537000580840215</c:v>
                </c:pt>
                <c:pt idx="952" formatCode="0.00%">
                  <c:v>0.27405507156533837</c:v>
                </c:pt>
                <c:pt idx="953" formatCode="0.00%">
                  <c:v>0.27762385194933931</c:v>
                </c:pt>
                <c:pt idx="954" formatCode="0.00%">
                  <c:v>0.27855230868969377</c:v>
                </c:pt>
                <c:pt idx="955" formatCode="0.00%">
                  <c:v>0.29075783695746665</c:v>
                </c:pt>
                <c:pt idx="956" formatCode="0.00%">
                  <c:v>0.27952298847876306</c:v>
                </c:pt>
                <c:pt idx="957" formatCode="0.00%">
                  <c:v>0.27610776944580689</c:v>
                </c:pt>
                <c:pt idx="958" formatCode="0.00%">
                  <c:v>0.25806862372141348</c:v>
                </c:pt>
                <c:pt idx="959" formatCode="0.00%">
                  <c:v>0.25993025621908378</c:v>
                </c:pt>
                <c:pt idx="960" formatCode="0.00%">
                  <c:v>0.25745414780129733</c:v>
                </c:pt>
                <c:pt idx="961" formatCode="0.00%">
                  <c:v>0.27126215995125152</c:v>
                </c:pt>
                <c:pt idx="962" formatCode="0.00%">
                  <c:v>0.26960866479762269</c:v>
                </c:pt>
                <c:pt idx="963" formatCode="0.00%">
                  <c:v>0.26621286492298835</c:v>
                </c:pt>
                <c:pt idx="964" formatCode="0.00%">
                  <c:v>0.25357689300695069</c:v>
                </c:pt>
                <c:pt idx="965" formatCode="0.00%">
                  <c:v>0.25478378058120921</c:v>
                </c:pt>
                <c:pt idx="966" formatCode="0.00%">
                  <c:v>0.25189674430870845</c:v>
                </c:pt>
                <c:pt idx="967" formatCode="0.00%">
                  <c:v>0.26547230989568155</c:v>
                </c:pt>
                <c:pt idx="968" formatCode="0.00%">
                  <c:v>0.26500748634996851</c:v>
                </c:pt>
                <c:pt idx="969" formatCode="0.00%">
                  <c:v>0.24520708342473105</c:v>
                </c:pt>
                <c:pt idx="970" formatCode="0.00%">
                  <c:v>0.24509426942107065</c:v>
                </c:pt>
                <c:pt idx="971" formatCode="0.00%">
                  <c:v>0.24091824632228478</c:v>
                </c:pt>
                <c:pt idx="972" formatCode="0.00%">
                  <c:v>0.20952161705878286</c:v>
                </c:pt>
                <c:pt idx="973" formatCode="0.00%">
                  <c:v>0.20900824723061842</c:v>
                </c:pt>
                <c:pt idx="974" formatCode="0.00%">
                  <c:v>0.20830084216964073</c:v>
                </c:pt>
                <c:pt idx="975" formatCode="0.00%">
                  <c:v>0.20129522989200915</c:v>
                </c:pt>
                <c:pt idx="976" formatCode="0.00%">
                  <c:v>0.19742014648824452</c:v>
                </c:pt>
                <c:pt idx="977" formatCode="0.00%">
                  <c:v>0.20268163838227857</c:v>
                </c:pt>
                <c:pt idx="978" formatCode="0.00%">
                  <c:v>0.20304847652676469</c:v>
                </c:pt>
                <c:pt idx="979" formatCode="0.00%">
                  <c:v>0.21483683262220293</c:v>
                </c:pt>
                <c:pt idx="980" formatCode="0.00%">
                  <c:v>0.2148930842825838</c:v>
                </c:pt>
                <c:pt idx="981" formatCode="0.00%">
                  <c:v>0.21226769294901457</c:v>
                </c:pt>
                <c:pt idx="982" formatCode="0.00%">
                  <c:v>0.21091475450408298</c:v>
                </c:pt>
                <c:pt idx="983" formatCode="0.00%">
                  <c:v>0.21305368534075378</c:v>
                </c:pt>
                <c:pt idx="984" formatCode="0.00%">
                  <c:v>0.21338943229976967</c:v>
                </c:pt>
                <c:pt idx="985" formatCode="0.00%">
                  <c:v>0.20795914588703721</c:v>
                </c:pt>
                <c:pt idx="986" formatCode="0.00%">
                  <c:v>0.20046896532809305</c:v>
                </c:pt>
                <c:pt idx="987" formatCode="0.00%">
                  <c:v>0.18371290495178466</c:v>
                </c:pt>
                <c:pt idx="988" formatCode="0.00%">
                  <c:v>0.18132729373653841</c:v>
                </c:pt>
                <c:pt idx="989" formatCode="0.00%">
                  <c:v>0.18004443518487867</c:v>
                </c:pt>
                <c:pt idx="990" formatCode="0.00%">
                  <c:v>0.1800498971128546</c:v>
                </c:pt>
                <c:pt idx="991" formatCode="0.00%">
                  <c:v>0.18010309655454626</c:v>
                </c:pt>
                <c:pt idx="992" formatCode="0.00%">
                  <c:v>0.1838360199470693</c:v>
                </c:pt>
                <c:pt idx="993" formatCode="0.00%">
                  <c:v>0.17675671803421875</c:v>
                </c:pt>
                <c:pt idx="994" formatCode="0.00%">
                  <c:v>0.18532504162035524</c:v>
                </c:pt>
                <c:pt idx="995" formatCode="0.00%">
                  <c:v>0.17546520827763445</c:v>
                </c:pt>
                <c:pt idx="996" formatCode="0.00%">
                  <c:v>0.17322275133801088</c:v>
                </c:pt>
                <c:pt idx="997" formatCode="0.00%">
                  <c:v>0.1927799808252518</c:v>
                </c:pt>
                <c:pt idx="998" formatCode="0.00%">
                  <c:v>0.19082576210228694</c:v>
                </c:pt>
                <c:pt idx="999" formatCode="0.00%">
                  <c:v>0.15919877408373664</c:v>
                </c:pt>
                <c:pt idx="1000" formatCode="0.00%">
                  <c:v>0.15893539528497627</c:v>
                </c:pt>
                <c:pt idx="1001" formatCode="0.00%">
                  <c:v>0.15611355822995238</c:v>
                </c:pt>
                <c:pt idx="1002" formatCode="0.00%">
                  <c:v>0.15833236039647008</c:v>
                </c:pt>
                <c:pt idx="1003" formatCode="0.00%">
                  <c:v>0.15198209695534864</c:v>
                </c:pt>
                <c:pt idx="1004" formatCode="0.00%">
                  <c:v>0.16075048027911035</c:v>
                </c:pt>
                <c:pt idx="1005" formatCode="0.00%">
                  <c:v>0.16298853406528471</c:v>
                </c:pt>
                <c:pt idx="1006" formatCode="0.00%">
                  <c:v>0.16133381734243429</c:v>
                </c:pt>
                <c:pt idx="1007" formatCode="0.00%">
                  <c:v>0.17044360804681019</c:v>
                </c:pt>
                <c:pt idx="1008" formatCode="0.00%">
                  <c:v>0.17266496948033078</c:v>
                </c:pt>
                <c:pt idx="1009" formatCode="0.00%">
                  <c:v>0.17606223283764416</c:v>
                </c:pt>
                <c:pt idx="1010" formatCode="0.00%">
                  <c:v>0.17695580218809159</c:v>
                </c:pt>
                <c:pt idx="1011" formatCode="0.00%">
                  <c:v>0.1770641524199032</c:v>
                </c:pt>
                <c:pt idx="1012" formatCode="0.00%">
                  <c:v>0.17602149905344677</c:v>
                </c:pt>
                <c:pt idx="1013" formatCode="0.00%">
                  <c:v>0.18041912894343351</c:v>
                </c:pt>
                <c:pt idx="1014" formatCode="0.00%">
                  <c:v>0.1653728317876447</c:v>
                </c:pt>
                <c:pt idx="1015" formatCode="0.00%">
                  <c:v>0.17326780491085905</c:v>
                </c:pt>
                <c:pt idx="1016" formatCode="0.00%">
                  <c:v>0.17411145290702756</c:v>
                </c:pt>
                <c:pt idx="1017" formatCode="0.00%">
                  <c:v>0.15806441763593515</c:v>
                </c:pt>
                <c:pt idx="1018" formatCode="0.00%">
                  <c:v>0.15806441772768096</c:v>
                </c:pt>
                <c:pt idx="1019" formatCode="0.00%">
                  <c:v>0.16676632511334777</c:v>
                </c:pt>
                <c:pt idx="1020" formatCode="0.00%">
                  <c:v>0.20484564542642519</c:v>
                </c:pt>
                <c:pt idx="1021" formatCode="0.00%">
                  <c:v>0.20965436136051721</c:v>
                </c:pt>
                <c:pt idx="1022" formatCode="0.00%">
                  <c:v>0.21498052399842499</c:v>
                </c:pt>
                <c:pt idx="1023" formatCode="0.00%">
                  <c:v>0.21503072410340021</c:v>
                </c:pt>
                <c:pt idx="1024" formatCode="0.00%">
                  <c:v>0.20835685602487453</c:v>
                </c:pt>
                <c:pt idx="1025" formatCode="0.00%">
                  <c:v>0.20125617089658163</c:v>
                </c:pt>
                <c:pt idx="1026" formatCode="0.00%">
                  <c:v>0.20471009770054641</c:v>
                </c:pt>
                <c:pt idx="1027" formatCode="0.00%">
                  <c:v>0.18901274536446294</c:v>
                </c:pt>
                <c:pt idx="1028" formatCode="0.00%">
                  <c:v>0.20176141610799042</c:v>
                </c:pt>
                <c:pt idx="1029" formatCode="0.00%">
                  <c:v>0.19584162966751878</c:v>
                </c:pt>
                <c:pt idx="1030" formatCode="0.00%">
                  <c:v>0.18990767228867847</c:v>
                </c:pt>
                <c:pt idx="1031" formatCode="0.00%">
                  <c:v>0.19213994275339297</c:v>
                </c:pt>
                <c:pt idx="1032" formatCode="0.00%">
                  <c:v>0.19114470071182454</c:v>
                </c:pt>
                <c:pt idx="1033" formatCode="0.00%">
                  <c:v>0.18664914576422703</c:v>
                </c:pt>
                <c:pt idx="1034" formatCode="0.00%">
                  <c:v>0.18071011010625096</c:v>
                </c:pt>
                <c:pt idx="1035" formatCode="0.00%">
                  <c:v>0.18269352170819714</c:v>
                </c:pt>
                <c:pt idx="1036" formatCode="0.00%">
                  <c:v>0.19879643528445726</c:v>
                </c:pt>
                <c:pt idx="1037" formatCode="0.00%">
                  <c:v>0.19778099295538185</c:v>
                </c:pt>
                <c:pt idx="1038" formatCode="0.00%">
                  <c:v>0.30205368629045826</c:v>
                </c:pt>
                <c:pt idx="1039" formatCode="0.00%">
                  <c:v>0.31780839268166566</c:v>
                </c:pt>
                <c:pt idx="1040" formatCode="0.00%">
                  <c:v>0.30255611855092185</c:v>
                </c:pt>
                <c:pt idx="1041" formatCode="0.00%">
                  <c:v>0.29527348573578288</c:v>
                </c:pt>
                <c:pt idx="1042" formatCode="0.00%">
                  <c:v>0.29346093111516741</c:v>
                </c:pt>
                <c:pt idx="1043" formatCode="0.00%">
                  <c:v>0.29260401479784698</c:v>
                </c:pt>
                <c:pt idx="1044" formatCode="0.00%">
                  <c:v>0.32228648592766085</c:v>
                </c:pt>
                <c:pt idx="1045" formatCode="0.00%">
                  <c:v>0.32270098748536197</c:v>
                </c:pt>
                <c:pt idx="1046" formatCode="0.00%">
                  <c:v>0.32058691829462699</c:v>
                </c:pt>
                <c:pt idx="1047" formatCode="0.00%">
                  <c:v>0.32174508117213052</c:v>
                </c:pt>
                <c:pt idx="1048" formatCode="0.00%">
                  <c:v>0.3125037492707966</c:v>
                </c:pt>
                <c:pt idx="1049" formatCode="0.00%">
                  <c:v>0.31434960001213735</c:v>
                </c:pt>
                <c:pt idx="1050" formatCode="0.00%">
                  <c:v>0.31801301345902017</c:v>
                </c:pt>
                <c:pt idx="1051" formatCode="0.00%">
                  <c:v>0.3181923398747829</c:v>
                </c:pt>
                <c:pt idx="1052" formatCode="0.00%">
                  <c:v>0.31922616343785459</c:v>
                </c:pt>
                <c:pt idx="1053" formatCode="0.00%">
                  <c:v>0.31777277491504624</c:v>
                </c:pt>
                <c:pt idx="1054" formatCode="0.00%">
                  <c:v>0.313126067859756</c:v>
                </c:pt>
                <c:pt idx="1055" formatCode="0.00%">
                  <c:v>0.31347799215019101</c:v>
                </c:pt>
                <c:pt idx="1056" formatCode="0.00%">
                  <c:v>0.30826738040610729</c:v>
                </c:pt>
                <c:pt idx="1057" formatCode="0.00%">
                  <c:v>0.30822743034363576</c:v>
                </c:pt>
                <c:pt idx="1058" formatCode="0.00%">
                  <c:v>0.18258836828181205</c:v>
                </c:pt>
                <c:pt idx="1059" formatCode="0.00%">
                  <c:v>0.19755570219720717</c:v>
                </c:pt>
                <c:pt idx="1060" formatCode="0.00%">
                  <c:v>0.19775863180520767</c:v>
                </c:pt>
                <c:pt idx="1061" formatCode="0.00%">
                  <c:v>0.1973159344786683</c:v>
                </c:pt>
                <c:pt idx="1062" formatCode="0.00%">
                  <c:v>0.19680573191207196</c:v>
                </c:pt>
                <c:pt idx="1063" formatCode="0.00%">
                  <c:v>0.19566285792239657</c:v>
                </c:pt>
                <c:pt idx="1064" formatCode="0.00%">
                  <c:v>0.17217824240716176</c:v>
                </c:pt>
                <c:pt idx="1065" formatCode="0.00%">
                  <c:v>0.18797075439790592</c:v>
                </c:pt>
                <c:pt idx="1066" formatCode="0.00%">
                  <c:v>0.19256643881975691</c:v>
                </c:pt>
                <c:pt idx="1067" formatCode="0.00%">
                  <c:v>0.19520802281176644</c:v>
                </c:pt>
                <c:pt idx="1068" formatCode="0.00%">
                  <c:v>0.22284068878602836</c:v>
                </c:pt>
                <c:pt idx="1069" formatCode="0.00%">
                  <c:v>0.23791200776630816</c:v>
                </c:pt>
                <c:pt idx="1070" formatCode="0.00%">
                  <c:v>0.23871354802240266</c:v>
                </c:pt>
                <c:pt idx="1071" formatCode="0.00%">
                  <c:v>0.24266940498711176</c:v>
                </c:pt>
                <c:pt idx="1072" formatCode="0.00%">
                  <c:v>0.24292059570376923</c:v>
                </c:pt>
                <c:pt idx="1073" formatCode="0.00%">
                  <c:v>0.24207536423695655</c:v>
                </c:pt>
                <c:pt idx="1074" formatCode="0.00%">
                  <c:v>0.24638427050159836</c:v>
                </c:pt>
                <c:pt idx="1075" formatCode="0.00%">
                  <c:v>0.24872089471721018</c:v>
                </c:pt>
                <c:pt idx="1076" formatCode="0.00%">
                  <c:v>0.24802110764871979</c:v>
                </c:pt>
                <c:pt idx="1077" formatCode="0.00%">
                  <c:v>0.24895871186745974</c:v>
                </c:pt>
                <c:pt idx="1078" formatCode="0.00%">
                  <c:v>0.24714083490128572</c:v>
                </c:pt>
                <c:pt idx="1079" formatCode="0.00%">
                  <c:v>0.22232603541780083</c:v>
                </c:pt>
                <c:pt idx="1080" formatCode="0.00%">
                  <c:v>0.22289598980053563</c:v>
                </c:pt>
                <c:pt idx="1081" formatCode="0.00%">
                  <c:v>0.22320358390898268</c:v>
                </c:pt>
                <c:pt idx="1082" formatCode="0.00%">
                  <c:v>0.22358202221845694</c:v>
                </c:pt>
                <c:pt idx="1083" formatCode="0.00%">
                  <c:v>0.22220184745426338</c:v>
                </c:pt>
                <c:pt idx="1084" formatCode="0.00%">
                  <c:v>0.21661986792989435</c:v>
                </c:pt>
                <c:pt idx="1085" formatCode="0.00%">
                  <c:v>0.19448307122242761</c:v>
                </c:pt>
                <c:pt idx="1086" formatCode="0.00%">
                  <c:v>0.1952312315082198</c:v>
                </c:pt>
                <c:pt idx="1087" formatCode="0.00%">
                  <c:v>0.18809833514574473</c:v>
                </c:pt>
                <c:pt idx="1088" formatCode="0.00%">
                  <c:v>0.17432380825482796</c:v>
                </c:pt>
                <c:pt idx="1089" formatCode="0.00%">
                  <c:v>0.14536839781176547</c:v>
                </c:pt>
                <c:pt idx="1090" formatCode="0.00%">
                  <c:v>0.14542843639020864</c:v>
                </c:pt>
                <c:pt idx="1091" formatCode="0.00%">
                  <c:v>0.14746132520638539</c:v>
                </c:pt>
                <c:pt idx="1092" formatCode="0.00%">
                  <c:v>0.14691408269059236</c:v>
                </c:pt>
                <c:pt idx="1093" formatCode="0.00%">
                  <c:v>0.14982297332824879</c:v>
                </c:pt>
                <c:pt idx="1094" formatCode="0.00%">
                  <c:v>0.13643746540996246</c:v>
                </c:pt>
                <c:pt idx="1095" formatCode="0.00%">
                  <c:v>0.13762676994099207</c:v>
                </c:pt>
                <c:pt idx="1096" formatCode="0.00%">
                  <c:v>0.13662431484096213</c:v>
                </c:pt>
                <c:pt idx="1097" formatCode="0.00%">
                  <c:v>0.13536296498091663</c:v>
                </c:pt>
                <c:pt idx="1098" formatCode="0.00%">
                  <c:v>0.14137677968295803</c:v>
                </c:pt>
                <c:pt idx="1099" formatCode="0.00%">
                  <c:v>0.14541603554305799</c:v>
                </c:pt>
                <c:pt idx="1100" formatCode="0.00%">
                  <c:v>0.21407002755862486</c:v>
                </c:pt>
                <c:pt idx="1101" formatCode="0.00%">
                  <c:v>0.21924336757489848</c:v>
                </c:pt>
                <c:pt idx="1102" formatCode="0.00%">
                  <c:v>0.22033260170046914</c:v>
                </c:pt>
                <c:pt idx="1103" formatCode="0.00%">
                  <c:v>0.21986258872737852</c:v>
                </c:pt>
                <c:pt idx="1104" formatCode="0.00%">
                  <c:v>0.2213471607273905</c:v>
                </c:pt>
                <c:pt idx="1105" formatCode="0.00%">
                  <c:v>0.22134292547533815</c:v>
                </c:pt>
                <c:pt idx="1106" formatCode="0.00%">
                  <c:v>0.22076752179552206</c:v>
                </c:pt>
                <c:pt idx="1107" formatCode="0.00%">
                  <c:v>0.21770678947653191</c:v>
                </c:pt>
                <c:pt idx="1108" formatCode="0.00%">
                  <c:v>0.20716913437550769</c:v>
                </c:pt>
                <c:pt idx="1109" formatCode="0.00%">
                  <c:v>0.20745508967699872</c:v>
                </c:pt>
                <c:pt idx="1110" formatCode="0.00%">
                  <c:v>0.2086833868876137</c:v>
                </c:pt>
                <c:pt idx="1111" formatCode="0.00%">
                  <c:v>0.20183950066530121</c:v>
                </c:pt>
                <c:pt idx="1112" formatCode="0.00%">
                  <c:v>0.20254358742406142</c:v>
                </c:pt>
                <c:pt idx="1113" formatCode="0.00%">
                  <c:v>0.24422266404728396</c:v>
                </c:pt>
                <c:pt idx="1114" formatCode="0.00%">
                  <c:v>0.25208182267894774</c:v>
                </c:pt>
                <c:pt idx="1115" formatCode="0.00%">
                  <c:v>0.24758953507707657</c:v>
                </c:pt>
                <c:pt idx="1116" formatCode="0.00%">
                  <c:v>0.252817114213643</c:v>
                </c:pt>
                <c:pt idx="1117" formatCode="0.00%">
                  <c:v>0.25538409852763899</c:v>
                </c:pt>
                <c:pt idx="1118" formatCode="0.00%">
                  <c:v>0.24909981652935206</c:v>
                </c:pt>
                <c:pt idx="1119" formatCode="0.00%">
                  <c:v>0.25314419820396916</c:v>
                </c:pt>
                <c:pt idx="1120" formatCode="0.00%">
                  <c:v>0.2038609953285927</c:v>
                </c:pt>
                <c:pt idx="1121" formatCode="0.00%">
                  <c:v>0.2191082403289982</c:v>
                </c:pt>
                <c:pt idx="1122" formatCode="0.00%">
                  <c:v>0.21937798915756021</c:v>
                </c:pt>
                <c:pt idx="1123" formatCode="0.00%">
                  <c:v>0.219322160102255</c:v>
                </c:pt>
                <c:pt idx="1124" formatCode="0.00%">
                  <c:v>0.21940087547267567</c:v>
                </c:pt>
                <c:pt idx="1125" formatCode="0.00%">
                  <c:v>0.21896460204584708</c:v>
                </c:pt>
                <c:pt idx="1126" formatCode="0.00%">
                  <c:v>0.21597740447285718</c:v>
                </c:pt>
                <c:pt idx="1127" formatCode="0.00%">
                  <c:v>0.21769114917290219</c:v>
                </c:pt>
                <c:pt idx="1128" formatCode="0.00%">
                  <c:v>0.2180544438472044</c:v>
                </c:pt>
                <c:pt idx="1129" formatCode="0.00%">
                  <c:v>0.21830467592904113</c:v>
                </c:pt>
                <c:pt idx="1130" formatCode="0.00%">
                  <c:v>0.21544881083536391</c:v>
                </c:pt>
                <c:pt idx="1131" formatCode="0.00%">
                  <c:v>0.21388115031372903</c:v>
                </c:pt>
                <c:pt idx="1132" formatCode="0.00%">
                  <c:v>0.21094351656924787</c:v>
                </c:pt>
                <c:pt idx="1133" formatCode="0.00%">
                  <c:v>0.16850091635282879</c:v>
                </c:pt>
                <c:pt idx="1134" formatCode="0.00%">
                  <c:v>0.15619911871320324</c:v>
                </c:pt>
                <c:pt idx="1135" formatCode="0.00%">
                  <c:v>0.15742869332909362</c:v>
                </c:pt>
                <c:pt idx="1136" formatCode="0.00%">
                  <c:v>0.1482616208044536</c:v>
                </c:pt>
                <c:pt idx="1137" formatCode="0.00%">
                  <c:v>0.14655445330271069</c:v>
                </c:pt>
                <c:pt idx="1138" formatCode="0.00%">
                  <c:v>0.14803669498275387</c:v>
                </c:pt>
                <c:pt idx="1139" formatCode="0.00%">
                  <c:v>0.15674430510951554</c:v>
                </c:pt>
                <c:pt idx="1140" formatCode="0.00%">
                  <c:v>0.15520084371409126</c:v>
                </c:pt>
                <c:pt idx="1141" formatCode="0.00%">
                  <c:v>0.13037889445414602</c:v>
                </c:pt>
                <c:pt idx="1142" formatCode="0.00%">
                  <c:v>0.13804407502873675</c:v>
                </c:pt>
                <c:pt idx="1143" formatCode="0.00%">
                  <c:v>0.14125990344917458</c:v>
                </c:pt>
                <c:pt idx="1144" formatCode="0.00%">
                  <c:v>0.13616818307391904</c:v>
                </c:pt>
                <c:pt idx="1145" formatCode="0.00%">
                  <c:v>0.17715427890174887</c:v>
                </c:pt>
                <c:pt idx="1146" formatCode="0.00%">
                  <c:v>0.17688072585748216</c:v>
                </c:pt>
                <c:pt idx="1147" formatCode="0.00%">
                  <c:v>0.17249686809391934</c:v>
                </c:pt>
                <c:pt idx="1148" formatCode="0.00%">
                  <c:v>0.17201473135011727</c:v>
                </c:pt>
                <c:pt idx="1149" formatCode="0.00%">
                  <c:v>0.17158110876934285</c:v>
                </c:pt>
                <c:pt idx="1150" formatCode="0.00%">
                  <c:v>0.17166763896053625</c:v>
                </c:pt>
                <c:pt idx="1151" formatCode="0.00%">
                  <c:v>0.17745543940972383</c:v>
                </c:pt>
                <c:pt idx="1152" formatCode="0.00%">
                  <c:v>0.1780779232047659</c:v>
                </c:pt>
                <c:pt idx="1153" formatCode="0.00%">
                  <c:v>0.18282461102356634</c:v>
                </c:pt>
                <c:pt idx="1154" formatCode="0.00%">
                  <c:v>0.1834103182342951</c:v>
                </c:pt>
                <c:pt idx="1155" formatCode="0.00%">
                  <c:v>0.18552084816715889</c:v>
                </c:pt>
                <c:pt idx="1156" formatCode="0.00%">
                  <c:v>0.18330463715731687</c:v>
                </c:pt>
                <c:pt idx="1157" formatCode="0.00%">
                  <c:v>0.18261094262810351</c:v>
                </c:pt>
                <c:pt idx="1158" formatCode="0.00%">
                  <c:v>0.18062863925183306</c:v>
                </c:pt>
                <c:pt idx="1159" formatCode="0.00%">
                  <c:v>0.15451405929862497</c:v>
                </c:pt>
                <c:pt idx="1160" formatCode="0.00%">
                  <c:v>0.16036842131296952</c:v>
                </c:pt>
                <c:pt idx="1161" formatCode="0.00%">
                  <c:v>0.15375911284960958</c:v>
                </c:pt>
                <c:pt idx="1162" formatCode="0.00%">
                  <c:v>0.14976819942005498</c:v>
                </c:pt>
                <c:pt idx="1163" formatCode="0.00%">
                  <c:v>0.14952437523071202</c:v>
                </c:pt>
                <c:pt idx="1164" formatCode="0.00%">
                  <c:v>0.14859149454382736</c:v>
                </c:pt>
                <c:pt idx="1165" formatCode="0.00%">
                  <c:v>0.10872427357188742</c:v>
                </c:pt>
                <c:pt idx="1166" formatCode="0.00%">
                  <c:v>0.11339362958946346</c:v>
                </c:pt>
                <c:pt idx="1167" formatCode="0.00%">
                  <c:v>0.1191753944007934</c:v>
                </c:pt>
                <c:pt idx="1168" formatCode="0.00%">
                  <c:v>0.11933919669533634</c:v>
                </c:pt>
                <c:pt idx="1169" formatCode="0.00%">
                  <c:v>0.11947129353429879</c:v>
                </c:pt>
                <c:pt idx="1170" formatCode="0.00%">
                  <c:v>0.14151740795918891</c:v>
                </c:pt>
                <c:pt idx="1171" formatCode="0.00%">
                  <c:v>0.13666368204336149</c:v>
                </c:pt>
                <c:pt idx="1172" formatCode="0.00%">
                  <c:v>0.14240730896332418</c:v>
                </c:pt>
                <c:pt idx="1173" formatCode="0.00%">
                  <c:v>0.13829135371756276</c:v>
                </c:pt>
                <c:pt idx="1174" formatCode="0.00%">
                  <c:v>0.15195211494906447</c:v>
                </c:pt>
                <c:pt idx="1175" formatCode="0.00%">
                  <c:v>0.16010083080074544</c:v>
                </c:pt>
                <c:pt idx="1176" formatCode="0.00%">
                  <c:v>0.18020142185120308</c:v>
                </c:pt>
                <c:pt idx="1177" formatCode="0.00%">
                  <c:v>0.18104967241220973</c:v>
                </c:pt>
                <c:pt idx="1178" formatCode="0.00%">
                  <c:v>0.18105144310999652</c:v>
                </c:pt>
                <c:pt idx="1179" formatCode="0.00%">
                  <c:v>0.18160569394098838</c:v>
                </c:pt>
                <c:pt idx="1180" formatCode="0.00%">
                  <c:v>0.16678772270054892</c:v>
                </c:pt>
                <c:pt idx="1181" formatCode="0.00%">
                  <c:v>0.16936772227135186</c:v>
                </c:pt>
                <c:pt idx="1182" formatCode="0.00%">
                  <c:v>0.17684953332616801</c:v>
                </c:pt>
                <c:pt idx="1183" formatCode="0.00%">
                  <c:v>0.17603205848590006</c:v>
                </c:pt>
                <c:pt idx="1184" formatCode="0.00%">
                  <c:v>0.1763493187513791</c:v>
                </c:pt>
                <c:pt idx="1185" formatCode="0.00%">
                  <c:v>0.20810017808574693</c:v>
                </c:pt>
                <c:pt idx="1186" formatCode="0.00%">
                  <c:v>0.20567945132586488</c:v>
                </c:pt>
                <c:pt idx="1187" formatCode="0.00%">
                  <c:v>0.20173854343340694</c:v>
                </c:pt>
                <c:pt idx="1188" formatCode="0.00%">
                  <c:v>0.20948951335132376</c:v>
                </c:pt>
                <c:pt idx="1189" formatCode="0.00%">
                  <c:v>0.2108576867080936</c:v>
                </c:pt>
                <c:pt idx="1190" formatCode="0.00%">
                  <c:v>0.19612400858246209</c:v>
                </c:pt>
                <c:pt idx="1191" formatCode="0.00%">
                  <c:v>0.19344152125836783</c:v>
                </c:pt>
                <c:pt idx="1192" formatCode="0.00%">
                  <c:v>0.18926149019360278</c:v>
                </c:pt>
                <c:pt idx="1193" formatCode="0.00%">
                  <c:v>0.18820304033927235</c:v>
                </c:pt>
                <c:pt idx="1194" formatCode="0.00%">
                  <c:v>0.18612070910066913</c:v>
                </c:pt>
                <c:pt idx="1195" formatCode="0.00%">
                  <c:v>0.17790432360601627</c:v>
                </c:pt>
                <c:pt idx="1196" formatCode="0.00%">
                  <c:v>0.16692019836346267</c:v>
                </c:pt>
                <c:pt idx="1197" formatCode="0.00%">
                  <c:v>0.16752655523597848</c:v>
                </c:pt>
                <c:pt idx="1198" formatCode="0.00%">
                  <c:v>0.18349188917750878</c:v>
                </c:pt>
                <c:pt idx="1199" formatCode="0.00%">
                  <c:v>0.24977041438448727</c:v>
                </c:pt>
                <c:pt idx="1200" formatCode="0.00%">
                  <c:v>0.24877826730060928</c:v>
                </c:pt>
                <c:pt idx="1201" formatCode="0.00%">
                  <c:v>0.24598738676117735</c:v>
                </c:pt>
                <c:pt idx="1202" formatCode="0.00%">
                  <c:v>0.23777030300906188</c:v>
                </c:pt>
                <c:pt idx="1203" formatCode="0.00%">
                  <c:v>0.23880150875790815</c:v>
                </c:pt>
                <c:pt idx="1204" formatCode="0.00%">
                  <c:v>0.25366714828454334</c:v>
                </c:pt>
                <c:pt idx="1205" formatCode="0.00%">
                  <c:v>0.23224027578555181</c:v>
                </c:pt>
                <c:pt idx="1206" formatCode="0.00%">
                  <c:v>0.2358625244510803</c:v>
                </c:pt>
                <c:pt idx="1207" formatCode="0.00%">
                  <c:v>0.2354905038871192</c:v>
                </c:pt>
                <c:pt idx="1208" formatCode="0.00%">
                  <c:v>0.23021725875895382</c:v>
                </c:pt>
                <c:pt idx="1209" formatCode="0.00%">
                  <c:v>0.22860944588257329</c:v>
                </c:pt>
                <c:pt idx="1210" formatCode="0.00%">
                  <c:v>0.23206382283520027</c:v>
                </c:pt>
                <c:pt idx="1211" formatCode="0.00%">
                  <c:v>0.23593216095945693</c:v>
                </c:pt>
                <c:pt idx="1212" formatCode="0.00%">
                  <c:v>0.255782548128069</c:v>
                </c:pt>
                <c:pt idx="1213" formatCode="0.00%">
                  <c:v>0.25482974954859</c:v>
                </c:pt>
                <c:pt idx="1214" formatCode="0.00%">
                  <c:v>0.25377147029760944</c:v>
                </c:pt>
                <c:pt idx="1215" formatCode="0.00%">
                  <c:v>0.25386599313997749</c:v>
                </c:pt>
                <c:pt idx="1216" formatCode="0.00%">
                  <c:v>0.24564384068400699</c:v>
                </c:pt>
                <c:pt idx="1217" formatCode="0.00%">
                  <c:v>0.25478319921910958</c:v>
                </c:pt>
                <c:pt idx="1218" formatCode="0.00%">
                  <c:v>0.25396465639472854</c:v>
                </c:pt>
                <c:pt idx="1219" formatCode="0.00%">
                  <c:v>0.18772250811548488</c:v>
                </c:pt>
                <c:pt idx="1220" formatCode="0.00%">
                  <c:v>0.18756623499321959</c:v>
                </c:pt>
                <c:pt idx="1221" formatCode="0.00%">
                  <c:v>0.18767009497238454</c:v>
                </c:pt>
                <c:pt idx="1222" formatCode="0.00%">
                  <c:v>0.18677863391949934</c:v>
                </c:pt>
                <c:pt idx="1223" formatCode="0.00%">
                  <c:v>0.18680995485378549</c:v>
                </c:pt>
                <c:pt idx="1224" formatCode="0.00%">
                  <c:v>0.17547719724795605</c:v>
                </c:pt>
                <c:pt idx="1225" formatCode="0.00%">
                  <c:v>0.17492929300078652</c:v>
                </c:pt>
                <c:pt idx="1226" formatCode="0.00%">
                  <c:v>0.17075631068288882</c:v>
                </c:pt>
                <c:pt idx="1227" formatCode="0.00%">
                  <c:v>0.17562222647743719</c:v>
                </c:pt>
                <c:pt idx="1228" formatCode="0.00%">
                  <c:v>0.17511917506411762</c:v>
                </c:pt>
                <c:pt idx="1229" formatCode="0.00%">
                  <c:v>0.2588064005072277</c:v>
                </c:pt>
                <c:pt idx="1230" formatCode="0.00%">
                  <c:v>0.26204347729047284</c:v>
                </c:pt>
                <c:pt idx="1231" formatCode="0.00%">
                  <c:v>0.25676570015705541</c:v>
                </c:pt>
                <c:pt idx="1232" formatCode="0.00%">
                  <c:v>0.24174514087731397</c:v>
                </c:pt>
                <c:pt idx="1233" formatCode="0.00%">
                  <c:v>0.24306567585597164</c:v>
                </c:pt>
                <c:pt idx="1234" formatCode="0.00%">
                  <c:v>0.24140277354614295</c:v>
                </c:pt>
                <c:pt idx="1235" formatCode="0.00%">
                  <c:v>0.24235028861867428</c:v>
                </c:pt>
                <c:pt idx="1236" formatCode="0.00%">
                  <c:v>0.2497307909729751</c:v>
                </c:pt>
                <c:pt idx="1237" formatCode="0.00%">
                  <c:v>0.23900300424593943</c:v>
                </c:pt>
                <c:pt idx="1238" formatCode="0.00%">
                  <c:v>0.22483992324611116</c:v>
                </c:pt>
                <c:pt idx="1239" formatCode="0.00%">
                  <c:v>0.21546166787253679</c:v>
                </c:pt>
                <c:pt idx="1240" formatCode="0.00%">
                  <c:v>0.21387394866365061</c:v>
                </c:pt>
                <c:pt idx="1241" formatCode="0.00%">
                  <c:v>0.21380968098190811</c:v>
                </c:pt>
                <c:pt idx="1242" formatCode="0.00%">
                  <c:v>0.21498545781223516</c:v>
                </c:pt>
                <c:pt idx="1243" formatCode="0.00%">
                  <c:v>0.21427359692620454</c:v>
                </c:pt>
                <c:pt idx="1244" formatCode="0.00%">
                  <c:v>0.21837488592374932</c:v>
                </c:pt>
                <c:pt idx="1245" formatCode="0.00%">
                  <c:v>0.21581879853943212</c:v>
                </c:pt>
                <c:pt idx="1246" formatCode="0.00%">
                  <c:v>0.2125725450378966</c:v>
                </c:pt>
                <c:pt idx="1247" formatCode="0.00%">
                  <c:v>0.21547608969167478</c:v>
                </c:pt>
                <c:pt idx="1248" formatCode="0.00%">
                  <c:v>0.21901356599079322</c:v>
                </c:pt>
                <c:pt idx="1249" formatCode="0.00%">
                  <c:v>0.14933528280877195</c:v>
                </c:pt>
                <c:pt idx="1250" formatCode="0.00%">
                  <c:v>0.14440583898560691</c:v>
                </c:pt>
                <c:pt idx="1251" formatCode="0.00%">
                  <c:v>0.14513281497655789</c:v>
                </c:pt>
                <c:pt idx="1252" formatCode="0.00%">
                  <c:v>0.16474786801897823</c:v>
                </c:pt>
                <c:pt idx="1253" formatCode="0.00%">
                  <c:v>0.16274580366407376</c:v>
                </c:pt>
                <c:pt idx="1254" formatCode="0.00%">
                  <c:v>0.16312128325244798</c:v>
                </c:pt>
                <c:pt idx="1255" formatCode="0.00%">
                  <c:v>0.16288312225776466</c:v>
                </c:pt>
                <c:pt idx="1256" formatCode="0.00%">
                  <c:v>0.15318157897937351</c:v>
                </c:pt>
                <c:pt idx="1257" formatCode="0.00%">
                  <c:v>0.15357404693995175</c:v>
                </c:pt>
                <c:pt idx="1258" formatCode="0.00%">
                  <c:v>0.16022088999271586</c:v>
                </c:pt>
                <c:pt idx="1259" formatCode="0.00%">
                  <c:v>0.1837216610699971</c:v>
                </c:pt>
                <c:pt idx="1260" formatCode="0.00%">
                  <c:v>0.18255836808798098</c:v>
                </c:pt>
                <c:pt idx="1261" formatCode="0.00%">
                  <c:v>0.21716257642120226</c:v>
                </c:pt>
                <c:pt idx="1262" formatCode="0.00%">
                  <c:v>0.21738537457554083</c:v>
                </c:pt>
                <c:pt idx="1263" formatCode="0.00%">
                  <c:v>0.20808645934673853</c:v>
                </c:pt>
                <c:pt idx="1264" formatCode="0.00%">
                  <c:v>0.22086567732032705</c:v>
                </c:pt>
                <c:pt idx="1265" formatCode="0.00%">
                  <c:v>0.21298018118897163</c:v>
                </c:pt>
                <c:pt idx="1266" formatCode="0.00%">
                  <c:v>0.21120164846916381</c:v>
                </c:pt>
                <c:pt idx="1267" formatCode="0.00%">
                  <c:v>0.2117245324172817</c:v>
                </c:pt>
                <c:pt idx="1268" formatCode="0.00%">
                  <c:v>0.21336106669027319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757-4482-9868-FC555DA150D4}"/>
            </c:ext>
          </c:extLst>
        </c:ser>
        <c:ser>
          <c:idx val="2"/>
          <c:order val="2"/>
          <c:tx>
            <c:v>Volatilità .STOXX</c:v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numRef>
              <c:f>Volatilità!$A$2:$A$1270</c:f>
              <c:numCache>
                <c:formatCode>dd\-mmm\-yyyy</c:formatCode>
                <c:ptCount val="1269"/>
                <c:pt idx="0">
                  <c:v>43467</c:v>
                </c:pt>
                <c:pt idx="1">
                  <c:v>43468</c:v>
                </c:pt>
                <c:pt idx="2">
                  <c:v>43469</c:v>
                </c:pt>
                <c:pt idx="3">
                  <c:v>43472</c:v>
                </c:pt>
                <c:pt idx="4">
                  <c:v>43473</c:v>
                </c:pt>
                <c:pt idx="5">
                  <c:v>43474</c:v>
                </c:pt>
                <c:pt idx="6">
                  <c:v>43475</c:v>
                </c:pt>
                <c:pt idx="7">
                  <c:v>43476</c:v>
                </c:pt>
                <c:pt idx="8">
                  <c:v>43479</c:v>
                </c:pt>
                <c:pt idx="9">
                  <c:v>43480</c:v>
                </c:pt>
                <c:pt idx="10">
                  <c:v>43481</c:v>
                </c:pt>
                <c:pt idx="11">
                  <c:v>43482</c:v>
                </c:pt>
                <c:pt idx="12">
                  <c:v>43483</c:v>
                </c:pt>
                <c:pt idx="13">
                  <c:v>43486</c:v>
                </c:pt>
                <c:pt idx="14">
                  <c:v>43487</c:v>
                </c:pt>
                <c:pt idx="15">
                  <c:v>43488</c:v>
                </c:pt>
                <c:pt idx="16">
                  <c:v>43489</c:v>
                </c:pt>
                <c:pt idx="17">
                  <c:v>43490</c:v>
                </c:pt>
                <c:pt idx="18">
                  <c:v>43493</c:v>
                </c:pt>
                <c:pt idx="19">
                  <c:v>43494</c:v>
                </c:pt>
                <c:pt idx="20">
                  <c:v>43495</c:v>
                </c:pt>
                <c:pt idx="21">
                  <c:v>43496</c:v>
                </c:pt>
                <c:pt idx="22">
                  <c:v>43497</c:v>
                </c:pt>
                <c:pt idx="23">
                  <c:v>43500</c:v>
                </c:pt>
                <c:pt idx="24">
                  <c:v>43501</c:v>
                </c:pt>
                <c:pt idx="25">
                  <c:v>43502</c:v>
                </c:pt>
                <c:pt idx="26">
                  <c:v>43503</c:v>
                </c:pt>
                <c:pt idx="27">
                  <c:v>43504</c:v>
                </c:pt>
                <c:pt idx="28">
                  <c:v>43507</c:v>
                </c:pt>
                <c:pt idx="29">
                  <c:v>43508</c:v>
                </c:pt>
                <c:pt idx="30">
                  <c:v>43509</c:v>
                </c:pt>
                <c:pt idx="31">
                  <c:v>43510</c:v>
                </c:pt>
                <c:pt idx="32">
                  <c:v>43511</c:v>
                </c:pt>
                <c:pt idx="33">
                  <c:v>43514</c:v>
                </c:pt>
                <c:pt idx="34">
                  <c:v>43515</c:v>
                </c:pt>
                <c:pt idx="35">
                  <c:v>43516</c:v>
                </c:pt>
                <c:pt idx="36">
                  <c:v>43517</c:v>
                </c:pt>
                <c:pt idx="37">
                  <c:v>43518</c:v>
                </c:pt>
                <c:pt idx="38">
                  <c:v>43521</c:v>
                </c:pt>
                <c:pt idx="39">
                  <c:v>43522</c:v>
                </c:pt>
                <c:pt idx="40">
                  <c:v>43523</c:v>
                </c:pt>
                <c:pt idx="41">
                  <c:v>43524</c:v>
                </c:pt>
                <c:pt idx="42">
                  <c:v>43525</c:v>
                </c:pt>
                <c:pt idx="43">
                  <c:v>43528</c:v>
                </c:pt>
                <c:pt idx="44">
                  <c:v>43529</c:v>
                </c:pt>
                <c:pt idx="45">
                  <c:v>43530</c:v>
                </c:pt>
                <c:pt idx="46">
                  <c:v>43531</c:v>
                </c:pt>
                <c:pt idx="47">
                  <c:v>43532</c:v>
                </c:pt>
                <c:pt idx="48">
                  <c:v>43535</c:v>
                </c:pt>
                <c:pt idx="49">
                  <c:v>43536</c:v>
                </c:pt>
                <c:pt idx="50">
                  <c:v>43537</c:v>
                </c:pt>
                <c:pt idx="51">
                  <c:v>43538</c:v>
                </c:pt>
                <c:pt idx="52">
                  <c:v>43539</c:v>
                </c:pt>
                <c:pt idx="53">
                  <c:v>43542</c:v>
                </c:pt>
                <c:pt idx="54">
                  <c:v>43543</c:v>
                </c:pt>
                <c:pt idx="55">
                  <c:v>43544</c:v>
                </c:pt>
                <c:pt idx="56">
                  <c:v>43545</c:v>
                </c:pt>
                <c:pt idx="57">
                  <c:v>43546</c:v>
                </c:pt>
                <c:pt idx="58">
                  <c:v>43549</c:v>
                </c:pt>
                <c:pt idx="59">
                  <c:v>43550</c:v>
                </c:pt>
                <c:pt idx="60">
                  <c:v>43551</c:v>
                </c:pt>
                <c:pt idx="61">
                  <c:v>43552</c:v>
                </c:pt>
                <c:pt idx="62">
                  <c:v>43553</c:v>
                </c:pt>
                <c:pt idx="63">
                  <c:v>43556</c:v>
                </c:pt>
                <c:pt idx="64">
                  <c:v>43557</c:v>
                </c:pt>
                <c:pt idx="65">
                  <c:v>43558</c:v>
                </c:pt>
                <c:pt idx="66">
                  <c:v>43559</c:v>
                </c:pt>
                <c:pt idx="67">
                  <c:v>43560</c:v>
                </c:pt>
                <c:pt idx="68">
                  <c:v>43563</c:v>
                </c:pt>
                <c:pt idx="69">
                  <c:v>43564</c:v>
                </c:pt>
                <c:pt idx="70">
                  <c:v>43565</c:v>
                </c:pt>
                <c:pt idx="71">
                  <c:v>43566</c:v>
                </c:pt>
                <c:pt idx="72">
                  <c:v>43567</c:v>
                </c:pt>
                <c:pt idx="73">
                  <c:v>43570</c:v>
                </c:pt>
                <c:pt idx="74">
                  <c:v>43571</c:v>
                </c:pt>
                <c:pt idx="75">
                  <c:v>43572</c:v>
                </c:pt>
                <c:pt idx="76">
                  <c:v>43573</c:v>
                </c:pt>
                <c:pt idx="77">
                  <c:v>43578</c:v>
                </c:pt>
                <c:pt idx="78">
                  <c:v>43579</c:v>
                </c:pt>
                <c:pt idx="79">
                  <c:v>43580</c:v>
                </c:pt>
                <c:pt idx="80">
                  <c:v>43581</c:v>
                </c:pt>
                <c:pt idx="81">
                  <c:v>43584</c:v>
                </c:pt>
                <c:pt idx="82">
                  <c:v>43585</c:v>
                </c:pt>
                <c:pt idx="83">
                  <c:v>43587</c:v>
                </c:pt>
                <c:pt idx="84">
                  <c:v>43588</c:v>
                </c:pt>
                <c:pt idx="85">
                  <c:v>43591</c:v>
                </c:pt>
                <c:pt idx="86">
                  <c:v>43592</c:v>
                </c:pt>
                <c:pt idx="87">
                  <c:v>43593</c:v>
                </c:pt>
                <c:pt idx="88">
                  <c:v>43594</c:v>
                </c:pt>
                <c:pt idx="89">
                  <c:v>43595</c:v>
                </c:pt>
                <c:pt idx="90">
                  <c:v>43598</c:v>
                </c:pt>
                <c:pt idx="91">
                  <c:v>43599</c:v>
                </c:pt>
                <c:pt idx="92">
                  <c:v>43600</c:v>
                </c:pt>
                <c:pt idx="93">
                  <c:v>43601</c:v>
                </c:pt>
                <c:pt idx="94">
                  <c:v>43602</c:v>
                </c:pt>
                <c:pt idx="95">
                  <c:v>43605</c:v>
                </c:pt>
                <c:pt idx="96">
                  <c:v>43606</c:v>
                </c:pt>
                <c:pt idx="97">
                  <c:v>43607</c:v>
                </c:pt>
                <c:pt idx="98">
                  <c:v>43608</c:v>
                </c:pt>
                <c:pt idx="99">
                  <c:v>43609</c:v>
                </c:pt>
                <c:pt idx="100">
                  <c:v>43612</c:v>
                </c:pt>
                <c:pt idx="101">
                  <c:v>43613</c:v>
                </c:pt>
                <c:pt idx="102">
                  <c:v>43614</c:v>
                </c:pt>
                <c:pt idx="103">
                  <c:v>43615</c:v>
                </c:pt>
                <c:pt idx="104">
                  <c:v>43616</c:v>
                </c:pt>
                <c:pt idx="105">
                  <c:v>43619</c:v>
                </c:pt>
                <c:pt idx="106">
                  <c:v>43620</c:v>
                </c:pt>
                <c:pt idx="107">
                  <c:v>43621</c:v>
                </c:pt>
                <c:pt idx="108">
                  <c:v>43622</c:v>
                </c:pt>
                <c:pt idx="109">
                  <c:v>43623</c:v>
                </c:pt>
                <c:pt idx="110">
                  <c:v>43627</c:v>
                </c:pt>
                <c:pt idx="111">
                  <c:v>43628</c:v>
                </c:pt>
                <c:pt idx="112">
                  <c:v>43629</c:v>
                </c:pt>
                <c:pt idx="113">
                  <c:v>43630</c:v>
                </c:pt>
                <c:pt idx="114">
                  <c:v>43633</c:v>
                </c:pt>
                <c:pt idx="115">
                  <c:v>43634</c:v>
                </c:pt>
                <c:pt idx="116">
                  <c:v>43635</c:v>
                </c:pt>
                <c:pt idx="117">
                  <c:v>43636</c:v>
                </c:pt>
                <c:pt idx="118">
                  <c:v>43637</c:v>
                </c:pt>
                <c:pt idx="119">
                  <c:v>43640</c:v>
                </c:pt>
                <c:pt idx="120">
                  <c:v>43641</c:v>
                </c:pt>
                <c:pt idx="121">
                  <c:v>43642</c:v>
                </c:pt>
                <c:pt idx="122">
                  <c:v>43643</c:v>
                </c:pt>
                <c:pt idx="123">
                  <c:v>43644</c:v>
                </c:pt>
                <c:pt idx="124">
                  <c:v>43647</c:v>
                </c:pt>
                <c:pt idx="125">
                  <c:v>43648</c:v>
                </c:pt>
                <c:pt idx="126">
                  <c:v>43649</c:v>
                </c:pt>
                <c:pt idx="127">
                  <c:v>43650</c:v>
                </c:pt>
                <c:pt idx="128">
                  <c:v>43651</c:v>
                </c:pt>
                <c:pt idx="129">
                  <c:v>43654</c:v>
                </c:pt>
                <c:pt idx="130">
                  <c:v>43655</c:v>
                </c:pt>
                <c:pt idx="131">
                  <c:v>43656</c:v>
                </c:pt>
                <c:pt idx="132">
                  <c:v>43657</c:v>
                </c:pt>
                <c:pt idx="133">
                  <c:v>43658</c:v>
                </c:pt>
                <c:pt idx="134">
                  <c:v>43661</c:v>
                </c:pt>
                <c:pt idx="135">
                  <c:v>43662</c:v>
                </c:pt>
                <c:pt idx="136">
                  <c:v>43663</c:v>
                </c:pt>
                <c:pt idx="137">
                  <c:v>43664</c:v>
                </c:pt>
                <c:pt idx="138">
                  <c:v>43665</c:v>
                </c:pt>
                <c:pt idx="139">
                  <c:v>43668</c:v>
                </c:pt>
                <c:pt idx="140">
                  <c:v>43669</c:v>
                </c:pt>
                <c:pt idx="141">
                  <c:v>43670</c:v>
                </c:pt>
                <c:pt idx="142">
                  <c:v>43671</c:v>
                </c:pt>
                <c:pt idx="143">
                  <c:v>43672</c:v>
                </c:pt>
                <c:pt idx="144">
                  <c:v>43675</c:v>
                </c:pt>
                <c:pt idx="145">
                  <c:v>43676</c:v>
                </c:pt>
                <c:pt idx="146">
                  <c:v>43677</c:v>
                </c:pt>
                <c:pt idx="147">
                  <c:v>43678</c:v>
                </c:pt>
                <c:pt idx="148">
                  <c:v>43679</c:v>
                </c:pt>
                <c:pt idx="149">
                  <c:v>43682</c:v>
                </c:pt>
                <c:pt idx="150">
                  <c:v>43683</c:v>
                </c:pt>
                <c:pt idx="151">
                  <c:v>43684</c:v>
                </c:pt>
                <c:pt idx="152">
                  <c:v>43685</c:v>
                </c:pt>
                <c:pt idx="153">
                  <c:v>43686</c:v>
                </c:pt>
                <c:pt idx="154">
                  <c:v>43689</c:v>
                </c:pt>
                <c:pt idx="155">
                  <c:v>43690</c:v>
                </c:pt>
                <c:pt idx="156">
                  <c:v>43691</c:v>
                </c:pt>
                <c:pt idx="157">
                  <c:v>43693</c:v>
                </c:pt>
                <c:pt idx="158">
                  <c:v>43696</c:v>
                </c:pt>
                <c:pt idx="159">
                  <c:v>43697</c:v>
                </c:pt>
                <c:pt idx="160">
                  <c:v>43698</c:v>
                </c:pt>
                <c:pt idx="161">
                  <c:v>43699</c:v>
                </c:pt>
                <c:pt idx="162">
                  <c:v>43700</c:v>
                </c:pt>
                <c:pt idx="163">
                  <c:v>43703</c:v>
                </c:pt>
                <c:pt idx="164">
                  <c:v>43704</c:v>
                </c:pt>
                <c:pt idx="165">
                  <c:v>43705</c:v>
                </c:pt>
                <c:pt idx="166">
                  <c:v>43706</c:v>
                </c:pt>
                <c:pt idx="167">
                  <c:v>43707</c:v>
                </c:pt>
                <c:pt idx="168">
                  <c:v>43710</c:v>
                </c:pt>
                <c:pt idx="169">
                  <c:v>43711</c:v>
                </c:pt>
                <c:pt idx="170">
                  <c:v>43712</c:v>
                </c:pt>
                <c:pt idx="171">
                  <c:v>43713</c:v>
                </c:pt>
                <c:pt idx="172">
                  <c:v>43714</c:v>
                </c:pt>
                <c:pt idx="173">
                  <c:v>43717</c:v>
                </c:pt>
                <c:pt idx="174">
                  <c:v>43718</c:v>
                </c:pt>
                <c:pt idx="175">
                  <c:v>43719</c:v>
                </c:pt>
                <c:pt idx="176">
                  <c:v>43720</c:v>
                </c:pt>
                <c:pt idx="177">
                  <c:v>43721</c:v>
                </c:pt>
                <c:pt idx="178">
                  <c:v>43724</c:v>
                </c:pt>
                <c:pt idx="179">
                  <c:v>43725</c:v>
                </c:pt>
                <c:pt idx="180">
                  <c:v>43726</c:v>
                </c:pt>
                <c:pt idx="181">
                  <c:v>43727</c:v>
                </c:pt>
                <c:pt idx="182">
                  <c:v>43728</c:v>
                </c:pt>
                <c:pt idx="183">
                  <c:v>43731</c:v>
                </c:pt>
                <c:pt idx="184">
                  <c:v>43732</c:v>
                </c:pt>
                <c:pt idx="185">
                  <c:v>43733</c:v>
                </c:pt>
                <c:pt idx="186">
                  <c:v>43734</c:v>
                </c:pt>
                <c:pt idx="187">
                  <c:v>43735</c:v>
                </c:pt>
                <c:pt idx="188">
                  <c:v>43738</c:v>
                </c:pt>
                <c:pt idx="189">
                  <c:v>43739</c:v>
                </c:pt>
                <c:pt idx="190">
                  <c:v>43740</c:v>
                </c:pt>
                <c:pt idx="191">
                  <c:v>43742</c:v>
                </c:pt>
                <c:pt idx="192">
                  <c:v>43745</c:v>
                </c:pt>
                <c:pt idx="193">
                  <c:v>43746</c:v>
                </c:pt>
                <c:pt idx="194">
                  <c:v>43747</c:v>
                </c:pt>
                <c:pt idx="195">
                  <c:v>43748</c:v>
                </c:pt>
                <c:pt idx="196">
                  <c:v>43749</c:v>
                </c:pt>
                <c:pt idx="197">
                  <c:v>43752</c:v>
                </c:pt>
                <c:pt idx="198">
                  <c:v>43753</c:v>
                </c:pt>
                <c:pt idx="199">
                  <c:v>43754</c:v>
                </c:pt>
                <c:pt idx="200">
                  <c:v>43755</c:v>
                </c:pt>
                <c:pt idx="201">
                  <c:v>43756</c:v>
                </c:pt>
                <c:pt idx="202">
                  <c:v>43759</c:v>
                </c:pt>
                <c:pt idx="203">
                  <c:v>43760</c:v>
                </c:pt>
                <c:pt idx="204">
                  <c:v>43761</c:v>
                </c:pt>
                <c:pt idx="205">
                  <c:v>43762</c:v>
                </c:pt>
                <c:pt idx="206">
                  <c:v>43763</c:v>
                </c:pt>
                <c:pt idx="207">
                  <c:v>43766</c:v>
                </c:pt>
                <c:pt idx="208">
                  <c:v>43767</c:v>
                </c:pt>
                <c:pt idx="209">
                  <c:v>43768</c:v>
                </c:pt>
                <c:pt idx="210">
                  <c:v>43769</c:v>
                </c:pt>
                <c:pt idx="211">
                  <c:v>43770</c:v>
                </c:pt>
                <c:pt idx="212">
                  <c:v>43773</c:v>
                </c:pt>
                <c:pt idx="213">
                  <c:v>43774</c:v>
                </c:pt>
                <c:pt idx="214">
                  <c:v>43775</c:v>
                </c:pt>
                <c:pt idx="215">
                  <c:v>43776</c:v>
                </c:pt>
                <c:pt idx="216">
                  <c:v>43777</c:v>
                </c:pt>
                <c:pt idx="217">
                  <c:v>43780</c:v>
                </c:pt>
                <c:pt idx="218">
                  <c:v>43781</c:v>
                </c:pt>
                <c:pt idx="219">
                  <c:v>43782</c:v>
                </c:pt>
                <c:pt idx="220">
                  <c:v>43783</c:v>
                </c:pt>
                <c:pt idx="221">
                  <c:v>43784</c:v>
                </c:pt>
                <c:pt idx="222">
                  <c:v>43787</c:v>
                </c:pt>
                <c:pt idx="223">
                  <c:v>43788</c:v>
                </c:pt>
                <c:pt idx="224">
                  <c:v>43789</c:v>
                </c:pt>
                <c:pt idx="225">
                  <c:v>43790</c:v>
                </c:pt>
                <c:pt idx="226">
                  <c:v>43791</c:v>
                </c:pt>
                <c:pt idx="227">
                  <c:v>43794</c:v>
                </c:pt>
                <c:pt idx="228">
                  <c:v>43795</c:v>
                </c:pt>
                <c:pt idx="229">
                  <c:v>43796</c:v>
                </c:pt>
                <c:pt idx="230">
                  <c:v>43797</c:v>
                </c:pt>
                <c:pt idx="231">
                  <c:v>43798</c:v>
                </c:pt>
                <c:pt idx="232">
                  <c:v>43801</c:v>
                </c:pt>
                <c:pt idx="233">
                  <c:v>43802</c:v>
                </c:pt>
                <c:pt idx="234">
                  <c:v>43803</c:v>
                </c:pt>
                <c:pt idx="235">
                  <c:v>43804</c:v>
                </c:pt>
                <c:pt idx="236">
                  <c:v>43805</c:v>
                </c:pt>
                <c:pt idx="237">
                  <c:v>43808</c:v>
                </c:pt>
                <c:pt idx="238">
                  <c:v>43809</c:v>
                </c:pt>
                <c:pt idx="239">
                  <c:v>43810</c:v>
                </c:pt>
                <c:pt idx="240">
                  <c:v>43811</c:v>
                </c:pt>
                <c:pt idx="241">
                  <c:v>43812</c:v>
                </c:pt>
                <c:pt idx="242">
                  <c:v>43815</c:v>
                </c:pt>
                <c:pt idx="243">
                  <c:v>43816</c:v>
                </c:pt>
                <c:pt idx="244">
                  <c:v>43817</c:v>
                </c:pt>
                <c:pt idx="245">
                  <c:v>43818</c:v>
                </c:pt>
                <c:pt idx="246">
                  <c:v>43819</c:v>
                </c:pt>
                <c:pt idx="247">
                  <c:v>43822</c:v>
                </c:pt>
                <c:pt idx="248">
                  <c:v>43826</c:v>
                </c:pt>
                <c:pt idx="249">
                  <c:v>43829</c:v>
                </c:pt>
                <c:pt idx="250">
                  <c:v>43832</c:v>
                </c:pt>
                <c:pt idx="251">
                  <c:v>43833</c:v>
                </c:pt>
                <c:pt idx="252">
                  <c:v>43836</c:v>
                </c:pt>
                <c:pt idx="253">
                  <c:v>43837</c:v>
                </c:pt>
                <c:pt idx="254">
                  <c:v>43838</c:v>
                </c:pt>
                <c:pt idx="255">
                  <c:v>43839</c:v>
                </c:pt>
                <c:pt idx="256">
                  <c:v>43840</c:v>
                </c:pt>
                <c:pt idx="257">
                  <c:v>43843</c:v>
                </c:pt>
                <c:pt idx="258">
                  <c:v>43844</c:v>
                </c:pt>
                <c:pt idx="259">
                  <c:v>43845</c:v>
                </c:pt>
                <c:pt idx="260">
                  <c:v>43846</c:v>
                </c:pt>
                <c:pt idx="261">
                  <c:v>43847</c:v>
                </c:pt>
                <c:pt idx="262">
                  <c:v>43850</c:v>
                </c:pt>
                <c:pt idx="263">
                  <c:v>43851</c:v>
                </c:pt>
                <c:pt idx="264">
                  <c:v>43852</c:v>
                </c:pt>
                <c:pt idx="265">
                  <c:v>43853</c:v>
                </c:pt>
                <c:pt idx="266">
                  <c:v>43854</c:v>
                </c:pt>
                <c:pt idx="267">
                  <c:v>43857</c:v>
                </c:pt>
                <c:pt idx="268">
                  <c:v>43858</c:v>
                </c:pt>
                <c:pt idx="269">
                  <c:v>43859</c:v>
                </c:pt>
                <c:pt idx="270">
                  <c:v>43860</c:v>
                </c:pt>
                <c:pt idx="271">
                  <c:v>43861</c:v>
                </c:pt>
                <c:pt idx="272">
                  <c:v>43864</c:v>
                </c:pt>
                <c:pt idx="273">
                  <c:v>43865</c:v>
                </c:pt>
                <c:pt idx="274">
                  <c:v>43866</c:v>
                </c:pt>
                <c:pt idx="275">
                  <c:v>43867</c:v>
                </c:pt>
                <c:pt idx="276">
                  <c:v>43868</c:v>
                </c:pt>
                <c:pt idx="277">
                  <c:v>43871</c:v>
                </c:pt>
                <c:pt idx="278">
                  <c:v>43872</c:v>
                </c:pt>
                <c:pt idx="279">
                  <c:v>43873</c:v>
                </c:pt>
                <c:pt idx="280">
                  <c:v>43874</c:v>
                </c:pt>
                <c:pt idx="281">
                  <c:v>43875</c:v>
                </c:pt>
                <c:pt idx="282">
                  <c:v>43878</c:v>
                </c:pt>
                <c:pt idx="283">
                  <c:v>43879</c:v>
                </c:pt>
                <c:pt idx="284">
                  <c:v>43880</c:v>
                </c:pt>
                <c:pt idx="285">
                  <c:v>43881</c:v>
                </c:pt>
                <c:pt idx="286">
                  <c:v>43882</c:v>
                </c:pt>
                <c:pt idx="287">
                  <c:v>43885</c:v>
                </c:pt>
                <c:pt idx="288">
                  <c:v>43886</c:v>
                </c:pt>
                <c:pt idx="289">
                  <c:v>43887</c:v>
                </c:pt>
                <c:pt idx="290">
                  <c:v>43888</c:v>
                </c:pt>
                <c:pt idx="291">
                  <c:v>43889</c:v>
                </c:pt>
                <c:pt idx="292">
                  <c:v>43892</c:v>
                </c:pt>
                <c:pt idx="293">
                  <c:v>43893</c:v>
                </c:pt>
                <c:pt idx="294">
                  <c:v>43894</c:v>
                </c:pt>
                <c:pt idx="295">
                  <c:v>43895</c:v>
                </c:pt>
                <c:pt idx="296">
                  <c:v>43896</c:v>
                </c:pt>
                <c:pt idx="297">
                  <c:v>43899</c:v>
                </c:pt>
                <c:pt idx="298">
                  <c:v>43900</c:v>
                </c:pt>
                <c:pt idx="299">
                  <c:v>43901</c:v>
                </c:pt>
                <c:pt idx="300">
                  <c:v>43902</c:v>
                </c:pt>
                <c:pt idx="301">
                  <c:v>43903</c:v>
                </c:pt>
                <c:pt idx="302">
                  <c:v>43906</c:v>
                </c:pt>
                <c:pt idx="303">
                  <c:v>43907</c:v>
                </c:pt>
                <c:pt idx="304">
                  <c:v>43908</c:v>
                </c:pt>
                <c:pt idx="305">
                  <c:v>43909</c:v>
                </c:pt>
                <c:pt idx="306">
                  <c:v>43910</c:v>
                </c:pt>
                <c:pt idx="307">
                  <c:v>43913</c:v>
                </c:pt>
                <c:pt idx="308">
                  <c:v>43914</c:v>
                </c:pt>
                <c:pt idx="309">
                  <c:v>43915</c:v>
                </c:pt>
                <c:pt idx="310">
                  <c:v>43916</c:v>
                </c:pt>
                <c:pt idx="311">
                  <c:v>43917</c:v>
                </c:pt>
                <c:pt idx="312">
                  <c:v>43920</c:v>
                </c:pt>
                <c:pt idx="313">
                  <c:v>43921</c:v>
                </c:pt>
                <c:pt idx="314">
                  <c:v>43922</c:v>
                </c:pt>
                <c:pt idx="315">
                  <c:v>43923</c:v>
                </c:pt>
                <c:pt idx="316">
                  <c:v>43924</c:v>
                </c:pt>
                <c:pt idx="317">
                  <c:v>43927</c:v>
                </c:pt>
                <c:pt idx="318">
                  <c:v>43928</c:v>
                </c:pt>
                <c:pt idx="319">
                  <c:v>43929</c:v>
                </c:pt>
                <c:pt idx="320">
                  <c:v>43930</c:v>
                </c:pt>
                <c:pt idx="321">
                  <c:v>43935</c:v>
                </c:pt>
                <c:pt idx="322">
                  <c:v>43936</c:v>
                </c:pt>
                <c:pt idx="323">
                  <c:v>43937</c:v>
                </c:pt>
                <c:pt idx="324">
                  <c:v>43938</c:v>
                </c:pt>
                <c:pt idx="325">
                  <c:v>43941</c:v>
                </c:pt>
                <c:pt idx="326">
                  <c:v>43942</c:v>
                </c:pt>
                <c:pt idx="327">
                  <c:v>43943</c:v>
                </c:pt>
                <c:pt idx="328">
                  <c:v>43944</c:v>
                </c:pt>
                <c:pt idx="329">
                  <c:v>43945</c:v>
                </c:pt>
                <c:pt idx="330">
                  <c:v>43948</c:v>
                </c:pt>
                <c:pt idx="331">
                  <c:v>43949</c:v>
                </c:pt>
                <c:pt idx="332">
                  <c:v>43950</c:v>
                </c:pt>
                <c:pt idx="333">
                  <c:v>43951</c:v>
                </c:pt>
                <c:pt idx="334">
                  <c:v>43955</c:v>
                </c:pt>
                <c:pt idx="335">
                  <c:v>43956</c:v>
                </c:pt>
                <c:pt idx="336">
                  <c:v>43957</c:v>
                </c:pt>
                <c:pt idx="337">
                  <c:v>43958</c:v>
                </c:pt>
                <c:pt idx="338">
                  <c:v>43959</c:v>
                </c:pt>
                <c:pt idx="339">
                  <c:v>43962</c:v>
                </c:pt>
                <c:pt idx="340">
                  <c:v>43963</c:v>
                </c:pt>
                <c:pt idx="341">
                  <c:v>43964</c:v>
                </c:pt>
                <c:pt idx="342">
                  <c:v>43965</c:v>
                </c:pt>
                <c:pt idx="343">
                  <c:v>43966</c:v>
                </c:pt>
                <c:pt idx="344">
                  <c:v>43969</c:v>
                </c:pt>
                <c:pt idx="345">
                  <c:v>43970</c:v>
                </c:pt>
                <c:pt idx="346">
                  <c:v>43971</c:v>
                </c:pt>
                <c:pt idx="347">
                  <c:v>43972</c:v>
                </c:pt>
                <c:pt idx="348">
                  <c:v>43973</c:v>
                </c:pt>
                <c:pt idx="349">
                  <c:v>43976</c:v>
                </c:pt>
                <c:pt idx="350">
                  <c:v>43977</c:v>
                </c:pt>
                <c:pt idx="351">
                  <c:v>43978</c:v>
                </c:pt>
                <c:pt idx="352">
                  <c:v>43979</c:v>
                </c:pt>
                <c:pt idx="353">
                  <c:v>43980</c:v>
                </c:pt>
                <c:pt idx="354">
                  <c:v>43984</c:v>
                </c:pt>
                <c:pt idx="355">
                  <c:v>43985</c:v>
                </c:pt>
                <c:pt idx="356">
                  <c:v>43986</c:v>
                </c:pt>
                <c:pt idx="357">
                  <c:v>43987</c:v>
                </c:pt>
                <c:pt idx="358">
                  <c:v>43990</c:v>
                </c:pt>
                <c:pt idx="359">
                  <c:v>43991</c:v>
                </c:pt>
                <c:pt idx="360">
                  <c:v>43992</c:v>
                </c:pt>
                <c:pt idx="361">
                  <c:v>43993</c:v>
                </c:pt>
                <c:pt idx="362">
                  <c:v>43994</c:v>
                </c:pt>
                <c:pt idx="363">
                  <c:v>43997</c:v>
                </c:pt>
                <c:pt idx="364">
                  <c:v>43998</c:v>
                </c:pt>
                <c:pt idx="365">
                  <c:v>43999</c:v>
                </c:pt>
                <c:pt idx="366">
                  <c:v>44000</c:v>
                </c:pt>
                <c:pt idx="367">
                  <c:v>44001</c:v>
                </c:pt>
                <c:pt idx="368">
                  <c:v>44004</c:v>
                </c:pt>
                <c:pt idx="369">
                  <c:v>44005</c:v>
                </c:pt>
                <c:pt idx="370">
                  <c:v>44006</c:v>
                </c:pt>
                <c:pt idx="371">
                  <c:v>44007</c:v>
                </c:pt>
                <c:pt idx="372">
                  <c:v>44008</c:v>
                </c:pt>
                <c:pt idx="373">
                  <c:v>44011</c:v>
                </c:pt>
                <c:pt idx="374">
                  <c:v>44012</c:v>
                </c:pt>
                <c:pt idx="375">
                  <c:v>44013</c:v>
                </c:pt>
                <c:pt idx="376">
                  <c:v>44014</c:v>
                </c:pt>
                <c:pt idx="377">
                  <c:v>44015</c:v>
                </c:pt>
                <c:pt idx="378">
                  <c:v>44018</c:v>
                </c:pt>
                <c:pt idx="379">
                  <c:v>44019</c:v>
                </c:pt>
                <c:pt idx="380">
                  <c:v>44020</c:v>
                </c:pt>
                <c:pt idx="381">
                  <c:v>44021</c:v>
                </c:pt>
                <c:pt idx="382">
                  <c:v>44022</c:v>
                </c:pt>
                <c:pt idx="383">
                  <c:v>44025</c:v>
                </c:pt>
                <c:pt idx="384">
                  <c:v>44026</c:v>
                </c:pt>
                <c:pt idx="385">
                  <c:v>44027</c:v>
                </c:pt>
                <c:pt idx="386">
                  <c:v>44028</c:v>
                </c:pt>
                <c:pt idx="387">
                  <c:v>44029</c:v>
                </c:pt>
                <c:pt idx="388">
                  <c:v>44032</c:v>
                </c:pt>
                <c:pt idx="389">
                  <c:v>44033</c:v>
                </c:pt>
                <c:pt idx="390">
                  <c:v>44034</c:v>
                </c:pt>
                <c:pt idx="391">
                  <c:v>44035</c:v>
                </c:pt>
                <c:pt idx="392">
                  <c:v>44036</c:v>
                </c:pt>
                <c:pt idx="393">
                  <c:v>44039</c:v>
                </c:pt>
                <c:pt idx="394">
                  <c:v>44040</c:v>
                </c:pt>
                <c:pt idx="395">
                  <c:v>44041</c:v>
                </c:pt>
                <c:pt idx="396">
                  <c:v>44042</c:v>
                </c:pt>
                <c:pt idx="397">
                  <c:v>44043</c:v>
                </c:pt>
                <c:pt idx="398">
                  <c:v>44046</c:v>
                </c:pt>
                <c:pt idx="399">
                  <c:v>44047</c:v>
                </c:pt>
                <c:pt idx="400">
                  <c:v>44048</c:v>
                </c:pt>
                <c:pt idx="401">
                  <c:v>44049</c:v>
                </c:pt>
                <c:pt idx="402">
                  <c:v>44050</c:v>
                </c:pt>
                <c:pt idx="403">
                  <c:v>44053</c:v>
                </c:pt>
                <c:pt idx="404">
                  <c:v>44054</c:v>
                </c:pt>
                <c:pt idx="405">
                  <c:v>44055</c:v>
                </c:pt>
                <c:pt idx="406">
                  <c:v>44056</c:v>
                </c:pt>
                <c:pt idx="407">
                  <c:v>44057</c:v>
                </c:pt>
                <c:pt idx="408">
                  <c:v>44060</c:v>
                </c:pt>
                <c:pt idx="409">
                  <c:v>44061</c:v>
                </c:pt>
                <c:pt idx="410">
                  <c:v>44062</c:v>
                </c:pt>
                <c:pt idx="411">
                  <c:v>44063</c:v>
                </c:pt>
                <c:pt idx="412">
                  <c:v>44064</c:v>
                </c:pt>
                <c:pt idx="413">
                  <c:v>44067</c:v>
                </c:pt>
                <c:pt idx="414">
                  <c:v>44068</c:v>
                </c:pt>
                <c:pt idx="415">
                  <c:v>44069</c:v>
                </c:pt>
                <c:pt idx="416">
                  <c:v>44070</c:v>
                </c:pt>
                <c:pt idx="417">
                  <c:v>44071</c:v>
                </c:pt>
                <c:pt idx="418">
                  <c:v>44074</c:v>
                </c:pt>
                <c:pt idx="419">
                  <c:v>44075</c:v>
                </c:pt>
                <c:pt idx="420">
                  <c:v>44076</c:v>
                </c:pt>
                <c:pt idx="421">
                  <c:v>44077</c:v>
                </c:pt>
                <c:pt idx="422">
                  <c:v>44078</c:v>
                </c:pt>
                <c:pt idx="423">
                  <c:v>44081</c:v>
                </c:pt>
                <c:pt idx="424">
                  <c:v>44082</c:v>
                </c:pt>
                <c:pt idx="425">
                  <c:v>44083</c:v>
                </c:pt>
                <c:pt idx="426">
                  <c:v>44084</c:v>
                </c:pt>
                <c:pt idx="427">
                  <c:v>44085</c:v>
                </c:pt>
                <c:pt idx="428">
                  <c:v>44088</c:v>
                </c:pt>
                <c:pt idx="429">
                  <c:v>44089</c:v>
                </c:pt>
                <c:pt idx="430">
                  <c:v>44090</c:v>
                </c:pt>
                <c:pt idx="431">
                  <c:v>44091</c:v>
                </c:pt>
                <c:pt idx="432">
                  <c:v>44092</c:v>
                </c:pt>
                <c:pt idx="433">
                  <c:v>44095</c:v>
                </c:pt>
                <c:pt idx="434">
                  <c:v>44096</c:v>
                </c:pt>
                <c:pt idx="435">
                  <c:v>44097</c:v>
                </c:pt>
                <c:pt idx="436">
                  <c:v>44098</c:v>
                </c:pt>
                <c:pt idx="437">
                  <c:v>44099</c:v>
                </c:pt>
                <c:pt idx="438">
                  <c:v>44102</c:v>
                </c:pt>
                <c:pt idx="439">
                  <c:v>44103</c:v>
                </c:pt>
                <c:pt idx="440">
                  <c:v>44104</c:v>
                </c:pt>
                <c:pt idx="441">
                  <c:v>44105</c:v>
                </c:pt>
                <c:pt idx="442">
                  <c:v>44106</c:v>
                </c:pt>
                <c:pt idx="443">
                  <c:v>44109</c:v>
                </c:pt>
                <c:pt idx="444">
                  <c:v>44110</c:v>
                </c:pt>
                <c:pt idx="445">
                  <c:v>44111</c:v>
                </c:pt>
                <c:pt idx="446">
                  <c:v>44112</c:v>
                </c:pt>
                <c:pt idx="447">
                  <c:v>44113</c:v>
                </c:pt>
                <c:pt idx="448">
                  <c:v>44116</c:v>
                </c:pt>
                <c:pt idx="449">
                  <c:v>44117</c:v>
                </c:pt>
                <c:pt idx="450">
                  <c:v>44118</c:v>
                </c:pt>
                <c:pt idx="451">
                  <c:v>44119</c:v>
                </c:pt>
                <c:pt idx="452">
                  <c:v>44120</c:v>
                </c:pt>
                <c:pt idx="453">
                  <c:v>44123</c:v>
                </c:pt>
                <c:pt idx="454">
                  <c:v>44124</c:v>
                </c:pt>
                <c:pt idx="455">
                  <c:v>44125</c:v>
                </c:pt>
                <c:pt idx="456">
                  <c:v>44126</c:v>
                </c:pt>
                <c:pt idx="457">
                  <c:v>44127</c:v>
                </c:pt>
                <c:pt idx="458">
                  <c:v>44130</c:v>
                </c:pt>
                <c:pt idx="459">
                  <c:v>44131</c:v>
                </c:pt>
                <c:pt idx="460">
                  <c:v>44132</c:v>
                </c:pt>
                <c:pt idx="461">
                  <c:v>44133</c:v>
                </c:pt>
                <c:pt idx="462">
                  <c:v>44134</c:v>
                </c:pt>
                <c:pt idx="463">
                  <c:v>44137</c:v>
                </c:pt>
                <c:pt idx="464">
                  <c:v>44138</c:v>
                </c:pt>
                <c:pt idx="465">
                  <c:v>44139</c:v>
                </c:pt>
                <c:pt idx="466">
                  <c:v>44140</c:v>
                </c:pt>
                <c:pt idx="467">
                  <c:v>44141</c:v>
                </c:pt>
                <c:pt idx="468">
                  <c:v>44144</c:v>
                </c:pt>
                <c:pt idx="469">
                  <c:v>44145</c:v>
                </c:pt>
                <c:pt idx="470">
                  <c:v>44146</c:v>
                </c:pt>
                <c:pt idx="471">
                  <c:v>44147</c:v>
                </c:pt>
                <c:pt idx="472">
                  <c:v>44148</c:v>
                </c:pt>
                <c:pt idx="473">
                  <c:v>44151</c:v>
                </c:pt>
                <c:pt idx="474">
                  <c:v>44152</c:v>
                </c:pt>
                <c:pt idx="475">
                  <c:v>44153</c:v>
                </c:pt>
                <c:pt idx="476">
                  <c:v>44154</c:v>
                </c:pt>
                <c:pt idx="477">
                  <c:v>44155</c:v>
                </c:pt>
                <c:pt idx="478">
                  <c:v>44158</c:v>
                </c:pt>
                <c:pt idx="479">
                  <c:v>44159</c:v>
                </c:pt>
                <c:pt idx="480">
                  <c:v>44160</c:v>
                </c:pt>
                <c:pt idx="481">
                  <c:v>44161</c:v>
                </c:pt>
                <c:pt idx="482">
                  <c:v>44162</c:v>
                </c:pt>
                <c:pt idx="483">
                  <c:v>44165</c:v>
                </c:pt>
                <c:pt idx="484">
                  <c:v>44166</c:v>
                </c:pt>
                <c:pt idx="485">
                  <c:v>44167</c:v>
                </c:pt>
                <c:pt idx="486">
                  <c:v>44168</c:v>
                </c:pt>
                <c:pt idx="487">
                  <c:v>44169</c:v>
                </c:pt>
                <c:pt idx="488">
                  <c:v>44172</c:v>
                </c:pt>
                <c:pt idx="489">
                  <c:v>44173</c:v>
                </c:pt>
                <c:pt idx="490">
                  <c:v>44174</c:v>
                </c:pt>
                <c:pt idx="491">
                  <c:v>44175</c:v>
                </c:pt>
                <c:pt idx="492">
                  <c:v>44176</c:v>
                </c:pt>
                <c:pt idx="493">
                  <c:v>44179</c:v>
                </c:pt>
                <c:pt idx="494">
                  <c:v>44180</c:v>
                </c:pt>
                <c:pt idx="495">
                  <c:v>44181</c:v>
                </c:pt>
                <c:pt idx="496">
                  <c:v>44182</c:v>
                </c:pt>
                <c:pt idx="497">
                  <c:v>44183</c:v>
                </c:pt>
                <c:pt idx="498">
                  <c:v>44186</c:v>
                </c:pt>
                <c:pt idx="499">
                  <c:v>44187</c:v>
                </c:pt>
                <c:pt idx="500">
                  <c:v>44188</c:v>
                </c:pt>
                <c:pt idx="501">
                  <c:v>44193</c:v>
                </c:pt>
                <c:pt idx="502">
                  <c:v>44194</c:v>
                </c:pt>
                <c:pt idx="503">
                  <c:v>44195</c:v>
                </c:pt>
                <c:pt idx="504">
                  <c:v>44200</c:v>
                </c:pt>
                <c:pt idx="505">
                  <c:v>44201</c:v>
                </c:pt>
                <c:pt idx="506">
                  <c:v>44202</c:v>
                </c:pt>
                <c:pt idx="507">
                  <c:v>44203</c:v>
                </c:pt>
                <c:pt idx="508">
                  <c:v>44204</c:v>
                </c:pt>
                <c:pt idx="509">
                  <c:v>44207</c:v>
                </c:pt>
                <c:pt idx="510">
                  <c:v>44208</c:v>
                </c:pt>
                <c:pt idx="511">
                  <c:v>44209</c:v>
                </c:pt>
                <c:pt idx="512">
                  <c:v>44210</c:v>
                </c:pt>
                <c:pt idx="513">
                  <c:v>44211</c:v>
                </c:pt>
                <c:pt idx="514">
                  <c:v>44214</c:v>
                </c:pt>
                <c:pt idx="515">
                  <c:v>44215</c:v>
                </c:pt>
                <c:pt idx="516">
                  <c:v>44216</c:v>
                </c:pt>
                <c:pt idx="517">
                  <c:v>44217</c:v>
                </c:pt>
                <c:pt idx="518">
                  <c:v>44218</c:v>
                </c:pt>
                <c:pt idx="519">
                  <c:v>44221</c:v>
                </c:pt>
                <c:pt idx="520">
                  <c:v>44222</c:v>
                </c:pt>
                <c:pt idx="521">
                  <c:v>44223</c:v>
                </c:pt>
                <c:pt idx="522">
                  <c:v>44224</c:v>
                </c:pt>
                <c:pt idx="523">
                  <c:v>44225</c:v>
                </c:pt>
                <c:pt idx="524">
                  <c:v>44228</c:v>
                </c:pt>
                <c:pt idx="525">
                  <c:v>44229</c:v>
                </c:pt>
                <c:pt idx="526">
                  <c:v>44230</c:v>
                </c:pt>
                <c:pt idx="527">
                  <c:v>44231</c:v>
                </c:pt>
                <c:pt idx="528">
                  <c:v>44232</c:v>
                </c:pt>
                <c:pt idx="529">
                  <c:v>44235</c:v>
                </c:pt>
                <c:pt idx="530">
                  <c:v>44236</c:v>
                </c:pt>
                <c:pt idx="531">
                  <c:v>44237</c:v>
                </c:pt>
                <c:pt idx="532">
                  <c:v>44238</c:v>
                </c:pt>
                <c:pt idx="533">
                  <c:v>44239</c:v>
                </c:pt>
                <c:pt idx="534">
                  <c:v>44242</c:v>
                </c:pt>
                <c:pt idx="535">
                  <c:v>44243</c:v>
                </c:pt>
                <c:pt idx="536">
                  <c:v>44244</c:v>
                </c:pt>
                <c:pt idx="537">
                  <c:v>44245</c:v>
                </c:pt>
                <c:pt idx="538">
                  <c:v>44246</c:v>
                </c:pt>
                <c:pt idx="539">
                  <c:v>44249</c:v>
                </c:pt>
                <c:pt idx="540">
                  <c:v>44250</c:v>
                </c:pt>
                <c:pt idx="541">
                  <c:v>44251</c:v>
                </c:pt>
                <c:pt idx="542">
                  <c:v>44252</c:v>
                </c:pt>
                <c:pt idx="543">
                  <c:v>44253</c:v>
                </c:pt>
                <c:pt idx="544">
                  <c:v>44256</c:v>
                </c:pt>
                <c:pt idx="545">
                  <c:v>44257</c:v>
                </c:pt>
                <c:pt idx="546">
                  <c:v>44258</c:v>
                </c:pt>
                <c:pt idx="547">
                  <c:v>44259</c:v>
                </c:pt>
                <c:pt idx="548">
                  <c:v>44260</c:v>
                </c:pt>
                <c:pt idx="549">
                  <c:v>44263</c:v>
                </c:pt>
                <c:pt idx="550">
                  <c:v>44264</c:v>
                </c:pt>
                <c:pt idx="551">
                  <c:v>44265</c:v>
                </c:pt>
                <c:pt idx="552">
                  <c:v>44266</c:v>
                </c:pt>
                <c:pt idx="553">
                  <c:v>44267</c:v>
                </c:pt>
                <c:pt idx="554">
                  <c:v>44270</c:v>
                </c:pt>
                <c:pt idx="555">
                  <c:v>44271</c:v>
                </c:pt>
                <c:pt idx="556">
                  <c:v>44272</c:v>
                </c:pt>
                <c:pt idx="557">
                  <c:v>44273</c:v>
                </c:pt>
                <c:pt idx="558">
                  <c:v>44274</c:v>
                </c:pt>
                <c:pt idx="559">
                  <c:v>44277</c:v>
                </c:pt>
                <c:pt idx="560">
                  <c:v>44278</c:v>
                </c:pt>
                <c:pt idx="561">
                  <c:v>44279</c:v>
                </c:pt>
                <c:pt idx="562">
                  <c:v>44280</c:v>
                </c:pt>
                <c:pt idx="563">
                  <c:v>44281</c:v>
                </c:pt>
                <c:pt idx="564">
                  <c:v>44284</c:v>
                </c:pt>
                <c:pt idx="565">
                  <c:v>44285</c:v>
                </c:pt>
                <c:pt idx="566">
                  <c:v>44286</c:v>
                </c:pt>
                <c:pt idx="567">
                  <c:v>44287</c:v>
                </c:pt>
                <c:pt idx="568">
                  <c:v>44292</c:v>
                </c:pt>
                <c:pt idx="569">
                  <c:v>44293</c:v>
                </c:pt>
                <c:pt idx="570">
                  <c:v>44294</c:v>
                </c:pt>
                <c:pt idx="571">
                  <c:v>44295</c:v>
                </c:pt>
                <c:pt idx="572">
                  <c:v>44298</c:v>
                </c:pt>
                <c:pt idx="573">
                  <c:v>44299</c:v>
                </c:pt>
                <c:pt idx="574">
                  <c:v>44300</c:v>
                </c:pt>
                <c:pt idx="575">
                  <c:v>44301</c:v>
                </c:pt>
                <c:pt idx="576">
                  <c:v>44302</c:v>
                </c:pt>
                <c:pt idx="577">
                  <c:v>44305</c:v>
                </c:pt>
                <c:pt idx="578">
                  <c:v>44306</c:v>
                </c:pt>
                <c:pt idx="579">
                  <c:v>44307</c:v>
                </c:pt>
                <c:pt idx="580">
                  <c:v>44308</c:v>
                </c:pt>
                <c:pt idx="581">
                  <c:v>44309</c:v>
                </c:pt>
                <c:pt idx="582">
                  <c:v>44312</c:v>
                </c:pt>
                <c:pt idx="583">
                  <c:v>44313</c:v>
                </c:pt>
                <c:pt idx="584">
                  <c:v>44314</c:v>
                </c:pt>
                <c:pt idx="585">
                  <c:v>44315</c:v>
                </c:pt>
                <c:pt idx="586">
                  <c:v>44316</c:v>
                </c:pt>
                <c:pt idx="587">
                  <c:v>44319</c:v>
                </c:pt>
                <c:pt idx="588">
                  <c:v>44320</c:v>
                </c:pt>
                <c:pt idx="589">
                  <c:v>44321</c:v>
                </c:pt>
                <c:pt idx="590">
                  <c:v>44322</c:v>
                </c:pt>
                <c:pt idx="591">
                  <c:v>44323</c:v>
                </c:pt>
                <c:pt idx="592">
                  <c:v>44326</c:v>
                </c:pt>
                <c:pt idx="593">
                  <c:v>44327</c:v>
                </c:pt>
                <c:pt idx="594">
                  <c:v>44328</c:v>
                </c:pt>
                <c:pt idx="595">
                  <c:v>44329</c:v>
                </c:pt>
                <c:pt idx="596">
                  <c:v>44330</c:v>
                </c:pt>
                <c:pt idx="597">
                  <c:v>44333</c:v>
                </c:pt>
                <c:pt idx="598">
                  <c:v>44334</c:v>
                </c:pt>
                <c:pt idx="599">
                  <c:v>44335</c:v>
                </c:pt>
                <c:pt idx="600">
                  <c:v>44336</c:v>
                </c:pt>
                <c:pt idx="601">
                  <c:v>44337</c:v>
                </c:pt>
                <c:pt idx="602">
                  <c:v>44341</c:v>
                </c:pt>
                <c:pt idx="603">
                  <c:v>44342</c:v>
                </c:pt>
                <c:pt idx="604">
                  <c:v>44343</c:v>
                </c:pt>
                <c:pt idx="605">
                  <c:v>44344</c:v>
                </c:pt>
                <c:pt idx="606">
                  <c:v>44347</c:v>
                </c:pt>
                <c:pt idx="607">
                  <c:v>44348</c:v>
                </c:pt>
                <c:pt idx="608">
                  <c:v>44349</c:v>
                </c:pt>
                <c:pt idx="609">
                  <c:v>44350</c:v>
                </c:pt>
                <c:pt idx="610">
                  <c:v>44351</c:v>
                </c:pt>
                <c:pt idx="611">
                  <c:v>44354</c:v>
                </c:pt>
                <c:pt idx="612">
                  <c:v>44355</c:v>
                </c:pt>
                <c:pt idx="613">
                  <c:v>44356</c:v>
                </c:pt>
                <c:pt idx="614">
                  <c:v>44357</c:v>
                </c:pt>
                <c:pt idx="615">
                  <c:v>44358</c:v>
                </c:pt>
                <c:pt idx="616">
                  <c:v>44361</c:v>
                </c:pt>
                <c:pt idx="617">
                  <c:v>44362</c:v>
                </c:pt>
                <c:pt idx="618">
                  <c:v>44363</c:v>
                </c:pt>
                <c:pt idx="619">
                  <c:v>44364</c:v>
                </c:pt>
                <c:pt idx="620">
                  <c:v>44365</c:v>
                </c:pt>
                <c:pt idx="621">
                  <c:v>44368</c:v>
                </c:pt>
                <c:pt idx="622">
                  <c:v>44369</c:v>
                </c:pt>
                <c:pt idx="623">
                  <c:v>44370</c:v>
                </c:pt>
                <c:pt idx="624">
                  <c:v>44371</c:v>
                </c:pt>
                <c:pt idx="625">
                  <c:v>44372</c:v>
                </c:pt>
                <c:pt idx="626">
                  <c:v>44375</c:v>
                </c:pt>
                <c:pt idx="627">
                  <c:v>44376</c:v>
                </c:pt>
                <c:pt idx="628">
                  <c:v>44377</c:v>
                </c:pt>
                <c:pt idx="629">
                  <c:v>44378</c:v>
                </c:pt>
                <c:pt idx="630">
                  <c:v>44379</c:v>
                </c:pt>
                <c:pt idx="631">
                  <c:v>44382</c:v>
                </c:pt>
                <c:pt idx="632">
                  <c:v>44383</c:v>
                </c:pt>
                <c:pt idx="633">
                  <c:v>44384</c:v>
                </c:pt>
                <c:pt idx="634">
                  <c:v>44385</c:v>
                </c:pt>
                <c:pt idx="635">
                  <c:v>44386</c:v>
                </c:pt>
                <c:pt idx="636">
                  <c:v>44389</c:v>
                </c:pt>
                <c:pt idx="637">
                  <c:v>44390</c:v>
                </c:pt>
                <c:pt idx="638">
                  <c:v>44391</c:v>
                </c:pt>
                <c:pt idx="639">
                  <c:v>44392</c:v>
                </c:pt>
                <c:pt idx="640">
                  <c:v>44393</c:v>
                </c:pt>
                <c:pt idx="641">
                  <c:v>44396</c:v>
                </c:pt>
                <c:pt idx="642">
                  <c:v>44397</c:v>
                </c:pt>
                <c:pt idx="643">
                  <c:v>44398</c:v>
                </c:pt>
                <c:pt idx="644">
                  <c:v>44399</c:v>
                </c:pt>
                <c:pt idx="645">
                  <c:v>44400</c:v>
                </c:pt>
                <c:pt idx="646">
                  <c:v>44403</c:v>
                </c:pt>
                <c:pt idx="647">
                  <c:v>44404</c:v>
                </c:pt>
                <c:pt idx="648">
                  <c:v>44405</c:v>
                </c:pt>
                <c:pt idx="649">
                  <c:v>44406</c:v>
                </c:pt>
                <c:pt idx="650">
                  <c:v>44407</c:v>
                </c:pt>
                <c:pt idx="651">
                  <c:v>44410</c:v>
                </c:pt>
                <c:pt idx="652">
                  <c:v>44411</c:v>
                </c:pt>
                <c:pt idx="653">
                  <c:v>44412</c:v>
                </c:pt>
                <c:pt idx="654">
                  <c:v>44413</c:v>
                </c:pt>
                <c:pt idx="655">
                  <c:v>44414</c:v>
                </c:pt>
                <c:pt idx="656">
                  <c:v>44417</c:v>
                </c:pt>
                <c:pt idx="657">
                  <c:v>44418</c:v>
                </c:pt>
                <c:pt idx="658">
                  <c:v>44419</c:v>
                </c:pt>
                <c:pt idx="659">
                  <c:v>44420</c:v>
                </c:pt>
                <c:pt idx="660">
                  <c:v>44421</c:v>
                </c:pt>
                <c:pt idx="661">
                  <c:v>44424</c:v>
                </c:pt>
                <c:pt idx="662">
                  <c:v>44425</c:v>
                </c:pt>
                <c:pt idx="663">
                  <c:v>44426</c:v>
                </c:pt>
                <c:pt idx="664">
                  <c:v>44427</c:v>
                </c:pt>
                <c:pt idx="665">
                  <c:v>44428</c:v>
                </c:pt>
                <c:pt idx="666">
                  <c:v>44431</c:v>
                </c:pt>
                <c:pt idx="667">
                  <c:v>44432</c:v>
                </c:pt>
                <c:pt idx="668">
                  <c:v>44433</c:v>
                </c:pt>
                <c:pt idx="669">
                  <c:v>44434</c:v>
                </c:pt>
                <c:pt idx="670">
                  <c:v>44435</c:v>
                </c:pt>
                <c:pt idx="671">
                  <c:v>44438</c:v>
                </c:pt>
                <c:pt idx="672">
                  <c:v>44439</c:v>
                </c:pt>
                <c:pt idx="673">
                  <c:v>44440</c:v>
                </c:pt>
                <c:pt idx="674">
                  <c:v>44441</c:v>
                </c:pt>
                <c:pt idx="675">
                  <c:v>44442</c:v>
                </c:pt>
                <c:pt idx="676">
                  <c:v>44445</c:v>
                </c:pt>
                <c:pt idx="677">
                  <c:v>44446</c:v>
                </c:pt>
                <c:pt idx="678">
                  <c:v>44447</c:v>
                </c:pt>
                <c:pt idx="679">
                  <c:v>44448</c:v>
                </c:pt>
                <c:pt idx="680">
                  <c:v>44449</c:v>
                </c:pt>
                <c:pt idx="681">
                  <c:v>44452</c:v>
                </c:pt>
                <c:pt idx="682">
                  <c:v>44453</c:v>
                </c:pt>
                <c:pt idx="683">
                  <c:v>44454</c:v>
                </c:pt>
                <c:pt idx="684">
                  <c:v>44455</c:v>
                </c:pt>
                <c:pt idx="685">
                  <c:v>44456</c:v>
                </c:pt>
                <c:pt idx="686">
                  <c:v>44459</c:v>
                </c:pt>
                <c:pt idx="687">
                  <c:v>44460</c:v>
                </c:pt>
                <c:pt idx="688">
                  <c:v>44461</c:v>
                </c:pt>
                <c:pt idx="689">
                  <c:v>44462</c:v>
                </c:pt>
                <c:pt idx="690">
                  <c:v>44463</c:v>
                </c:pt>
                <c:pt idx="691">
                  <c:v>44466</c:v>
                </c:pt>
                <c:pt idx="692">
                  <c:v>44467</c:v>
                </c:pt>
                <c:pt idx="693">
                  <c:v>44468</c:v>
                </c:pt>
                <c:pt idx="694">
                  <c:v>44469</c:v>
                </c:pt>
                <c:pt idx="695">
                  <c:v>44470</c:v>
                </c:pt>
                <c:pt idx="696">
                  <c:v>44473</c:v>
                </c:pt>
                <c:pt idx="697">
                  <c:v>44474</c:v>
                </c:pt>
                <c:pt idx="698">
                  <c:v>44475</c:v>
                </c:pt>
                <c:pt idx="699">
                  <c:v>44476</c:v>
                </c:pt>
                <c:pt idx="700">
                  <c:v>44477</c:v>
                </c:pt>
                <c:pt idx="701">
                  <c:v>44480</c:v>
                </c:pt>
                <c:pt idx="702">
                  <c:v>44481</c:v>
                </c:pt>
                <c:pt idx="703">
                  <c:v>44482</c:v>
                </c:pt>
                <c:pt idx="704">
                  <c:v>44483</c:v>
                </c:pt>
                <c:pt idx="705">
                  <c:v>44484</c:v>
                </c:pt>
                <c:pt idx="706">
                  <c:v>44487</c:v>
                </c:pt>
                <c:pt idx="707">
                  <c:v>44488</c:v>
                </c:pt>
                <c:pt idx="708">
                  <c:v>44489</c:v>
                </c:pt>
                <c:pt idx="709">
                  <c:v>44490</c:v>
                </c:pt>
                <c:pt idx="710">
                  <c:v>44491</c:v>
                </c:pt>
                <c:pt idx="711">
                  <c:v>44494</c:v>
                </c:pt>
                <c:pt idx="712">
                  <c:v>44495</c:v>
                </c:pt>
                <c:pt idx="713">
                  <c:v>44496</c:v>
                </c:pt>
                <c:pt idx="714">
                  <c:v>44497</c:v>
                </c:pt>
                <c:pt idx="715">
                  <c:v>44498</c:v>
                </c:pt>
                <c:pt idx="716">
                  <c:v>44501</c:v>
                </c:pt>
                <c:pt idx="717">
                  <c:v>44502</c:v>
                </c:pt>
                <c:pt idx="718">
                  <c:v>44503</c:v>
                </c:pt>
                <c:pt idx="719">
                  <c:v>44504</c:v>
                </c:pt>
                <c:pt idx="720">
                  <c:v>44505</c:v>
                </c:pt>
                <c:pt idx="721">
                  <c:v>44508</c:v>
                </c:pt>
                <c:pt idx="722">
                  <c:v>44509</c:v>
                </c:pt>
                <c:pt idx="723">
                  <c:v>44510</c:v>
                </c:pt>
                <c:pt idx="724">
                  <c:v>44511</c:v>
                </c:pt>
                <c:pt idx="725">
                  <c:v>44512</c:v>
                </c:pt>
                <c:pt idx="726">
                  <c:v>44515</c:v>
                </c:pt>
                <c:pt idx="727">
                  <c:v>44516</c:v>
                </c:pt>
                <c:pt idx="728">
                  <c:v>44517</c:v>
                </c:pt>
                <c:pt idx="729">
                  <c:v>44518</c:v>
                </c:pt>
                <c:pt idx="730">
                  <c:v>44519</c:v>
                </c:pt>
                <c:pt idx="731">
                  <c:v>44522</c:v>
                </c:pt>
                <c:pt idx="732">
                  <c:v>44523</c:v>
                </c:pt>
                <c:pt idx="733">
                  <c:v>44524</c:v>
                </c:pt>
                <c:pt idx="734">
                  <c:v>44525</c:v>
                </c:pt>
                <c:pt idx="735">
                  <c:v>44526</c:v>
                </c:pt>
                <c:pt idx="736">
                  <c:v>44529</c:v>
                </c:pt>
                <c:pt idx="737">
                  <c:v>44530</c:v>
                </c:pt>
                <c:pt idx="738">
                  <c:v>44531</c:v>
                </c:pt>
                <c:pt idx="739">
                  <c:v>44532</c:v>
                </c:pt>
                <c:pt idx="740">
                  <c:v>44533</c:v>
                </c:pt>
                <c:pt idx="741">
                  <c:v>44536</c:v>
                </c:pt>
                <c:pt idx="742">
                  <c:v>44537</c:v>
                </c:pt>
                <c:pt idx="743">
                  <c:v>44538</c:v>
                </c:pt>
                <c:pt idx="744">
                  <c:v>44539</c:v>
                </c:pt>
                <c:pt idx="745">
                  <c:v>44540</c:v>
                </c:pt>
                <c:pt idx="746">
                  <c:v>44543</c:v>
                </c:pt>
                <c:pt idx="747">
                  <c:v>44544</c:v>
                </c:pt>
                <c:pt idx="748">
                  <c:v>44545</c:v>
                </c:pt>
                <c:pt idx="749">
                  <c:v>44546</c:v>
                </c:pt>
                <c:pt idx="750">
                  <c:v>44547</c:v>
                </c:pt>
                <c:pt idx="751">
                  <c:v>44550</c:v>
                </c:pt>
                <c:pt idx="752">
                  <c:v>44551</c:v>
                </c:pt>
                <c:pt idx="753">
                  <c:v>44552</c:v>
                </c:pt>
                <c:pt idx="754">
                  <c:v>44553</c:v>
                </c:pt>
                <c:pt idx="755">
                  <c:v>44557</c:v>
                </c:pt>
                <c:pt idx="756">
                  <c:v>44558</c:v>
                </c:pt>
                <c:pt idx="757">
                  <c:v>44559</c:v>
                </c:pt>
                <c:pt idx="758">
                  <c:v>44560</c:v>
                </c:pt>
                <c:pt idx="759">
                  <c:v>44564</c:v>
                </c:pt>
                <c:pt idx="760">
                  <c:v>44565</c:v>
                </c:pt>
                <c:pt idx="761">
                  <c:v>44566</c:v>
                </c:pt>
                <c:pt idx="762">
                  <c:v>44567</c:v>
                </c:pt>
                <c:pt idx="763">
                  <c:v>44568</c:v>
                </c:pt>
                <c:pt idx="764">
                  <c:v>44571</c:v>
                </c:pt>
                <c:pt idx="765">
                  <c:v>44572</c:v>
                </c:pt>
                <c:pt idx="766">
                  <c:v>44573</c:v>
                </c:pt>
                <c:pt idx="767">
                  <c:v>44574</c:v>
                </c:pt>
                <c:pt idx="768">
                  <c:v>44575</c:v>
                </c:pt>
                <c:pt idx="769">
                  <c:v>44578</c:v>
                </c:pt>
                <c:pt idx="770">
                  <c:v>44579</c:v>
                </c:pt>
                <c:pt idx="771">
                  <c:v>44580</c:v>
                </c:pt>
                <c:pt idx="772">
                  <c:v>44581</c:v>
                </c:pt>
                <c:pt idx="773">
                  <c:v>44582</c:v>
                </c:pt>
                <c:pt idx="774">
                  <c:v>44585</c:v>
                </c:pt>
                <c:pt idx="775">
                  <c:v>44586</c:v>
                </c:pt>
                <c:pt idx="776">
                  <c:v>44587</c:v>
                </c:pt>
                <c:pt idx="777">
                  <c:v>44588</c:v>
                </c:pt>
                <c:pt idx="778">
                  <c:v>44589</c:v>
                </c:pt>
                <c:pt idx="779">
                  <c:v>44592</c:v>
                </c:pt>
                <c:pt idx="780">
                  <c:v>44593</c:v>
                </c:pt>
                <c:pt idx="781">
                  <c:v>44594</c:v>
                </c:pt>
                <c:pt idx="782">
                  <c:v>44595</c:v>
                </c:pt>
                <c:pt idx="783">
                  <c:v>44596</c:v>
                </c:pt>
                <c:pt idx="784">
                  <c:v>44599</c:v>
                </c:pt>
                <c:pt idx="785">
                  <c:v>44600</c:v>
                </c:pt>
                <c:pt idx="786">
                  <c:v>44601</c:v>
                </c:pt>
                <c:pt idx="787">
                  <c:v>44602</c:v>
                </c:pt>
                <c:pt idx="788">
                  <c:v>44603</c:v>
                </c:pt>
                <c:pt idx="789">
                  <c:v>44606</c:v>
                </c:pt>
                <c:pt idx="790">
                  <c:v>44607</c:v>
                </c:pt>
                <c:pt idx="791">
                  <c:v>44608</c:v>
                </c:pt>
                <c:pt idx="792">
                  <c:v>44609</c:v>
                </c:pt>
                <c:pt idx="793">
                  <c:v>44610</c:v>
                </c:pt>
                <c:pt idx="794">
                  <c:v>44613</c:v>
                </c:pt>
                <c:pt idx="795">
                  <c:v>44614</c:v>
                </c:pt>
                <c:pt idx="796">
                  <c:v>44615</c:v>
                </c:pt>
                <c:pt idx="797">
                  <c:v>44616</c:v>
                </c:pt>
                <c:pt idx="798">
                  <c:v>44617</c:v>
                </c:pt>
                <c:pt idx="799">
                  <c:v>44620</c:v>
                </c:pt>
                <c:pt idx="800">
                  <c:v>44621</c:v>
                </c:pt>
                <c:pt idx="801">
                  <c:v>44622</c:v>
                </c:pt>
                <c:pt idx="802">
                  <c:v>44623</c:v>
                </c:pt>
                <c:pt idx="803">
                  <c:v>44624</c:v>
                </c:pt>
                <c:pt idx="804">
                  <c:v>44627</c:v>
                </c:pt>
                <c:pt idx="805">
                  <c:v>44628</c:v>
                </c:pt>
                <c:pt idx="806">
                  <c:v>44629</c:v>
                </c:pt>
                <c:pt idx="807">
                  <c:v>44630</c:v>
                </c:pt>
                <c:pt idx="808">
                  <c:v>44631</c:v>
                </c:pt>
                <c:pt idx="809">
                  <c:v>44634</c:v>
                </c:pt>
                <c:pt idx="810">
                  <c:v>44635</c:v>
                </c:pt>
                <c:pt idx="811">
                  <c:v>44636</c:v>
                </c:pt>
                <c:pt idx="812">
                  <c:v>44637</c:v>
                </c:pt>
                <c:pt idx="813">
                  <c:v>44638</c:v>
                </c:pt>
                <c:pt idx="814">
                  <c:v>44641</c:v>
                </c:pt>
                <c:pt idx="815">
                  <c:v>44642</c:v>
                </c:pt>
                <c:pt idx="816">
                  <c:v>44643</c:v>
                </c:pt>
                <c:pt idx="817">
                  <c:v>44644</c:v>
                </c:pt>
                <c:pt idx="818">
                  <c:v>44645</c:v>
                </c:pt>
                <c:pt idx="819">
                  <c:v>44648</c:v>
                </c:pt>
                <c:pt idx="820">
                  <c:v>44649</c:v>
                </c:pt>
                <c:pt idx="821">
                  <c:v>44650</c:v>
                </c:pt>
                <c:pt idx="822">
                  <c:v>44651</c:v>
                </c:pt>
                <c:pt idx="823">
                  <c:v>44652</c:v>
                </c:pt>
                <c:pt idx="824">
                  <c:v>44655</c:v>
                </c:pt>
                <c:pt idx="825">
                  <c:v>44656</c:v>
                </c:pt>
                <c:pt idx="826">
                  <c:v>44657</c:v>
                </c:pt>
                <c:pt idx="827">
                  <c:v>44658</c:v>
                </c:pt>
                <c:pt idx="828">
                  <c:v>44659</c:v>
                </c:pt>
                <c:pt idx="829">
                  <c:v>44662</c:v>
                </c:pt>
                <c:pt idx="830">
                  <c:v>44663</c:v>
                </c:pt>
                <c:pt idx="831">
                  <c:v>44664</c:v>
                </c:pt>
                <c:pt idx="832">
                  <c:v>44665</c:v>
                </c:pt>
                <c:pt idx="833">
                  <c:v>44670</c:v>
                </c:pt>
                <c:pt idx="834">
                  <c:v>44671</c:v>
                </c:pt>
                <c:pt idx="835">
                  <c:v>44672</c:v>
                </c:pt>
                <c:pt idx="836">
                  <c:v>44673</c:v>
                </c:pt>
                <c:pt idx="837">
                  <c:v>44676</c:v>
                </c:pt>
                <c:pt idx="838">
                  <c:v>44677</c:v>
                </c:pt>
                <c:pt idx="839">
                  <c:v>44678</c:v>
                </c:pt>
                <c:pt idx="840">
                  <c:v>44679</c:v>
                </c:pt>
                <c:pt idx="841">
                  <c:v>44680</c:v>
                </c:pt>
                <c:pt idx="842">
                  <c:v>44683</c:v>
                </c:pt>
                <c:pt idx="843">
                  <c:v>44684</c:v>
                </c:pt>
                <c:pt idx="844">
                  <c:v>44685</c:v>
                </c:pt>
                <c:pt idx="845">
                  <c:v>44686</c:v>
                </c:pt>
                <c:pt idx="846">
                  <c:v>44687</c:v>
                </c:pt>
                <c:pt idx="847">
                  <c:v>44690</c:v>
                </c:pt>
                <c:pt idx="848">
                  <c:v>44691</c:v>
                </c:pt>
                <c:pt idx="849">
                  <c:v>44692</c:v>
                </c:pt>
                <c:pt idx="850">
                  <c:v>44693</c:v>
                </c:pt>
                <c:pt idx="851">
                  <c:v>44694</c:v>
                </c:pt>
                <c:pt idx="852">
                  <c:v>44697</c:v>
                </c:pt>
                <c:pt idx="853">
                  <c:v>44698</c:v>
                </c:pt>
                <c:pt idx="854">
                  <c:v>44699</c:v>
                </c:pt>
                <c:pt idx="855">
                  <c:v>44700</c:v>
                </c:pt>
                <c:pt idx="856">
                  <c:v>44701</c:v>
                </c:pt>
                <c:pt idx="857">
                  <c:v>44704</c:v>
                </c:pt>
                <c:pt idx="858">
                  <c:v>44705</c:v>
                </c:pt>
                <c:pt idx="859">
                  <c:v>44706</c:v>
                </c:pt>
                <c:pt idx="860">
                  <c:v>44707</c:v>
                </c:pt>
                <c:pt idx="861">
                  <c:v>44708</c:v>
                </c:pt>
                <c:pt idx="862">
                  <c:v>44711</c:v>
                </c:pt>
                <c:pt idx="863">
                  <c:v>44712</c:v>
                </c:pt>
                <c:pt idx="864">
                  <c:v>44713</c:v>
                </c:pt>
                <c:pt idx="865">
                  <c:v>44714</c:v>
                </c:pt>
                <c:pt idx="866">
                  <c:v>44715</c:v>
                </c:pt>
                <c:pt idx="867">
                  <c:v>44718</c:v>
                </c:pt>
                <c:pt idx="868">
                  <c:v>44719</c:v>
                </c:pt>
                <c:pt idx="869">
                  <c:v>44720</c:v>
                </c:pt>
                <c:pt idx="870">
                  <c:v>44721</c:v>
                </c:pt>
                <c:pt idx="871">
                  <c:v>44722</c:v>
                </c:pt>
                <c:pt idx="872">
                  <c:v>44725</c:v>
                </c:pt>
                <c:pt idx="873">
                  <c:v>44726</c:v>
                </c:pt>
                <c:pt idx="874">
                  <c:v>44727</c:v>
                </c:pt>
                <c:pt idx="875">
                  <c:v>44728</c:v>
                </c:pt>
                <c:pt idx="876">
                  <c:v>44729</c:v>
                </c:pt>
                <c:pt idx="877">
                  <c:v>44732</c:v>
                </c:pt>
                <c:pt idx="878">
                  <c:v>44733</c:v>
                </c:pt>
                <c:pt idx="879">
                  <c:v>44734</c:v>
                </c:pt>
                <c:pt idx="880">
                  <c:v>44735</c:v>
                </c:pt>
                <c:pt idx="881">
                  <c:v>44736</c:v>
                </c:pt>
                <c:pt idx="882">
                  <c:v>44739</c:v>
                </c:pt>
                <c:pt idx="883">
                  <c:v>44740</c:v>
                </c:pt>
                <c:pt idx="884">
                  <c:v>44741</c:v>
                </c:pt>
                <c:pt idx="885">
                  <c:v>44742</c:v>
                </c:pt>
                <c:pt idx="886">
                  <c:v>44743</c:v>
                </c:pt>
                <c:pt idx="887">
                  <c:v>44746</c:v>
                </c:pt>
                <c:pt idx="888">
                  <c:v>44747</c:v>
                </c:pt>
                <c:pt idx="889">
                  <c:v>44748</c:v>
                </c:pt>
                <c:pt idx="890">
                  <c:v>44749</c:v>
                </c:pt>
                <c:pt idx="891">
                  <c:v>44750</c:v>
                </c:pt>
                <c:pt idx="892">
                  <c:v>44753</c:v>
                </c:pt>
                <c:pt idx="893">
                  <c:v>44754</c:v>
                </c:pt>
                <c:pt idx="894">
                  <c:v>44755</c:v>
                </c:pt>
                <c:pt idx="895">
                  <c:v>44756</c:v>
                </c:pt>
                <c:pt idx="896">
                  <c:v>44757</c:v>
                </c:pt>
                <c:pt idx="897">
                  <c:v>44760</c:v>
                </c:pt>
                <c:pt idx="898">
                  <c:v>44761</c:v>
                </c:pt>
                <c:pt idx="899">
                  <c:v>44762</c:v>
                </c:pt>
                <c:pt idx="900">
                  <c:v>44763</c:v>
                </c:pt>
                <c:pt idx="901">
                  <c:v>44764</c:v>
                </c:pt>
                <c:pt idx="902">
                  <c:v>44767</c:v>
                </c:pt>
                <c:pt idx="903">
                  <c:v>44768</c:v>
                </c:pt>
                <c:pt idx="904">
                  <c:v>44769</c:v>
                </c:pt>
                <c:pt idx="905">
                  <c:v>44770</c:v>
                </c:pt>
                <c:pt idx="906">
                  <c:v>44771</c:v>
                </c:pt>
                <c:pt idx="907">
                  <c:v>44774</c:v>
                </c:pt>
                <c:pt idx="908">
                  <c:v>44775</c:v>
                </c:pt>
                <c:pt idx="909">
                  <c:v>44776</c:v>
                </c:pt>
                <c:pt idx="910">
                  <c:v>44777</c:v>
                </c:pt>
                <c:pt idx="911">
                  <c:v>44778</c:v>
                </c:pt>
                <c:pt idx="912">
                  <c:v>44781</c:v>
                </c:pt>
                <c:pt idx="913">
                  <c:v>44782</c:v>
                </c:pt>
                <c:pt idx="914">
                  <c:v>44783</c:v>
                </c:pt>
                <c:pt idx="915">
                  <c:v>44784</c:v>
                </c:pt>
                <c:pt idx="916">
                  <c:v>44785</c:v>
                </c:pt>
                <c:pt idx="917">
                  <c:v>44789</c:v>
                </c:pt>
                <c:pt idx="918">
                  <c:v>44790</c:v>
                </c:pt>
                <c:pt idx="919">
                  <c:v>44791</c:v>
                </c:pt>
                <c:pt idx="920">
                  <c:v>44792</c:v>
                </c:pt>
                <c:pt idx="921">
                  <c:v>44795</c:v>
                </c:pt>
                <c:pt idx="922">
                  <c:v>44796</c:v>
                </c:pt>
                <c:pt idx="923">
                  <c:v>44797</c:v>
                </c:pt>
                <c:pt idx="924">
                  <c:v>44798</c:v>
                </c:pt>
                <c:pt idx="925">
                  <c:v>44799</c:v>
                </c:pt>
                <c:pt idx="926">
                  <c:v>44802</c:v>
                </c:pt>
                <c:pt idx="927">
                  <c:v>44803</c:v>
                </c:pt>
                <c:pt idx="928">
                  <c:v>44804</c:v>
                </c:pt>
                <c:pt idx="929">
                  <c:v>44805</c:v>
                </c:pt>
                <c:pt idx="930">
                  <c:v>44806</c:v>
                </c:pt>
                <c:pt idx="931">
                  <c:v>44809</c:v>
                </c:pt>
                <c:pt idx="932">
                  <c:v>44810</c:v>
                </c:pt>
                <c:pt idx="933">
                  <c:v>44811</c:v>
                </c:pt>
                <c:pt idx="934">
                  <c:v>44812</c:v>
                </c:pt>
                <c:pt idx="935">
                  <c:v>44813</c:v>
                </c:pt>
                <c:pt idx="936">
                  <c:v>44816</c:v>
                </c:pt>
                <c:pt idx="937">
                  <c:v>44817</c:v>
                </c:pt>
                <c:pt idx="938">
                  <c:v>44818</c:v>
                </c:pt>
                <c:pt idx="939">
                  <c:v>44819</c:v>
                </c:pt>
                <c:pt idx="940">
                  <c:v>44820</c:v>
                </c:pt>
                <c:pt idx="941">
                  <c:v>44823</c:v>
                </c:pt>
                <c:pt idx="942">
                  <c:v>44824</c:v>
                </c:pt>
                <c:pt idx="943">
                  <c:v>44825</c:v>
                </c:pt>
                <c:pt idx="944">
                  <c:v>44826</c:v>
                </c:pt>
                <c:pt idx="945">
                  <c:v>44827</c:v>
                </c:pt>
                <c:pt idx="946">
                  <c:v>44830</c:v>
                </c:pt>
                <c:pt idx="947">
                  <c:v>44831</c:v>
                </c:pt>
                <c:pt idx="948">
                  <c:v>44832</c:v>
                </c:pt>
                <c:pt idx="949">
                  <c:v>44833</c:v>
                </c:pt>
                <c:pt idx="950">
                  <c:v>44834</c:v>
                </c:pt>
                <c:pt idx="951">
                  <c:v>44837</c:v>
                </c:pt>
                <c:pt idx="952">
                  <c:v>44838</c:v>
                </c:pt>
                <c:pt idx="953">
                  <c:v>44839</c:v>
                </c:pt>
                <c:pt idx="954">
                  <c:v>44840</c:v>
                </c:pt>
                <c:pt idx="955">
                  <c:v>44841</c:v>
                </c:pt>
                <c:pt idx="956">
                  <c:v>44844</c:v>
                </c:pt>
                <c:pt idx="957">
                  <c:v>44845</c:v>
                </c:pt>
                <c:pt idx="958">
                  <c:v>44846</c:v>
                </c:pt>
                <c:pt idx="959">
                  <c:v>44847</c:v>
                </c:pt>
                <c:pt idx="960">
                  <c:v>44848</c:v>
                </c:pt>
                <c:pt idx="961">
                  <c:v>44851</c:v>
                </c:pt>
                <c:pt idx="962">
                  <c:v>44852</c:v>
                </c:pt>
                <c:pt idx="963">
                  <c:v>44853</c:v>
                </c:pt>
                <c:pt idx="964">
                  <c:v>44854</c:v>
                </c:pt>
                <c:pt idx="965">
                  <c:v>44855</c:v>
                </c:pt>
                <c:pt idx="966">
                  <c:v>44858</c:v>
                </c:pt>
                <c:pt idx="967">
                  <c:v>44859</c:v>
                </c:pt>
                <c:pt idx="968">
                  <c:v>44860</c:v>
                </c:pt>
                <c:pt idx="969">
                  <c:v>44861</c:v>
                </c:pt>
                <c:pt idx="970">
                  <c:v>44862</c:v>
                </c:pt>
                <c:pt idx="971">
                  <c:v>44865</c:v>
                </c:pt>
                <c:pt idx="972">
                  <c:v>44866</c:v>
                </c:pt>
                <c:pt idx="973">
                  <c:v>44867</c:v>
                </c:pt>
                <c:pt idx="974">
                  <c:v>44868</c:v>
                </c:pt>
                <c:pt idx="975">
                  <c:v>44869</c:v>
                </c:pt>
                <c:pt idx="976">
                  <c:v>44872</c:v>
                </c:pt>
                <c:pt idx="977">
                  <c:v>44873</c:v>
                </c:pt>
                <c:pt idx="978">
                  <c:v>44874</c:v>
                </c:pt>
                <c:pt idx="979">
                  <c:v>44875</c:v>
                </c:pt>
                <c:pt idx="980">
                  <c:v>44876</c:v>
                </c:pt>
                <c:pt idx="981">
                  <c:v>44879</c:v>
                </c:pt>
                <c:pt idx="982">
                  <c:v>44880</c:v>
                </c:pt>
                <c:pt idx="983">
                  <c:v>44881</c:v>
                </c:pt>
                <c:pt idx="984">
                  <c:v>44882</c:v>
                </c:pt>
                <c:pt idx="985">
                  <c:v>44883</c:v>
                </c:pt>
                <c:pt idx="986">
                  <c:v>44886</c:v>
                </c:pt>
                <c:pt idx="987">
                  <c:v>44887</c:v>
                </c:pt>
                <c:pt idx="988">
                  <c:v>44888</c:v>
                </c:pt>
                <c:pt idx="989">
                  <c:v>44889</c:v>
                </c:pt>
                <c:pt idx="990">
                  <c:v>44890</c:v>
                </c:pt>
                <c:pt idx="991">
                  <c:v>44893</c:v>
                </c:pt>
                <c:pt idx="992">
                  <c:v>44894</c:v>
                </c:pt>
                <c:pt idx="993">
                  <c:v>44895</c:v>
                </c:pt>
                <c:pt idx="994">
                  <c:v>44896</c:v>
                </c:pt>
                <c:pt idx="995">
                  <c:v>44897</c:v>
                </c:pt>
                <c:pt idx="996">
                  <c:v>44900</c:v>
                </c:pt>
                <c:pt idx="997">
                  <c:v>44901</c:v>
                </c:pt>
                <c:pt idx="998">
                  <c:v>44902</c:v>
                </c:pt>
                <c:pt idx="999">
                  <c:v>44903</c:v>
                </c:pt>
                <c:pt idx="1000">
                  <c:v>44904</c:v>
                </c:pt>
                <c:pt idx="1001">
                  <c:v>44907</c:v>
                </c:pt>
                <c:pt idx="1002">
                  <c:v>44908</c:v>
                </c:pt>
                <c:pt idx="1003">
                  <c:v>44909</c:v>
                </c:pt>
                <c:pt idx="1004">
                  <c:v>44910</c:v>
                </c:pt>
                <c:pt idx="1005">
                  <c:v>44911</c:v>
                </c:pt>
                <c:pt idx="1006">
                  <c:v>44914</c:v>
                </c:pt>
                <c:pt idx="1007">
                  <c:v>44915</c:v>
                </c:pt>
                <c:pt idx="1008">
                  <c:v>44916</c:v>
                </c:pt>
                <c:pt idx="1009">
                  <c:v>44917</c:v>
                </c:pt>
                <c:pt idx="1010">
                  <c:v>44918</c:v>
                </c:pt>
                <c:pt idx="1011">
                  <c:v>44922</c:v>
                </c:pt>
                <c:pt idx="1012">
                  <c:v>44923</c:v>
                </c:pt>
                <c:pt idx="1013">
                  <c:v>44924</c:v>
                </c:pt>
                <c:pt idx="1014">
                  <c:v>44925</c:v>
                </c:pt>
                <c:pt idx="1015">
                  <c:v>44928</c:v>
                </c:pt>
                <c:pt idx="1016">
                  <c:v>44929</c:v>
                </c:pt>
                <c:pt idx="1017">
                  <c:v>44930</c:v>
                </c:pt>
                <c:pt idx="1018">
                  <c:v>44931</c:v>
                </c:pt>
                <c:pt idx="1019">
                  <c:v>44932</c:v>
                </c:pt>
                <c:pt idx="1020">
                  <c:v>44935</c:v>
                </c:pt>
                <c:pt idx="1021">
                  <c:v>44936</c:v>
                </c:pt>
                <c:pt idx="1022">
                  <c:v>44937</c:v>
                </c:pt>
                <c:pt idx="1023">
                  <c:v>44938</c:v>
                </c:pt>
                <c:pt idx="1024">
                  <c:v>44939</c:v>
                </c:pt>
                <c:pt idx="1025">
                  <c:v>44942</c:v>
                </c:pt>
                <c:pt idx="1026">
                  <c:v>44943</c:v>
                </c:pt>
                <c:pt idx="1027">
                  <c:v>44944</c:v>
                </c:pt>
                <c:pt idx="1028">
                  <c:v>44945</c:v>
                </c:pt>
                <c:pt idx="1029">
                  <c:v>44946</c:v>
                </c:pt>
                <c:pt idx="1030">
                  <c:v>44949</c:v>
                </c:pt>
                <c:pt idx="1031">
                  <c:v>44950</c:v>
                </c:pt>
                <c:pt idx="1032">
                  <c:v>44951</c:v>
                </c:pt>
                <c:pt idx="1033">
                  <c:v>44952</c:v>
                </c:pt>
                <c:pt idx="1034">
                  <c:v>44953</c:v>
                </c:pt>
                <c:pt idx="1035">
                  <c:v>44956</c:v>
                </c:pt>
                <c:pt idx="1036">
                  <c:v>44957</c:v>
                </c:pt>
                <c:pt idx="1037">
                  <c:v>44958</c:v>
                </c:pt>
                <c:pt idx="1038">
                  <c:v>44959</c:v>
                </c:pt>
                <c:pt idx="1039">
                  <c:v>44960</c:v>
                </c:pt>
                <c:pt idx="1040">
                  <c:v>44963</c:v>
                </c:pt>
                <c:pt idx="1041">
                  <c:v>44964</c:v>
                </c:pt>
                <c:pt idx="1042">
                  <c:v>44965</c:v>
                </c:pt>
                <c:pt idx="1043">
                  <c:v>44966</c:v>
                </c:pt>
                <c:pt idx="1044">
                  <c:v>44967</c:v>
                </c:pt>
                <c:pt idx="1045">
                  <c:v>44970</c:v>
                </c:pt>
                <c:pt idx="1046">
                  <c:v>44971</c:v>
                </c:pt>
                <c:pt idx="1047">
                  <c:v>44972</c:v>
                </c:pt>
                <c:pt idx="1048">
                  <c:v>44973</c:v>
                </c:pt>
                <c:pt idx="1049">
                  <c:v>44974</c:v>
                </c:pt>
                <c:pt idx="1050">
                  <c:v>44977</c:v>
                </c:pt>
                <c:pt idx="1051">
                  <c:v>44978</c:v>
                </c:pt>
                <c:pt idx="1052">
                  <c:v>44979</c:v>
                </c:pt>
                <c:pt idx="1053">
                  <c:v>44980</c:v>
                </c:pt>
                <c:pt idx="1054">
                  <c:v>44981</c:v>
                </c:pt>
                <c:pt idx="1055">
                  <c:v>44984</c:v>
                </c:pt>
                <c:pt idx="1056">
                  <c:v>44985</c:v>
                </c:pt>
                <c:pt idx="1057">
                  <c:v>44986</c:v>
                </c:pt>
                <c:pt idx="1058">
                  <c:v>44987</c:v>
                </c:pt>
                <c:pt idx="1059">
                  <c:v>44988</c:v>
                </c:pt>
                <c:pt idx="1060">
                  <c:v>44991</c:v>
                </c:pt>
                <c:pt idx="1061">
                  <c:v>44992</c:v>
                </c:pt>
                <c:pt idx="1062">
                  <c:v>44993</c:v>
                </c:pt>
                <c:pt idx="1063">
                  <c:v>44994</c:v>
                </c:pt>
                <c:pt idx="1064">
                  <c:v>44995</c:v>
                </c:pt>
                <c:pt idx="1065">
                  <c:v>44998</c:v>
                </c:pt>
                <c:pt idx="1066">
                  <c:v>44999</c:v>
                </c:pt>
                <c:pt idx="1067">
                  <c:v>45000</c:v>
                </c:pt>
                <c:pt idx="1068">
                  <c:v>45001</c:v>
                </c:pt>
                <c:pt idx="1069">
                  <c:v>45002</c:v>
                </c:pt>
                <c:pt idx="1070">
                  <c:v>45005</c:v>
                </c:pt>
                <c:pt idx="1071">
                  <c:v>45006</c:v>
                </c:pt>
                <c:pt idx="1072">
                  <c:v>45007</c:v>
                </c:pt>
                <c:pt idx="1073">
                  <c:v>45008</c:v>
                </c:pt>
                <c:pt idx="1074">
                  <c:v>45009</c:v>
                </c:pt>
                <c:pt idx="1075">
                  <c:v>45012</c:v>
                </c:pt>
                <c:pt idx="1076">
                  <c:v>45013</c:v>
                </c:pt>
                <c:pt idx="1077">
                  <c:v>45014</c:v>
                </c:pt>
                <c:pt idx="1078">
                  <c:v>45015</c:v>
                </c:pt>
                <c:pt idx="1079">
                  <c:v>45016</c:v>
                </c:pt>
                <c:pt idx="1080">
                  <c:v>45019</c:v>
                </c:pt>
                <c:pt idx="1081">
                  <c:v>45020</c:v>
                </c:pt>
                <c:pt idx="1082">
                  <c:v>45021</c:v>
                </c:pt>
                <c:pt idx="1083">
                  <c:v>45022</c:v>
                </c:pt>
                <c:pt idx="1084">
                  <c:v>45027</c:v>
                </c:pt>
                <c:pt idx="1085">
                  <c:v>45028</c:v>
                </c:pt>
                <c:pt idx="1086">
                  <c:v>45029</c:v>
                </c:pt>
                <c:pt idx="1087">
                  <c:v>45030</c:v>
                </c:pt>
                <c:pt idx="1088">
                  <c:v>45033</c:v>
                </c:pt>
                <c:pt idx="1089">
                  <c:v>45034</c:v>
                </c:pt>
                <c:pt idx="1090">
                  <c:v>45035</c:v>
                </c:pt>
                <c:pt idx="1091">
                  <c:v>45036</c:v>
                </c:pt>
                <c:pt idx="1092">
                  <c:v>45037</c:v>
                </c:pt>
                <c:pt idx="1093">
                  <c:v>45040</c:v>
                </c:pt>
                <c:pt idx="1094">
                  <c:v>45041</c:v>
                </c:pt>
                <c:pt idx="1095">
                  <c:v>45042</c:v>
                </c:pt>
                <c:pt idx="1096">
                  <c:v>45043</c:v>
                </c:pt>
                <c:pt idx="1097">
                  <c:v>45044</c:v>
                </c:pt>
                <c:pt idx="1098">
                  <c:v>45048</c:v>
                </c:pt>
                <c:pt idx="1099">
                  <c:v>45049</c:v>
                </c:pt>
                <c:pt idx="1100">
                  <c:v>45050</c:v>
                </c:pt>
                <c:pt idx="1101">
                  <c:v>45051</c:v>
                </c:pt>
                <c:pt idx="1102">
                  <c:v>45054</c:v>
                </c:pt>
                <c:pt idx="1103">
                  <c:v>45055</c:v>
                </c:pt>
                <c:pt idx="1104">
                  <c:v>45056</c:v>
                </c:pt>
                <c:pt idx="1105">
                  <c:v>45057</c:v>
                </c:pt>
                <c:pt idx="1106">
                  <c:v>45058</c:v>
                </c:pt>
                <c:pt idx="1107">
                  <c:v>45061</c:v>
                </c:pt>
                <c:pt idx="1108">
                  <c:v>45062</c:v>
                </c:pt>
                <c:pt idx="1109">
                  <c:v>45063</c:v>
                </c:pt>
                <c:pt idx="1110">
                  <c:v>45064</c:v>
                </c:pt>
                <c:pt idx="1111">
                  <c:v>45065</c:v>
                </c:pt>
                <c:pt idx="1112">
                  <c:v>45068</c:v>
                </c:pt>
                <c:pt idx="1113">
                  <c:v>45069</c:v>
                </c:pt>
                <c:pt idx="1114">
                  <c:v>45070</c:v>
                </c:pt>
                <c:pt idx="1115">
                  <c:v>45071</c:v>
                </c:pt>
                <c:pt idx="1116">
                  <c:v>45072</c:v>
                </c:pt>
                <c:pt idx="1117">
                  <c:v>45075</c:v>
                </c:pt>
                <c:pt idx="1118">
                  <c:v>45076</c:v>
                </c:pt>
                <c:pt idx="1119">
                  <c:v>45077</c:v>
                </c:pt>
                <c:pt idx="1120">
                  <c:v>45078</c:v>
                </c:pt>
                <c:pt idx="1121">
                  <c:v>45079</c:v>
                </c:pt>
                <c:pt idx="1122">
                  <c:v>45082</c:v>
                </c:pt>
                <c:pt idx="1123">
                  <c:v>45083</c:v>
                </c:pt>
                <c:pt idx="1124">
                  <c:v>45084</c:v>
                </c:pt>
                <c:pt idx="1125">
                  <c:v>45085</c:v>
                </c:pt>
                <c:pt idx="1126">
                  <c:v>45086</c:v>
                </c:pt>
                <c:pt idx="1127">
                  <c:v>45089</c:v>
                </c:pt>
                <c:pt idx="1128">
                  <c:v>45090</c:v>
                </c:pt>
                <c:pt idx="1129">
                  <c:v>45091</c:v>
                </c:pt>
                <c:pt idx="1130">
                  <c:v>45092</c:v>
                </c:pt>
                <c:pt idx="1131">
                  <c:v>45093</c:v>
                </c:pt>
                <c:pt idx="1132">
                  <c:v>45096</c:v>
                </c:pt>
                <c:pt idx="1133">
                  <c:v>45097</c:v>
                </c:pt>
                <c:pt idx="1134">
                  <c:v>45098</c:v>
                </c:pt>
                <c:pt idx="1135">
                  <c:v>45099</c:v>
                </c:pt>
                <c:pt idx="1136">
                  <c:v>45100</c:v>
                </c:pt>
                <c:pt idx="1137">
                  <c:v>45103</c:v>
                </c:pt>
                <c:pt idx="1138">
                  <c:v>45104</c:v>
                </c:pt>
                <c:pt idx="1139">
                  <c:v>45105</c:v>
                </c:pt>
                <c:pt idx="1140">
                  <c:v>45106</c:v>
                </c:pt>
                <c:pt idx="1141">
                  <c:v>45107</c:v>
                </c:pt>
                <c:pt idx="1142">
                  <c:v>45110</c:v>
                </c:pt>
                <c:pt idx="1143">
                  <c:v>45111</c:v>
                </c:pt>
                <c:pt idx="1144">
                  <c:v>45112</c:v>
                </c:pt>
                <c:pt idx="1145">
                  <c:v>45113</c:v>
                </c:pt>
                <c:pt idx="1146">
                  <c:v>45114</c:v>
                </c:pt>
                <c:pt idx="1147">
                  <c:v>45117</c:v>
                </c:pt>
                <c:pt idx="1148">
                  <c:v>45118</c:v>
                </c:pt>
                <c:pt idx="1149">
                  <c:v>45119</c:v>
                </c:pt>
                <c:pt idx="1150">
                  <c:v>45120</c:v>
                </c:pt>
                <c:pt idx="1151">
                  <c:v>45121</c:v>
                </c:pt>
                <c:pt idx="1152">
                  <c:v>45124</c:v>
                </c:pt>
                <c:pt idx="1153">
                  <c:v>45125</c:v>
                </c:pt>
                <c:pt idx="1154">
                  <c:v>45126</c:v>
                </c:pt>
                <c:pt idx="1155">
                  <c:v>45127</c:v>
                </c:pt>
                <c:pt idx="1156">
                  <c:v>45128</c:v>
                </c:pt>
                <c:pt idx="1157">
                  <c:v>45131</c:v>
                </c:pt>
                <c:pt idx="1158">
                  <c:v>45132</c:v>
                </c:pt>
                <c:pt idx="1159">
                  <c:v>45133</c:v>
                </c:pt>
                <c:pt idx="1160">
                  <c:v>45134</c:v>
                </c:pt>
                <c:pt idx="1161">
                  <c:v>45135</c:v>
                </c:pt>
                <c:pt idx="1162">
                  <c:v>45138</c:v>
                </c:pt>
                <c:pt idx="1163">
                  <c:v>45139</c:v>
                </c:pt>
                <c:pt idx="1164">
                  <c:v>45140</c:v>
                </c:pt>
                <c:pt idx="1165">
                  <c:v>45141</c:v>
                </c:pt>
                <c:pt idx="1166">
                  <c:v>45142</c:v>
                </c:pt>
                <c:pt idx="1167">
                  <c:v>45145</c:v>
                </c:pt>
                <c:pt idx="1168">
                  <c:v>45146</c:v>
                </c:pt>
                <c:pt idx="1169">
                  <c:v>45147</c:v>
                </c:pt>
                <c:pt idx="1170">
                  <c:v>45148</c:v>
                </c:pt>
                <c:pt idx="1171">
                  <c:v>45149</c:v>
                </c:pt>
                <c:pt idx="1172">
                  <c:v>45152</c:v>
                </c:pt>
                <c:pt idx="1173">
                  <c:v>45154</c:v>
                </c:pt>
                <c:pt idx="1174">
                  <c:v>45155</c:v>
                </c:pt>
                <c:pt idx="1175">
                  <c:v>45156</c:v>
                </c:pt>
                <c:pt idx="1176">
                  <c:v>45159</c:v>
                </c:pt>
                <c:pt idx="1177">
                  <c:v>45160</c:v>
                </c:pt>
                <c:pt idx="1178">
                  <c:v>45161</c:v>
                </c:pt>
                <c:pt idx="1179">
                  <c:v>45162</c:v>
                </c:pt>
                <c:pt idx="1180">
                  <c:v>45163</c:v>
                </c:pt>
                <c:pt idx="1181">
                  <c:v>45166</c:v>
                </c:pt>
                <c:pt idx="1182">
                  <c:v>45167</c:v>
                </c:pt>
                <c:pt idx="1183">
                  <c:v>45168</c:v>
                </c:pt>
                <c:pt idx="1184">
                  <c:v>45169</c:v>
                </c:pt>
                <c:pt idx="1185">
                  <c:v>45170</c:v>
                </c:pt>
                <c:pt idx="1186">
                  <c:v>45173</c:v>
                </c:pt>
                <c:pt idx="1187">
                  <c:v>45174</c:v>
                </c:pt>
                <c:pt idx="1188">
                  <c:v>45175</c:v>
                </c:pt>
                <c:pt idx="1189">
                  <c:v>45176</c:v>
                </c:pt>
                <c:pt idx="1190">
                  <c:v>45177</c:v>
                </c:pt>
                <c:pt idx="1191">
                  <c:v>45180</c:v>
                </c:pt>
                <c:pt idx="1192">
                  <c:v>45181</c:v>
                </c:pt>
                <c:pt idx="1193">
                  <c:v>45182</c:v>
                </c:pt>
                <c:pt idx="1194">
                  <c:v>45183</c:v>
                </c:pt>
                <c:pt idx="1195">
                  <c:v>45184</c:v>
                </c:pt>
                <c:pt idx="1196">
                  <c:v>45187</c:v>
                </c:pt>
                <c:pt idx="1197">
                  <c:v>45188</c:v>
                </c:pt>
                <c:pt idx="1198">
                  <c:v>45189</c:v>
                </c:pt>
                <c:pt idx="1199">
                  <c:v>45190</c:v>
                </c:pt>
                <c:pt idx="1200">
                  <c:v>45191</c:v>
                </c:pt>
                <c:pt idx="1201">
                  <c:v>45194</c:v>
                </c:pt>
                <c:pt idx="1202">
                  <c:v>45195</c:v>
                </c:pt>
                <c:pt idx="1203">
                  <c:v>45196</c:v>
                </c:pt>
                <c:pt idx="1204">
                  <c:v>45197</c:v>
                </c:pt>
                <c:pt idx="1205">
                  <c:v>45198</c:v>
                </c:pt>
                <c:pt idx="1206">
                  <c:v>45201</c:v>
                </c:pt>
                <c:pt idx="1207">
                  <c:v>45202</c:v>
                </c:pt>
                <c:pt idx="1208">
                  <c:v>45203</c:v>
                </c:pt>
                <c:pt idx="1209">
                  <c:v>45204</c:v>
                </c:pt>
                <c:pt idx="1210">
                  <c:v>45205</c:v>
                </c:pt>
                <c:pt idx="1211">
                  <c:v>45208</c:v>
                </c:pt>
                <c:pt idx="1212">
                  <c:v>45209</c:v>
                </c:pt>
                <c:pt idx="1213">
                  <c:v>45210</c:v>
                </c:pt>
                <c:pt idx="1214">
                  <c:v>45211</c:v>
                </c:pt>
                <c:pt idx="1215">
                  <c:v>45212</c:v>
                </c:pt>
                <c:pt idx="1216">
                  <c:v>45215</c:v>
                </c:pt>
                <c:pt idx="1217">
                  <c:v>45216</c:v>
                </c:pt>
                <c:pt idx="1218">
                  <c:v>45217</c:v>
                </c:pt>
                <c:pt idx="1219">
                  <c:v>45218</c:v>
                </c:pt>
                <c:pt idx="1220">
                  <c:v>45219</c:v>
                </c:pt>
                <c:pt idx="1221">
                  <c:v>45222</c:v>
                </c:pt>
                <c:pt idx="1222">
                  <c:v>45223</c:v>
                </c:pt>
                <c:pt idx="1223">
                  <c:v>45224</c:v>
                </c:pt>
                <c:pt idx="1224">
                  <c:v>45225</c:v>
                </c:pt>
                <c:pt idx="1225">
                  <c:v>45226</c:v>
                </c:pt>
                <c:pt idx="1226">
                  <c:v>45229</c:v>
                </c:pt>
                <c:pt idx="1227">
                  <c:v>45230</c:v>
                </c:pt>
                <c:pt idx="1228">
                  <c:v>45231</c:v>
                </c:pt>
                <c:pt idx="1229">
                  <c:v>45232</c:v>
                </c:pt>
                <c:pt idx="1230">
                  <c:v>45233</c:v>
                </c:pt>
                <c:pt idx="1231">
                  <c:v>45236</c:v>
                </c:pt>
                <c:pt idx="1232">
                  <c:v>45237</c:v>
                </c:pt>
                <c:pt idx="1233">
                  <c:v>45238</c:v>
                </c:pt>
                <c:pt idx="1234">
                  <c:v>45239</c:v>
                </c:pt>
                <c:pt idx="1235">
                  <c:v>45240</c:v>
                </c:pt>
                <c:pt idx="1236">
                  <c:v>45243</c:v>
                </c:pt>
                <c:pt idx="1237">
                  <c:v>45244</c:v>
                </c:pt>
                <c:pt idx="1238">
                  <c:v>45245</c:v>
                </c:pt>
                <c:pt idx="1239">
                  <c:v>45246</c:v>
                </c:pt>
                <c:pt idx="1240">
                  <c:v>45247</c:v>
                </c:pt>
                <c:pt idx="1241">
                  <c:v>45250</c:v>
                </c:pt>
                <c:pt idx="1242">
                  <c:v>45251</c:v>
                </c:pt>
                <c:pt idx="1243">
                  <c:v>45252</c:v>
                </c:pt>
                <c:pt idx="1244">
                  <c:v>45253</c:v>
                </c:pt>
                <c:pt idx="1245">
                  <c:v>45254</c:v>
                </c:pt>
                <c:pt idx="1246">
                  <c:v>45257</c:v>
                </c:pt>
                <c:pt idx="1247">
                  <c:v>45258</c:v>
                </c:pt>
                <c:pt idx="1248">
                  <c:v>45259</c:v>
                </c:pt>
                <c:pt idx="1249">
                  <c:v>45260</c:v>
                </c:pt>
                <c:pt idx="1250">
                  <c:v>45261</c:v>
                </c:pt>
                <c:pt idx="1251">
                  <c:v>45264</c:v>
                </c:pt>
                <c:pt idx="1252">
                  <c:v>45265</c:v>
                </c:pt>
                <c:pt idx="1253">
                  <c:v>45266</c:v>
                </c:pt>
                <c:pt idx="1254">
                  <c:v>45267</c:v>
                </c:pt>
                <c:pt idx="1255">
                  <c:v>45268</c:v>
                </c:pt>
                <c:pt idx="1256">
                  <c:v>45271</c:v>
                </c:pt>
                <c:pt idx="1257">
                  <c:v>45272</c:v>
                </c:pt>
                <c:pt idx="1258">
                  <c:v>45273</c:v>
                </c:pt>
                <c:pt idx="1259">
                  <c:v>45274</c:v>
                </c:pt>
                <c:pt idx="1260">
                  <c:v>45275</c:v>
                </c:pt>
                <c:pt idx="1261">
                  <c:v>45278</c:v>
                </c:pt>
                <c:pt idx="1262">
                  <c:v>45279</c:v>
                </c:pt>
                <c:pt idx="1263">
                  <c:v>45280</c:v>
                </c:pt>
                <c:pt idx="1264">
                  <c:v>45281</c:v>
                </c:pt>
                <c:pt idx="1265">
                  <c:v>45282</c:v>
                </c:pt>
                <c:pt idx="1266">
                  <c:v>45287</c:v>
                </c:pt>
                <c:pt idx="1267">
                  <c:v>45288</c:v>
                </c:pt>
                <c:pt idx="1268">
                  <c:v>45289</c:v>
                </c:pt>
              </c:numCache>
            </c:numRef>
          </c:cat>
          <c:val>
            <c:numRef>
              <c:f>Volatilità!$P$2:$P$1270</c:f>
              <c:numCache>
                <c:formatCode>General</c:formatCode>
                <c:ptCount val="1269"/>
                <c:pt idx="20" formatCode="0.00%">
                  <c:v>0.13722068269954443</c:v>
                </c:pt>
                <c:pt idx="21" formatCode="0.00%">
                  <c:v>0.129053434604252</c:v>
                </c:pt>
                <c:pt idx="22" formatCode="0.00%">
                  <c:v>9.1508619066571775E-2</c:v>
                </c:pt>
                <c:pt idx="23" formatCode="0.00%">
                  <c:v>9.0673390490373554E-2</c:v>
                </c:pt>
                <c:pt idx="24" formatCode="0.00%">
                  <c:v>9.7294294088905539E-2</c:v>
                </c:pt>
                <c:pt idx="25" formatCode="0.00%">
                  <c:v>9.6871503484543348E-2</c:v>
                </c:pt>
                <c:pt idx="26" formatCode="0.00%">
                  <c:v>0.11492815807976574</c:v>
                </c:pt>
                <c:pt idx="27" formatCode="0.00%">
                  <c:v>0.11771917484497717</c:v>
                </c:pt>
                <c:pt idx="28" formatCode="0.00%">
                  <c:v>0.11806073924889517</c:v>
                </c:pt>
                <c:pt idx="29" formatCode="0.00%">
                  <c:v>0.11832500432261094</c:v>
                </c:pt>
                <c:pt idx="30" formatCode="0.00%">
                  <c:v>0.1185911392413925</c:v>
                </c:pt>
                <c:pt idx="31" formatCode="0.00%">
                  <c:v>0.11992629460916443</c:v>
                </c:pt>
                <c:pt idx="32" formatCode="0.00%">
                  <c:v>0.11374883102013375</c:v>
                </c:pt>
                <c:pt idx="33" formatCode="0.00%">
                  <c:v>0.11297418592008961</c:v>
                </c:pt>
                <c:pt idx="34" formatCode="0.00%">
                  <c:v>0.11220118682269406</c:v>
                </c:pt>
                <c:pt idx="35" formatCode="0.00%">
                  <c:v>0.11304398386972252</c:v>
                </c:pt>
                <c:pt idx="36" formatCode="0.00%">
                  <c:v>0.11449340033876691</c:v>
                </c:pt>
                <c:pt idx="37" formatCode="0.00%">
                  <c:v>0.11349643956578409</c:v>
                </c:pt>
                <c:pt idx="38" formatCode="0.00%">
                  <c:v>0.10496750923349672</c:v>
                </c:pt>
                <c:pt idx="39" formatCode="0.00%">
                  <c:v>0.10308032493459503</c:v>
                </c:pt>
                <c:pt idx="40" formatCode="0.00%">
                  <c:v>0.10448880160162116</c:v>
                </c:pt>
                <c:pt idx="41" formatCode="0.00%">
                  <c:v>0.10446300380005517</c:v>
                </c:pt>
                <c:pt idx="42" formatCode="0.00%">
                  <c:v>0.10463582710119247</c:v>
                </c:pt>
                <c:pt idx="43" formatCode="0.00%">
                  <c:v>0.10450846660581065</c:v>
                </c:pt>
                <c:pt idx="44" formatCode="0.00%">
                  <c:v>9.4535771387764533E-2</c:v>
                </c:pt>
                <c:pt idx="45" formatCode="0.00%">
                  <c:v>9.476687572039949E-2</c:v>
                </c:pt>
                <c:pt idx="46" formatCode="0.00%">
                  <c:v>7.6038277798549755E-2</c:v>
                </c:pt>
                <c:pt idx="47" formatCode="0.00%">
                  <c:v>8.1069011032777513E-2</c:v>
                </c:pt>
                <c:pt idx="48" formatCode="0.00%">
                  <c:v>8.0342455634661428E-2</c:v>
                </c:pt>
                <c:pt idx="49" formatCode="0.00%">
                  <c:v>7.9960029595277343E-2</c:v>
                </c:pt>
                <c:pt idx="50" formatCode="0.00%">
                  <c:v>8.0161498589948782E-2</c:v>
                </c:pt>
                <c:pt idx="51" formatCode="0.00%">
                  <c:v>8.1165324803172637E-2</c:v>
                </c:pt>
                <c:pt idx="52" formatCode="0.00%">
                  <c:v>7.0250685450722203E-2</c:v>
                </c:pt>
                <c:pt idx="53" formatCode="0.00%">
                  <c:v>7.030901774071048E-2</c:v>
                </c:pt>
                <c:pt idx="54" formatCode="0.00%">
                  <c:v>7.0176515934131781E-2</c:v>
                </c:pt>
                <c:pt idx="55" formatCode="0.00%">
                  <c:v>7.8029049238247897E-2</c:v>
                </c:pt>
                <c:pt idx="56" formatCode="0.00%">
                  <c:v>7.6810031841498441E-2</c:v>
                </c:pt>
                <c:pt idx="57" formatCode="0.00%">
                  <c:v>9.074355382952376E-2</c:v>
                </c:pt>
                <c:pt idx="58" formatCode="0.00%">
                  <c:v>9.2236211196079609E-2</c:v>
                </c:pt>
                <c:pt idx="59" formatCode="0.00%">
                  <c:v>9.5080502406306042E-2</c:v>
                </c:pt>
                <c:pt idx="60" formatCode="0.00%">
                  <c:v>9.4282917634199617E-2</c:v>
                </c:pt>
                <c:pt idx="61" formatCode="0.00%">
                  <c:v>9.4498022391668893E-2</c:v>
                </c:pt>
                <c:pt idx="62" formatCode="0.00%">
                  <c:v>9.5759371438503632E-2</c:v>
                </c:pt>
                <c:pt idx="63" formatCode="0.00%">
                  <c:v>0.10385151957590445</c:v>
                </c:pt>
                <c:pt idx="64" formatCode="0.00%">
                  <c:v>0.10420021741533901</c:v>
                </c:pt>
                <c:pt idx="65" formatCode="0.00%">
                  <c:v>0.10853379800793198</c:v>
                </c:pt>
                <c:pt idx="66" formatCode="0.00%">
                  <c:v>0.10751717821075527</c:v>
                </c:pt>
                <c:pt idx="67" formatCode="0.00%">
                  <c:v>9.9900576613377493E-2</c:v>
                </c:pt>
                <c:pt idx="68" formatCode="0.00%">
                  <c:v>9.8762603333785684E-2</c:v>
                </c:pt>
                <c:pt idx="69" formatCode="0.00%">
                  <c:v>0.10118350804618796</c:v>
                </c:pt>
                <c:pt idx="70" formatCode="0.00%">
                  <c:v>9.9778506790492091E-2</c:v>
                </c:pt>
                <c:pt idx="71" formatCode="0.00%">
                  <c:v>9.6988691865740786E-2</c:v>
                </c:pt>
                <c:pt idx="72" formatCode="0.00%">
                  <c:v>9.4667244621727778E-2</c:v>
                </c:pt>
                <c:pt idx="73" formatCode="0.00%">
                  <c:v>9.4460721968951625E-2</c:v>
                </c:pt>
                <c:pt idx="74" formatCode="0.00%">
                  <c:v>9.3031626420056163E-2</c:v>
                </c:pt>
                <c:pt idx="75" formatCode="0.00%">
                  <c:v>8.5755472145567987E-2</c:v>
                </c:pt>
                <c:pt idx="76" formatCode="0.00%">
                  <c:v>8.564049830220212E-2</c:v>
                </c:pt>
                <c:pt idx="77" formatCode="0.00%">
                  <c:v>6.8988366709005294E-2</c:v>
                </c:pt>
                <c:pt idx="78" formatCode="0.00%">
                  <c:v>6.5578454089518526E-2</c:v>
                </c:pt>
                <c:pt idx="79" formatCode="0.00%">
                  <c:v>6.3929779689747432E-2</c:v>
                </c:pt>
                <c:pt idx="80" formatCode="0.00%">
                  <c:v>6.371037818607457E-2</c:v>
                </c:pt>
                <c:pt idx="81" formatCode="0.00%">
                  <c:v>6.2879563940548874E-2</c:v>
                </c:pt>
                <c:pt idx="82" formatCode="0.00%">
                  <c:v>6.1276985051936128E-2</c:v>
                </c:pt>
                <c:pt idx="83" formatCode="0.00%">
                  <c:v>5.4260213455476519E-2</c:v>
                </c:pt>
                <c:pt idx="84" formatCode="0.00%">
                  <c:v>5.4549524840016017E-2</c:v>
                </c:pt>
                <c:pt idx="85" formatCode="0.00%">
                  <c:v>5.2641169331150491E-2</c:v>
                </c:pt>
                <c:pt idx="86" formatCode="0.00%">
                  <c:v>7.1061327329002333E-2</c:v>
                </c:pt>
                <c:pt idx="87" formatCode="0.00%">
                  <c:v>7.1294786584455608E-2</c:v>
                </c:pt>
                <c:pt idx="88" formatCode="0.00%">
                  <c:v>9.0894496507496786E-2</c:v>
                </c:pt>
                <c:pt idx="89" formatCode="0.00%">
                  <c:v>9.1557790300598754E-2</c:v>
                </c:pt>
                <c:pt idx="90" formatCode="0.00%">
                  <c:v>9.8394047584177233E-2</c:v>
                </c:pt>
                <c:pt idx="91" formatCode="0.00%">
                  <c:v>0.10690498307877612</c:v>
                </c:pt>
                <c:pt idx="92" formatCode="0.00%">
                  <c:v>0.10850504632562111</c:v>
                </c:pt>
                <c:pt idx="93" formatCode="0.00%">
                  <c:v>0.1189860761629241</c:v>
                </c:pt>
                <c:pt idx="94" formatCode="0.00%">
                  <c:v>0.11864543407686137</c:v>
                </c:pt>
                <c:pt idx="95" formatCode="0.00%">
                  <c:v>0.12319136575011455</c:v>
                </c:pt>
                <c:pt idx="96" formatCode="0.00%">
                  <c:v>0.12498544922391701</c:v>
                </c:pt>
                <c:pt idx="97" formatCode="0.00%">
                  <c:v>0.1242509036014115</c:v>
                </c:pt>
                <c:pt idx="98" formatCode="0.00%">
                  <c:v>0.13219351642143576</c:v>
                </c:pt>
                <c:pt idx="99" formatCode="0.00%">
                  <c:v>0.13510270808810088</c:v>
                </c:pt>
                <c:pt idx="100" formatCode="0.00%">
                  <c:v>0.13509365980548138</c:v>
                </c:pt>
                <c:pt idx="101" formatCode="0.00%">
                  <c:v>0.13472987398615055</c:v>
                </c:pt>
                <c:pt idx="102" formatCode="0.00%">
                  <c:v>0.14143782292753485</c:v>
                </c:pt>
                <c:pt idx="103" formatCode="0.00%">
                  <c:v>0.14278168511059597</c:v>
                </c:pt>
                <c:pt idx="104" formatCode="0.00%">
                  <c:v>0.14232462282797897</c:v>
                </c:pt>
                <c:pt idx="105" formatCode="0.00%">
                  <c:v>0.14235291443692835</c:v>
                </c:pt>
                <c:pt idx="106" formatCode="0.00%">
                  <c:v>0.13808137461269204</c:v>
                </c:pt>
                <c:pt idx="107" formatCode="0.00%">
                  <c:v>0.13889224739298983</c:v>
                </c:pt>
                <c:pt idx="108" formatCode="0.00%">
                  <c:v>0.1261238057108523</c:v>
                </c:pt>
                <c:pt idx="109" formatCode="0.00%">
                  <c:v>0.13006077683051917</c:v>
                </c:pt>
                <c:pt idx="110" formatCode="0.00%">
                  <c:v>0.12527639436169041</c:v>
                </c:pt>
                <c:pt idx="111" formatCode="0.00%">
                  <c:v>0.12141189662630529</c:v>
                </c:pt>
                <c:pt idx="112" formatCode="0.00%">
                  <c:v>0.12052764359290427</c:v>
                </c:pt>
                <c:pt idx="113" formatCode="0.00%">
                  <c:v>0.11206669849541404</c:v>
                </c:pt>
                <c:pt idx="114" formatCode="0.00%">
                  <c:v>0.11150278677335414</c:v>
                </c:pt>
                <c:pt idx="115" formatCode="0.00%">
                  <c:v>0.11982510344063586</c:v>
                </c:pt>
                <c:pt idx="116" formatCode="0.00%">
                  <c:v>0.11870661748484686</c:v>
                </c:pt>
                <c:pt idx="117" formatCode="0.00%">
                  <c:v>0.11899995523499841</c:v>
                </c:pt>
                <c:pt idx="118" formatCode="0.00%">
                  <c:v>0.1061719790090928</c:v>
                </c:pt>
                <c:pt idx="119" formatCode="0.00%">
                  <c:v>0.10587108653166315</c:v>
                </c:pt>
                <c:pt idx="120" formatCode="0.00%">
                  <c:v>0.10602265272777658</c:v>
                </c:pt>
                <c:pt idx="121" formatCode="0.00%">
                  <c:v>0.10645177898886363</c:v>
                </c:pt>
                <c:pt idx="122" formatCode="0.00%">
                  <c:v>9.0042269963317462E-2</c:v>
                </c:pt>
                <c:pt idx="123" formatCode="0.00%">
                  <c:v>9.161738514607555E-2</c:v>
                </c:pt>
                <c:pt idx="124" formatCode="0.00%">
                  <c:v>8.6244808201888443E-2</c:v>
                </c:pt>
                <c:pt idx="125" formatCode="0.00%">
                  <c:v>8.6202874453940898E-2</c:v>
                </c:pt>
                <c:pt idx="126" formatCode="0.00%">
                  <c:v>8.7989422151347196E-2</c:v>
                </c:pt>
                <c:pt idx="127" formatCode="0.00%">
                  <c:v>8.8068866057833511E-2</c:v>
                </c:pt>
                <c:pt idx="128" formatCode="0.00%">
                  <c:v>9.4207642610711129E-2</c:v>
                </c:pt>
                <c:pt idx="129" formatCode="0.00%">
                  <c:v>9.0723461763989002E-2</c:v>
                </c:pt>
                <c:pt idx="130" formatCode="0.00%">
                  <c:v>8.930314619265052E-2</c:v>
                </c:pt>
                <c:pt idx="131" formatCode="0.00%">
                  <c:v>8.8770928286978856E-2</c:v>
                </c:pt>
                <c:pt idx="132" formatCode="0.00%">
                  <c:v>8.9055954366721909E-2</c:v>
                </c:pt>
                <c:pt idx="133" formatCode="0.00%">
                  <c:v>8.723937152760651E-2</c:v>
                </c:pt>
                <c:pt idx="134" formatCode="0.00%">
                  <c:v>8.7025970253351334E-2</c:v>
                </c:pt>
                <c:pt idx="135" formatCode="0.00%">
                  <c:v>6.6357096979049707E-2</c:v>
                </c:pt>
                <c:pt idx="136" formatCode="0.00%">
                  <c:v>6.8052296118354449E-2</c:v>
                </c:pt>
                <c:pt idx="137" formatCode="0.00%">
                  <c:v>6.7523188980908436E-2</c:v>
                </c:pt>
                <c:pt idx="138" formatCode="0.00%">
                  <c:v>6.6155667652739461E-2</c:v>
                </c:pt>
                <c:pt idx="139" formatCode="0.00%">
                  <c:v>6.5355459032723051E-2</c:v>
                </c:pt>
                <c:pt idx="140" formatCode="0.00%">
                  <c:v>7.2773461018578359E-2</c:v>
                </c:pt>
                <c:pt idx="141" formatCode="0.00%">
                  <c:v>7.1128083536367251E-2</c:v>
                </c:pt>
                <c:pt idx="142" formatCode="0.00%">
                  <c:v>7.5152981964309376E-2</c:v>
                </c:pt>
                <c:pt idx="143" formatCode="0.00%">
                  <c:v>7.2278534704551547E-2</c:v>
                </c:pt>
                <c:pt idx="144" formatCode="0.00%">
                  <c:v>6.7367610707324443E-2</c:v>
                </c:pt>
                <c:pt idx="145" formatCode="0.00%">
                  <c:v>8.5005736564565573E-2</c:v>
                </c:pt>
                <c:pt idx="146" formatCode="0.00%">
                  <c:v>7.8738276407467014E-2</c:v>
                </c:pt>
                <c:pt idx="147" formatCode="0.00%">
                  <c:v>8.1207920414980428E-2</c:v>
                </c:pt>
                <c:pt idx="148" formatCode="0.00%">
                  <c:v>0.11659964054457828</c:v>
                </c:pt>
                <c:pt idx="149" formatCode="0.00%">
                  <c:v>0.13973080727636472</c:v>
                </c:pt>
                <c:pt idx="150" formatCode="0.00%">
                  <c:v>0.13964241885422615</c:v>
                </c:pt>
                <c:pt idx="151" formatCode="0.00%">
                  <c:v>0.1408007226138587</c:v>
                </c:pt>
                <c:pt idx="152" formatCode="0.00%">
                  <c:v>0.15598913655050314</c:v>
                </c:pt>
                <c:pt idx="153" formatCode="0.00%">
                  <c:v>0.15765559056705744</c:v>
                </c:pt>
                <c:pt idx="154" formatCode="0.00%">
                  <c:v>0.15684870574694984</c:v>
                </c:pt>
                <c:pt idx="155" formatCode="0.00%">
                  <c:v>0.15790486530581097</c:v>
                </c:pt>
                <c:pt idx="156" formatCode="0.00%">
                  <c:v>0.16630105747087665</c:v>
                </c:pt>
                <c:pt idx="157" formatCode="0.00%">
                  <c:v>0.17193717249764975</c:v>
                </c:pt>
                <c:pt idx="158" formatCode="0.00%">
                  <c:v>0.1783473708650333</c:v>
                </c:pt>
                <c:pt idx="159" formatCode="0.00%">
                  <c:v>0.17885510960107104</c:v>
                </c:pt>
                <c:pt idx="160" formatCode="0.00%">
                  <c:v>0.18105457601505767</c:v>
                </c:pt>
                <c:pt idx="161" formatCode="0.00%">
                  <c:v>0.180924389837366</c:v>
                </c:pt>
                <c:pt idx="162" formatCode="0.00%">
                  <c:v>0.18163725752366186</c:v>
                </c:pt>
                <c:pt idx="163" formatCode="0.00%">
                  <c:v>0.18068697156136662</c:v>
                </c:pt>
                <c:pt idx="164" formatCode="0.00%">
                  <c:v>0.18316951253258079</c:v>
                </c:pt>
                <c:pt idx="165" formatCode="0.00%">
                  <c:v>0.17708159834258042</c:v>
                </c:pt>
                <c:pt idx="166" formatCode="0.00%">
                  <c:v>0.18182778159193311</c:v>
                </c:pt>
                <c:pt idx="167" formatCode="0.00%">
                  <c:v>0.18303898626816892</c:v>
                </c:pt>
                <c:pt idx="168" formatCode="0.00%">
                  <c:v>0.16029603872484796</c:v>
                </c:pt>
                <c:pt idx="169" formatCode="0.00%">
                  <c:v>0.13441575986830701</c:v>
                </c:pt>
                <c:pt idx="170" formatCode="0.00%">
                  <c:v>0.13489515213421902</c:v>
                </c:pt>
                <c:pt idx="171" formatCode="0.00%">
                  <c:v>0.13609016857574366</c:v>
                </c:pt>
                <c:pt idx="172" formatCode="0.00%">
                  <c:v>0.1255381577354352</c:v>
                </c:pt>
                <c:pt idx="173" formatCode="0.00%">
                  <c:v>0.12104734041416063</c:v>
                </c:pt>
                <c:pt idx="174" formatCode="0.00%">
                  <c:v>0.11966387318803771</c:v>
                </c:pt>
                <c:pt idx="175" formatCode="0.00%">
                  <c:v>0.12125071094742153</c:v>
                </c:pt>
                <c:pt idx="176" formatCode="0.00%">
                  <c:v>9.7942486220848765E-2</c:v>
                </c:pt>
                <c:pt idx="177" formatCode="0.00%">
                  <c:v>9.516212276526298E-2</c:v>
                </c:pt>
                <c:pt idx="178" formatCode="0.00%">
                  <c:v>9.4405994937812057E-2</c:v>
                </c:pt>
                <c:pt idx="179" formatCode="0.00%">
                  <c:v>8.8976428107858219E-2</c:v>
                </c:pt>
                <c:pt idx="180" formatCode="0.00%">
                  <c:v>8.1512439398199313E-2</c:v>
                </c:pt>
                <c:pt idx="181" formatCode="0.00%">
                  <c:v>7.9868024838860435E-2</c:v>
                </c:pt>
                <c:pt idx="182" formatCode="0.00%">
                  <c:v>7.0300479325702769E-2</c:v>
                </c:pt>
                <c:pt idx="183" formatCode="0.00%">
                  <c:v>7.9668913556231319E-2</c:v>
                </c:pt>
                <c:pt idx="184" formatCode="0.00%">
                  <c:v>7.872363240920166E-2</c:v>
                </c:pt>
                <c:pt idx="185" formatCode="0.00%">
                  <c:v>8.2395055411308191E-2</c:v>
                </c:pt>
                <c:pt idx="186" formatCode="0.00%">
                  <c:v>7.787275040639649E-2</c:v>
                </c:pt>
                <c:pt idx="187" formatCode="0.00%">
                  <c:v>7.5982723055288581E-2</c:v>
                </c:pt>
                <c:pt idx="188" formatCode="0.00%">
                  <c:v>7.6067317758286304E-2</c:v>
                </c:pt>
                <c:pt idx="189" formatCode="0.00%">
                  <c:v>9.1744137618125027E-2</c:v>
                </c:pt>
                <c:pt idx="190" formatCode="0.00%">
                  <c:v>0.13214293729318299</c:v>
                </c:pt>
                <c:pt idx="191" formatCode="0.00%">
                  <c:v>0.1321439196994304</c:v>
                </c:pt>
                <c:pt idx="192" formatCode="0.00%">
                  <c:v>0.13437215822791426</c:v>
                </c:pt>
                <c:pt idx="193" formatCode="0.00%">
                  <c:v>0.13928664164552526</c:v>
                </c:pt>
                <c:pt idx="194" formatCode="0.00%">
                  <c:v>0.14034122838724078</c:v>
                </c:pt>
                <c:pt idx="195" formatCode="0.00%">
                  <c:v>0.13878300626364784</c:v>
                </c:pt>
                <c:pt idx="196" formatCode="0.00%">
                  <c:v>0.16232147892239926</c:v>
                </c:pt>
                <c:pt idx="197" formatCode="0.00%">
                  <c:v>0.16280741740444105</c:v>
                </c:pt>
                <c:pt idx="198" formatCode="0.00%">
                  <c:v>0.16617436977720856</c:v>
                </c:pt>
                <c:pt idx="199" formatCode="0.00%">
                  <c:v>0.16628444591065428</c:v>
                </c:pt>
                <c:pt idx="200" formatCode="0.00%">
                  <c:v>0.16636654850206301</c:v>
                </c:pt>
                <c:pt idx="201" formatCode="0.00%">
                  <c:v>0.1654449144311774</c:v>
                </c:pt>
                <c:pt idx="202" formatCode="0.00%">
                  <c:v>0.16654592395290752</c:v>
                </c:pt>
                <c:pt idx="203" formatCode="0.00%">
                  <c:v>0.16370099236057134</c:v>
                </c:pt>
                <c:pt idx="204" formatCode="0.00%">
                  <c:v>0.16369874332347351</c:v>
                </c:pt>
                <c:pt idx="205" formatCode="0.00%">
                  <c:v>0.16284878244386577</c:v>
                </c:pt>
                <c:pt idx="206" formatCode="0.00%">
                  <c:v>0.16186282227342214</c:v>
                </c:pt>
                <c:pt idx="207" formatCode="0.00%">
                  <c:v>0.16138006465998134</c:v>
                </c:pt>
                <c:pt idx="208" formatCode="0.00%">
                  <c:v>0.16130988921285935</c:v>
                </c:pt>
                <c:pt idx="209" formatCode="0.00%">
                  <c:v>0.15276973177552156</c:v>
                </c:pt>
                <c:pt idx="210" formatCode="0.00%">
                  <c:v>0.1121903904419506</c:v>
                </c:pt>
                <c:pt idx="211" formatCode="0.00%">
                  <c:v>0.11198252234604407</c:v>
                </c:pt>
                <c:pt idx="212" formatCode="0.00%">
                  <c:v>0.11398239898516922</c:v>
                </c:pt>
                <c:pt idx="213" formatCode="0.00%">
                  <c:v>0.10206277587807409</c:v>
                </c:pt>
                <c:pt idx="214" formatCode="0.00%">
                  <c:v>0.10208338866547996</c:v>
                </c:pt>
                <c:pt idx="215" formatCode="0.00%">
                  <c:v>0.10136885108554036</c:v>
                </c:pt>
                <c:pt idx="216" formatCode="0.00%">
                  <c:v>7.1181761498525162E-2</c:v>
                </c:pt>
                <c:pt idx="217" formatCode="0.00%">
                  <c:v>6.7196467672910959E-2</c:v>
                </c:pt>
                <c:pt idx="218" formatCode="0.00%">
                  <c:v>5.8596699227789623E-2</c:v>
                </c:pt>
                <c:pt idx="219" formatCode="0.00%">
                  <c:v>5.9508456110917762E-2</c:v>
                </c:pt>
                <c:pt idx="220" formatCode="0.00%">
                  <c:v>6.1658493276655436E-2</c:v>
                </c:pt>
                <c:pt idx="221" formatCode="0.00%">
                  <c:v>5.9825405160099793E-2</c:v>
                </c:pt>
                <c:pt idx="222" formatCode="0.00%">
                  <c:v>5.795974565859182E-2</c:v>
                </c:pt>
                <c:pt idx="223" formatCode="0.00%">
                  <c:v>5.8716918562602118E-2</c:v>
                </c:pt>
                <c:pt idx="224" formatCode="0.00%">
                  <c:v>6.1902431281008322E-2</c:v>
                </c:pt>
                <c:pt idx="225" formatCode="0.00%">
                  <c:v>6.165950829131879E-2</c:v>
                </c:pt>
                <c:pt idx="226" formatCode="0.00%">
                  <c:v>6.3015780396625157E-2</c:v>
                </c:pt>
                <c:pt idx="227" formatCode="0.00%">
                  <c:v>7.1130065288031161E-2</c:v>
                </c:pt>
                <c:pt idx="228" formatCode="0.00%">
                  <c:v>7.0427705714139408E-2</c:v>
                </c:pt>
                <c:pt idx="229" formatCode="0.00%">
                  <c:v>7.0748919619982462E-2</c:v>
                </c:pt>
                <c:pt idx="230" formatCode="0.00%">
                  <c:v>6.7632958686021843E-2</c:v>
                </c:pt>
                <c:pt idx="231" formatCode="0.00%">
                  <c:v>6.7925730641924642E-2</c:v>
                </c:pt>
                <c:pt idx="232" formatCode="0.00%">
                  <c:v>8.3024366516648754E-2</c:v>
                </c:pt>
                <c:pt idx="233" formatCode="0.00%">
                  <c:v>8.5188814079690825E-2</c:v>
                </c:pt>
                <c:pt idx="234" formatCode="0.00%">
                  <c:v>9.5671723394158692E-2</c:v>
                </c:pt>
                <c:pt idx="235" formatCode="0.00%">
                  <c:v>9.4604257720474511E-2</c:v>
                </c:pt>
                <c:pt idx="236" formatCode="0.00%">
                  <c:v>0.10329889101349053</c:v>
                </c:pt>
                <c:pt idx="237" formatCode="0.00%">
                  <c:v>0.10370391069966407</c:v>
                </c:pt>
                <c:pt idx="238" formatCode="0.00%">
                  <c:v>0.10316116027334364</c:v>
                </c:pt>
                <c:pt idx="239" formatCode="0.00%">
                  <c:v>0.10308734501440467</c:v>
                </c:pt>
                <c:pt idx="240" formatCode="0.00%">
                  <c:v>0.10278794956288928</c:v>
                </c:pt>
                <c:pt idx="241" formatCode="0.00%">
                  <c:v>0.10865726445815965</c:v>
                </c:pt>
                <c:pt idx="242" formatCode="0.00%">
                  <c:v>0.11805591120888974</c:v>
                </c:pt>
                <c:pt idx="243" formatCode="0.00%">
                  <c:v>0.12133284376002235</c:v>
                </c:pt>
                <c:pt idx="244" formatCode="0.00%">
                  <c:v>0.12009736480726897</c:v>
                </c:pt>
                <c:pt idx="245" formatCode="0.00%">
                  <c:v>0.11847831559369741</c:v>
                </c:pt>
                <c:pt idx="246" formatCode="0.00%">
                  <c:v>0.12029652482012564</c:v>
                </c:pt>
                <c:pt idx="247" formatCode="0.00%">
                  <c:v>0.116304327200848</c:v>
                </c:pt>
                <c:pt idx="248" formatCode="0.00%">
                  <c:v>0.11657760724610565</c:v>
                </c:pt>
                <c:pt idx="249" formatCode="0.00%">
                  <c:v>0.12145849280185879</c:v>
                </c:pt>
                <c:pt idx="250" formatCode="0.00%">
                  <c:v>0.12417068688068093</c:v>
                </c:pt>
                <c:pt idx="251" formatCode="0.00%">
                  <c:v>0.1235385580744244</c:v>
                </c:pt>
                <c:pt idx="252" formatCode="0.00%">
                  <c:v>0.10784166597841691</c:v>
                </c:pt>
                <c:pt idx="253" formatCode="0.00%">
                  <c:v>0.10335496098317093</c:v>
                </c:pt>
                <c:pt idx="254" formatCode="0.00%">
                  <c:v>9.7208347736831124E-2</c:v>
                </c:pt>
                <c:pt idx="255" formatCode="0.00%">
                  <c:v>9.6558481327270712E-2</c:v>
                </c:pt>
                <c:pt idx="256" formatCode="0.00%">
                  <c:v>9.0306739819398643E-2</c:v>
                </c:pt>
                <c:pt idx="257" formatCode="0.00%">
                  <c:v>9.0012692515325426E-2</c:v>
                </c:pt>
                <c:pt idx="258" formatCode="0.00%">
                  <c:v>8.8838104369981033E-2</c:v>
                </c:pt>
                <c:pt idx="259" formatCode="0.00%">
                  <c:v>8.9006261795348776E-2</c:v>
                </c:pt>
                <c:pt idx="260" formatCode="0.00%">
                  <c:v>8.8802770897356192E-2</c:v>
                </c:pt>
                <c:pt idx="261" formatCode="0.00%">
                  <c:v>8.7081112059770344E-2</c:v>
                </c:pt>
                <c:pt idx="262" formatCode="0.00%">
                  <c:v>7.4355406730825788E-2</c:v>
                </c:pt>
                <c:pt idx="263" formatCode="0.00%">
                  <c:v>6.9409237365940749E-2</c:v>
                </c:pt>
                <c:pt idx="264" formatCode="0.00%">
                  <c:v>6.9211175294453031E-2</c:v>
                </c:pt>
                <c:pt idx="265" formatCode="0.00%">
                  <c:v>7.496571226056585E-2</c:v>
                </c:pt>
                <c:pt idx="266" formatCode="0.00%">
                  <c:v>7.5731070389038729E-2</c:v>
                </c:pt>
                <c:pt idx="267" formatCode="0.00%">
                  <c:v>0.11266535858555984</c:v>
                </c:pt>
                <c:pt idx="268" formatCode="0.00%">
                  <c:v>0.11625030272852682</c:v>
                </c:pt>
                <c:pt idx="269" formatCode="0.00%">
                  <c:v>0.11306526389906849</c:v>
                </c:pt>
                <c:pt idx="270" formatCode="0.00%">
                  <c:v>0.11473199304025833</c:v>
                </c:pt>
                <c:pt idx="271" formatCode="0.00%">
                  <c:v>0.12005345170984899</c:v>
                </c:pt>
                <c:pt idx="272" formatCode="0.00%">
                  <c:v>0.12001594015081185</c:v>
                </c:pt>
                <c:pt idx="273" formatCode="0.00%">
                  <c:v>0.13386376160254101</c:v>
                </c:pt>
                <c:pt idx="274" formatCode="0.00%">
                  <c:v>0.14059376051939862</c:v>
                </c:pt>
                <c:pt idx="275" formatCode="0.00%">
                  <c:v>0.14098428085359141</c:v>
                </c:pt>
                <c:pt idx="276" formatCode="0.00%">
                  <c:v>0.14134009273787246</c:v>
                </c:pt>
                <c:pt idx="277" formatCode="0.00%">
                  <c:v>0.14105331573884611</c:v>
                </c:pt>
                <c:pt idx="278" formatCode="0.00%">
                  <c:v>0.14393195721341953</c:v>
                </c:pt>
                <c:pt idx="279" formatCode="0.00%">
                  <c:v>0.14503859123203058</c:v>
                </c:pt>
                <c:pt idx="280" formatCode="0.00%">
                  <c:v>0.14510442081287417</c:v>
                </c:pt>
                <c:pt idx="281" formatCode="0.00%">
                  <c:v>0.14196733521534544</c:v>
                </c:pt>
                <c:pt idx="282" formatCode="0.00%">
                  <c:v>0.14205317598443309</c:v>
                </c:pt>
                <c:pt idx="283" formatCode="0.00%">
                  <c:v>0.14283789980501552</c:v>
                </c:pt>
                <c:pt idx="284" formatCode="0.00%">
                  <c:v>0.14508321236809787</c:v>
                </c:pt>
                <c:pt idx="285" formatCode="0.00%">
                  <c:v>0.1462809768322979</c:v>
                </c:pt>
                <c:pt idx="286" formatCode="0.00%">
                  <c:v>0.14511211522326153</c:v>
                </c:pt>
                <c:pt idx="287" formatCode="0.00%">
                  <c:v>0.18425746558345454</c:v>
                </c:pt>
                <c:pt idx="288" formatCode="0.00%">
                  <c:v>0.19123608252489377</c:v>
                </c:pt>
                <c:pt idx="289" formatCode="0.00%">
                  <c:v>0.1900436898542274</c:v>
                </c:pt>
                <c:pt idx="290" formatCode="0.00%">
                  <c:v>0.22858789080359124</c:v>
                </c:pt>
                <c:pt idx="291" formatCode="0.00%">
                  <c:v>0.25574517077707559</c:v>
                </c:pt>
                <c:pt idx="292" formatCode="0.00%">
                  <c:v>0.25523241524663726</c:v>
                </c:pt>
                <c:pt idx="293" formatCode="0.00%">
                  <c:v>0.25254534417968993</c:v>
                </c:pt>
                <c:pt idx="294" formatCode="0.00%">
                  <c:v>0.25368403070222145</c:v>
                </c:pt>
                <c:pt idx="295" formatCode="0.00%">
                  <c:v>0.25362275371255644</c:v>
                </c:pt>
                <c:pt idx="296" formatCode="0.00%">
                  <c:v>0.27717596874142419</c:v>
                </c:pt>
                <c:pt idx="297" formatCode="0.00%">
                  <c:v>0.37019529333187151</c:v>
                </c:pt>
                <c:pt idx="298" formatCode="0.00%">
                  <c:v>0.36243821294362322</c:v>
                </c:pt>
                <c:pt idx="299" formatCode="0.00%">
                  <c:v>0.35641896215462859</c:v>
                </c:pt>
                <c:pt idx="300" formatCode="0.00%">
                  <c:v>0.52222045607848877</c:v>
                </c:pt>
                <c:pt idx="301" formatCode="0.00%">
                  <c:v>0.53201927666283222</c:v>
                </c:pt>
                <c:pt idx="302" formatCode="0.00%">
                  <c:v>0.53686404374277086</c:v>
                </c:pt>
                <c:pt idx="303" formatCode="0.00%">
                  <c:v>0.55561702059134865</c:v>
                </c:pt>
                <c:pt idx="304" formatCode="0.00%">
                  <c:v>0.54995358829076491</c:v>
                </c:pt>
                <c:pt idx="305" formatCode="0.00%">
                  <c:v>0.57722150276153283</c:v>
                </c:pt>
                <c:pt idx="306" formatCode="0.00%">
                  <c:v>0.59083144471223503</c:v>
                </c:pt>
                <c:pt idx="307" formatCode="0.00%">
                  <c:v>0.59350866764665744</c:v>
                </c:pt>
                <c:pt idx="308" formatCode="0.00%">
                  <c:v>0.69153179385998598</c:v>
                </c:pt>
                <c:pt idx="309" formatCode="0.00%">
                  <c:v>0.70806593537475659</c:v>
                </c:pt>
                <c:pt idx="310" formatCode="0.00%">
                  <c:v>0.713613970723455</c:v>
                </c:pt>
                <c:pt idx="311" formatCode="0.00%">
                  <c:v>0.7122491987988544</c:v>
                </c:pt>
                <c:pt idx="312" formatCode="0.00%">
                  <c:v>0.71576537891514558</c:v>
                </c:pt>
                <c:pt idx="313" formatCode="0.00%">
                  <c:v>0.7169474777882785</c:v>
                </c:pt>
                <c:pt idx="314" formatCode="0.00%">
                  <c:v>0.71550540202933433</c:v>
                </c:pt>
                <c:pt idx="315" formatCode="0.00%">
                  <c:v>0.71733288949608154</c:v>
                </c:pt>
                <c:pt idx="316" formatCode="0.00%">
                  <c:v>0.70999884404401015</c:v>
                </c:pt>
                <c:pt idx="317" formatCode="0.00%">
                  <c:v>0.67808362923915144</c:v>
                </c:pt>
                <c:pt idx="318" formatCode="0.00%">
                  <c:v>0.68143691258432959</c:v>
                </c:pt>
                <c:pt idx="319" formatCode="0.00%">
                  <c:v>0.68107923881157595</c:v>
                </c:pt>
                <c:pt idx="320" formatCode="0.00%">
                  <c:v>0.51089297041947768</c:v>
                </c:pt>
                <c:pt idx="321" formatCode="0.00%">
                  <c:v>0.50994773405444849</c:v>
                </c:pt>
                <c:pt idx="322" formatCode="0.00%">
                  <c:v>0.48882738173699886</c:v>
                </c:pt>
                <c:pt idx="323" formatCode="0.00%">
                  <c:v>0.48513963792384301</c:v>
                </c:pt>
                <c:pt idx="324" formatCode="0.00%">
                  <c:v>0.45889898979343624</c:v>
                </c:pt>
                <c:pt idx="325" formatCode="0.00%">
                  <c:v>0.45285612027516159</c:v>
                </c:pt>
                <c:pt idx="326" formatCode="0.00%">
                  <c:v>0.47483054796787333</c:v>
                </c:pt>
                <c:pt idx="327" formatCode="0.00%">
                  <c:v>0.43951178751050202</c:v>
                </c:pt>
                <c:pt idx="328" formatCode="0.00%">
                  <c:v>0.34642976392385283</c:v>
                </c:pt>
                <c:pt idx="329" formatCode="0.00%">
                  <c:v>0.33657132678992174</c:v>
                </c:pt>
                <c:pt idx="330" formatCode="0.00%">
                  <c:v>0.33080017359293928</c:v>
                </c:pt>
                <c:pt idx="331" formatCode="0.00%">
                  <c:v>0.30671103056376925</c:v>
                </c:pt>
                <c:pt idx="332" formatCode="0.00%">
                  <c:v>0.30876408219684759</c:v>
                </c:pt>
                <c:pt idx="333" formatCode="0.00%">
                  <c:v>0.31813203820832248</c:v>
                </c:pt>
                <c:pt idx="334" formatCode="0.00%">
                  <c:v>0.32565815036047563</c:v>
                </c:pt>
                <c:pt idx="335" formatCode="0.00%">
                  <c:v>0.33222476113113597</c:v>
                </c:pt>
                <c:pt idx="336" formatCode="0.00%">
                  <c:v>0.32962310423033364</c:v>
                </c:pt>
                <c:pt idx="337" formatCode="0.00%">
                  <c:v>0.30771729797349906</c:v>
                </c:pt>
                <c:pt idx="338" formatCode="0.00%">
                  <c:v>0.30295222484616491</c:v>
                </c:pt>
                <c:pt idx="339" formatCode="0.00%">
                  <c:v>0.30366913421653452</c:v>
                </c:pt>
                <c:pt idx="340" formatCode="0.00%">
                  <c:v>0.29940711919077018</c:v>
                </c:pt>
                <c:pt idx="341" formatCode="0.00%">
                  <c:v>0.30765617207617701</c:v>
                </c:pt>
                <c:pt idx="342" formatCode="0.00%">
                  <c:v>0.29420215849478359</c:v>
                </c:pt>
                <c:pt idx="343" formatCode="0.00%">
                  <c:v>0.29397698060633065</c:v>
                </c:pt>
                <c:pt idx="344" formatCode="0.00%">
                  <c:v>0.31343023730890823</c:v>
                </c:pt>
                <c:pt idx="345" formatCode="0.00%">
                  <c:v>0.31377374450075585</c:v>
                </c:pt>
                <c:pt idx="346" formatCode="0.00%">
                  <c:v>0.28627804283657821</c:v>
                </c:pt>
                <c:pt idx="347" formatCode="0.00%">
                  <c:v>0.28271632401046476</c:v>
                </c:pt>
                <c:pt idx="348" formatCode="0.00%">
                  <c:v>0.28123747973170682</c:v>
                </c:pt>
                <c:pt idx="349" formatCode="0.00%">
                  <c:v>0.28139886931381919</c:v>
                </c:pt>
                <c:pt idx="350" formatCode="0.00%">
                  <c:v>0.27750184728728217</c:v>
                </c:pt>
                <c:pt idx="351" formatCode="0.00%">
                  <c:v>0.27201893570433433</c:v>
                </c:pt>
                <c:pt idx="352" formatCode="0.00%">
                  <c:v>0.271160913549364</c:v>
                </c:pt>
                <c:pt idx="353" formatCode="0.00%">
                  <c:v>0.26559561557640576</c:v>
                </c:pt>
                <c:pt idx="354" formatCode="0.00%">
                  <c:v>0.24288957787192178</c:v>
                </c:pt>
                <c:pt idx="355" formatCode="0.00%">
                  <c:v>0.24675352434577708</c:v>
                </c:pt>
                <c:pt idx="356" formatCode="0.00%">
                  <c:v>0.24879107723528246</c:v>
                </c:pt>
                <c:pt idx="357" formatCode="0.00%">
                  <c:v>0.25788988955931208</c:v>
                </c:pt>
                <c:pt idx="358" formatCode="0.00%">
                  <c:v>0.25915477783847179</c:v>
                </c:pt>
                <c:pt idx="359" formatCode="0.00%">
                  <c:v>0.26446880586958882</c:v>
                </c:pt>
                <c:pt idx="360" formatCode="0.00%">
                  <c:v>0.26594221469928414</c:v>
                </c:pt>
                <c:pt idx="361" formatCode="0.00%">
                  <c:v>0.30135795364939633</c:v>
                </c:pt>
                <c:pt idx="362" formatCode="0.00%">
                  <c:v>0.28684323831549191</c:v>
                </c:pt>
                <c:pt idx="363" formatCode="0.00%">
                  <c:v>0.28782560253970751</c:v>
                </c:pt>
                <c:pt idx="364" formatCode="0.00%">
                  <c:v>0.27131455868087112</c:v>
                </c:pt>
                <c:pt idx="365" formatCode="0.00%">
                  <c:v>0.26944195552883377</c:v>
                </c:pt>
                <c:pt idx="366" formatCode="0.00%">
                  <c:v>0.27113285344833038</c:v>
                </c:pt>
                <c:pt idx="367" formatCode="0.00%">
                  <c:v>0.26843692479475767</c:v>
                </c:pt>
                <c:pt idx="368" formatCode="0.00%">
                  <c:v>0.27106726879418219</c:v>
                </c:pt>
                <c:pt idx="369" formatCode="0.00%">
                  <c:v>0.27016178807178526</c:v>
                </c:pt>
                <c:pt idx="370" formatCode="0.00%">
                  <c:v>0.29024587480167346</c:v>
                </c:pt>
                <c:pt idx="371" formatCode="0.00%">
                  <c:v>0.29100817857183225</c:v>
                </c:pt>
                <c:pt idx="372" formatCode="0.00%">
                  <c:v>0.28615831329064439</c:v>
                </c:pt>
                <c:pt idx="373" formatCode="0.00%">
                  <c:v>0.28093414388903398</c:v>
                </c:pt>
                <c:pt idx="374" formatCode="0.00%">
                  <c:v>0.26477158065530171</c:v>
                </c:pt>
                <c:pt idx="375" formatCode="0.00%">
                  <c:v>0.24802435400494885</c:v>
                </c:pt>
                <c:pt idx="376" formatCode="0.00%">
                  <c:v>0.2571366042749017</c:v>
                </c:pt>
                <c:pt idx="377" formatCode="0.00%">
                  <c:v>0.24194172231225855</c:v>
                </c:pt>
                <c:pt idx="378" formatCode="0.00%">
                  <c:v>0.24919601843628733</c:v>
                </c:pt>
                <c:pt idx="379" formatCode="0.00%">
                  <c:v>0.24620187876783856</c:v>
                </c:pt>
                <c:pt idx="380" formatCode="0.00%">
                  <c:v>0.24701864919449829</c:v>
                </c:pt>
                <c:pt idx="381" formatCode="0.00%">
                  <c:v>0.19508182282287229</c:v>
                </c:pt>
                <c:pt idx="382" formatCode="0.00%">
                  <c:v>0.19674654013805148</c:v>
                </c:pt>
                <c:pt idx="383" formatCode="0.00%">
                  <c:v>0.1980406091061189</c:v>
                </c:pt>
                <c:pt idx="384" formatCode="0.00%">
                  <c:v>0.17541477957693849</c:v>
                </c:pt>
                <c:pt idx="385" formatCode="0.00%">
                  <c:v>0.18404954360823689</c:v>
                </c:pt>
                <c:pt idx="386" formatCode="0.00%">
                  <c:v>0.1827823249651469</c:v>
                </c:pt>
                <c:pt idx="387" formatCode="0.00%">
                  <c:v>0.18204071885722817</c:v>
                </c:pt>
                <c:pt idx="388" formatCode="0.00%">
                  <c:v>0.18048976928856153</c:v>
                </c:pt>
                <c:pt idx="389" formatCode="0.00%">
                  <c:v>0.17576657610914115</c:v>
                </c:pt>
                <c:pt idx="390" formatCode="0.00%">
                  <c:v>0.14286555033364387</c:v>
                </c:pt>
                <c:pt idx="391" formatCode="0.00%">
                  <c:v>0.14175471705042125</c:v>
                </c:pt>
                <c:pt idx="392" formatCode="0.00%">
                  <c:v>0.15602911518551721</c:v>
                </c:pt>
                <c:pt idx="393" formatCode="0.00%">
                  <c:v>0.15629442011794481</c:v>
                </c:pt>
                <c:pt idx="394" formatCode="0.00%">
                  <c:v>0.15673355913522075</c:v>
                </c:pt>
                <c:pt idx="395" formatCode="0.00%">
                  <c:v>0.1567508476764389</c:v>
                </c:pt>
                <c:pt idx="396" formatCode="0.00%">
                  <c:v>0.16021451546255236</c:v>
                </c:pt>
                <c:pt idx="397" formatCode="0.00%">
                  <c:v>0.16087144025685757</c:v>
                </c:pt>
                <c:pt idx="398" formatCode="0.00%">
                  <c:v>0.16799659472663334</c:v>
                </c:pt>
                <c:pt idx="399" formatCode="0.00%">
                  <c:v>0.16693397197923504</c:v>
                </c:pt>
                <c:pt idx="400" formatCode="0.00%">
                  <c:v>0.16649812256930657</c:v>
                </c:pt>
                <c:pt idx="401" formatCode="0.00%">
                  <c:v>0.16623840351954339</c:v>
                </c:pt>
                <c:pt idx="402" formatCode="0.00%">
                  <c:v>0.1633697008105213</c:v>
                </c:pt>
                <c:pt idx="403" formatCode="0.00%">
                  <c:v>0.15931682430291005</c:v>
                </c:pt>
                <c:pt idx="404" formatCode="0.00%">
                  <c:v>0.16799042343218701</c:v>
                </c:pt>
                <c:pt idx="405" formatCode="0.00%">
                  <c:v>0.16077558805732498</c:v>
                </c:pt>
                <c:pt idx="406" formatCode="0.00%">
                  <c:v>0.16151999122752997</c:v>
                </c:pt>
                <c:pt idx="407" formatCode="0.00%">
                  <c:v>0.1669649487691412</c:v>
                </c:pt>
                <c:pt idx="408" formatCode="0.00%">
                  <c:v>0.16489323416830387</c:v>
                </c:pt>
                <c:pt idx="409" formatCode="0.00%">
                  <c:v>0.16503226639846977</c:v>
                </c:pt>
                <c:pt idx="410" formatCode="0.00%">
                  <c:v>0.16481731065058153</c:v>
                </c:pt>
                <c:pt idx="411" formatCode="0.00%">
                  <c:v>0.16865447697264371</c:v>
                </c:pt>
                <c:pt idx="412" formatCode="0.00%">
                  <c:v>0.15764762879575256</c:v>
                </c:pt>
                <c:pt idx="413" formatCode="0.00%">
                  <c:v>0.1670049973794081</c:v>
                </c:pt>
                <c:pt idx="414" formatCode="0.00%">
                  <c:v>0.16692532964648663</c:v>
                </c:pt>
                <c:pt idx="415" formatCode="0.00%">
                  <c:v>0.16975301150495722</c:v>
                </c:pt>
                <c:pt idx="416" formatCode="0.00%">
                  <c:v>0.1502880966768082</c:v>
                </c:pt>
                <c:pt idx="417" formatCode="0.00%">
                  <c:v>0.14741116632323131</c:v>
                </c:pt>
                <c:pt idx="418" formatCode="0.00%">
                  <c:v>0.13235868412486004</c:v>
                </c:pt>
                <c:pt idx="419" formatCode="0.00%">
                  <c:v>0.13303740816621437</c:v>
                </c:pt>
                <c:pt idx="420" formatCode="0.00%">
                  <c:v>0.14422033366163362</c:v>
                </c:pt>
                <c:pt idx="421" formatCode="0.00%">
                  <c:v>0.15113754273852001</c:v>
                </c:pt>
                <c:pt idx="422" formatCode="0.00%">
                  <c:v>0.15653962953702266</c:v>
                </c:pt>
                <c:pt idx="423" formatCode="0.00%">
                  <c:v>0.16725854440853991</c:v>
                </c:pt>
                <c:pt idx="424" formatCode="0.00%">
                  <c:v>0.16090563216590734</c:v>
                </c:pt>
                <c:pt idx="425" formatCode="0.00%">
                  <c:v>0.16677881409006054</c:v>
                </c:pt>
                <c:pt idx="426" formatCode="0.00%">
                  <c:v>0.16660679547450327</c:v>
                </c:pt>
                <c:pt idx="427" formatCode="0.00%">
                  <c:v>0.16118261894418193</c:v>
                </c:pt>
                <c:pt idx="428" formatCode="0.00%">
                  <c:v>0.16083703762747048</c:v>
                </c:pt>
                <c:pt idx="429" formatCode="0.00%">
                  <c:v>0.16112382439730338</c:v>
                </c:pt>
                <c:pt idx="430" formatCode="0.00%">
                  <c:v>0.16080451848084321</c:v>
                </c:pt>
                <c:pt idx="431" formatCode="0.00%">
                  <c:v>0.1568058893489632</c:v>
                </c:pt>
                <c:pt idx="432" formatCode="0.00%">
                  <c:v>0.15882428413055991</c:v>
                </c:pt>
                <c:pt idx="433" formatCode="0.00%">
                  <c:v>0.18834050196151103</c:v>
                </c:pt>
                <c:pt idx="434" formatCode="0.00%">
                  <c:v>0.1888129239341533</c:v>
                </c:pt>
                <c:pt idx="435" formatCode="0.00%">
                  <c:v>0.18653856179023529</c:v>
                </c:pt>
                <c:pt idx="436" formatCode="0.00%">
                  <c:v>0.18828104020423664</c:v>
                </c:pt>
                <c:pt idx="437" formatCode="0.00%">
                  <c:v>0.18794251782823362</c:v>
                </c:pt>
                <c:pt idx="438" formatCode="0.00%">
                  <c:v>0.20500554579741287</c:v>
                </c:pt>
                <c:pt idx="439" formatCode="0.00%">
                  <c:v>0.20544497568487291</c:v>
                </c:pt>
                <c:pt idx="440" formatCode="0.00%">
                  <c:v>0.19544969797614023</c:v>
                </c:pt>
                <c:pt idx="441" formatCode="0.00%">
                  <c:v>0.18982904622151547</c:v>
                </c:pt>
                <c:pt idx="442" formatCode="0.00%">
                  <c:v>0.1856877105562445</c:v>
                </c:pt>
                <c:pt idx="443" formatCode="0.00%">
                  <c:v>0.17800920476001231</c:v>
                </c:pt>
                <c:pt idx="444" formatCode="0.00%">
                  <c:v>0.17301223853034589</c:v>
                </c:pt>
                <c:pt idx="445" formatCode="0.00%">
                  <c:v>0.16264686117164903</c:v>
                </c:pt>
                <c:pt idx="446" formatCode="0.00%">
                  <c:v>0.16396173739910108</c:v>
                </c:pt>
                <c:pt idx="447" formatCode="0.00%">
                  <c:v>0.16504872348543556</c:v>
                </c:pt>
                <c:pt idx="448" formatCode="0.00%">
                  <c:v>0.16678209976611025</c:v>
                </c:pt>
                <c:pt idx="449" formatCode="0.00%">
                  <c:v>0.16652346471917312</c:v>
                </c:pt>
                <c:pt idx="450" formatCode="0.00%">
                  <c:v>0.16510540700661383</c:v>
                </c:pt>
                <c:pt idx="451" formatCode="0.00%">
                  <c:v>0.18018092181783127</c:v>
                </c:pt>
                <c:pt idx="452" formatCode="0.00%">
                  <c:v>0.18518400923951492</c:v>
                </c:pt>
                <c:pt idx="453" formatCode="0.00%">
                  <c:v>0.13936873098848265</c:v>
                </c:pt>
                <c:pt idx="454" formatCode="0.00%">
                  <c:v>0.14042630524052035</c:v>
                </c:pt>
                <c:pt idx="455" formatCode="0.00%">
                  <c:v>0.14788199695763896</c:v>
                </c:pt>
                <c:pt idx="456" formatCode="0.00%">
                  <c:v>0.1428279927113679</c:v>
                </c:pt>
                <c:pt idx="457" formatCode="0.00%">
                  <c:v>0.14402216918462427</c:v>
                </c:pt>
                <c:pt idx="458" formatCode="0.00%">
                  <c:v>0.13691302208584694</c:v>
                </c:pt>
                <c:pt idx="459" formatCode="0.00%">
                  <c:v>0.13946911708270857</c:v>
                </c:pt>
                <c:pt idx="460" formatCode="0.00%">
                  <c:v>0.17274380412712079</c:v>
                </c:pt>
                <c:pt idx="461" formatCode="0.00%">
                  <c:v>0.17197637327346085</c:v>
                </c:pt>
                <c:pt idx="462" formatCode="0.00%">
                  <c:v>0.17170665286284884</c:v>
                </c:pt>
                <c:pt idx="463" formatCode="0.00%">
                  <c:v>0.18041101331406018</c:v>
                </c:pt>
                <c:pt idx="464" formatCode="0.00%">
                  <c:v>0.20200366957936119</c:v>
                </c:pt>
                <c:pt idx="465" formatCode="0.00%">
                  <c:v>0.21615861645302725</c:v>
                </c:pt>
                <c:pt idx="466" formatCode="0.00%">
                  <c:v>0.2176647531375645</c:v>
                </c:pt>
                <c:pt idx="467" formatCode="0.00%">
                  <c:v>0.21669126521956028</c:v>
                </c:pt>
                <c:pt idx="468" formatCode="0.00%">
                  <c:v>0.25745220871690611</c:v>
                </c:pt>
                <c:pt idx="469" formatCode="0.00%">
                  <c:v>0.25768899135606799</c:v>
                </c:pt>
                <c:pt idx="470" formatCode="0.00%">
                  <c:v>0.25937414004511583</c:v>
                </c:pt>
                <c:pt idx="471" formatCode="0.00%">
                  <c:v>0.24813632919313969</c:v>
                </c:pt>
                <c:pt idx="472" formatCode="0.00%">
                  <c:v>0.2457136197178722</c:v>
                </c:pt>
                <c:pt idx="473" formatCode="0.00%">
                  <c:v>0.2473810903471288</c:v>
                </c:pt>
                <c:pt idx="474" formatCode="0.00%">
                  <c:v>0.24699777837476913</c:v>
                </c:pt>
                <c:pt idx="475" formatCode="0.00%">
                  <c:v>0.23957659072804163</c:v>
                </c:pt>
                <c:pt idx="476" formatCode="0.00%">
                  <c:v>0.24237252025220604</c:v>
                </c:pt>
                <c:pt idx="477" formatCode="0.00%">
                  <c:v>0.24226101682373838</c:v>
                </c:pt>
                <c:pt idx="478" formatCode="0.00%">
                  <c:v>0.22935184591156876</c:v>
                </c:pt>
                <c:pt idx="479" formatCode="0.00%">
                  <c:v>0.2238029431986604</c:v>
                </c:pt>
                <c:pt idx="480" formatCode="0.00%">
                  <c:v>0.18295680254335986</c:v>
                </c:pt>
                <c:pt idx="481" formatCode="0.00%">
                  <c:v>0.18294227273585642</c:v>
                </c:pt>
                <c:pt idx="482" formatCode="0.00%">
                  <c:v>0.18227530328980623</c:v>
                </c:pt>
                <c:pt idx="483" formatCode="0.00%">
                  <c:v>0.18829758461701898</c:v>
                </c:pt>
                <c:pt idx="484" formatCode="0.00%">
                  <c:v>0.17666128086177812</c:v>
                </c:pt>
                <c:pt idx="485" formatCode="0.00%">
                  <c:v>0.16767477038624762</c:v>
                </c:pt>
                <c:pt idx="486" formatCode="0.00%">
                  <c:v>0.166232919442723</c:v>
                </c:pt>
                <c:pt idx="487" formatCode="0.00%">
                  <c:v>0.16530836395583121</c:v>
                </c:pt>
                <c:pt idx="488" formatCode="0.00%">
                  <c:v>0.10056456606402113</c:v>
                </c:pt>
                <c:pt idx="489" formatCode="0.00%">
                  <c:v>9.6707519679982298E-2</c:v>
                </c:pt>
                <c:pt idx="490" formatCode="0.00%">
                  <c:v>9.0358904420661745E-2</c:v>
                </c:pt>
                <c:pt idx="491" formatCode="0.00%">
                  <c:v>8.5416743344125412E-2</c:v>
                </c:pt>
                <c:pt idx="492" formatCode="0.00%">
                  <c:v>9.0894306342357331E-2</c:v>
                </c:pt>
                <c:pt idx="493" formatCode="0.00%">
                  <c:v>8.2296464591117058E-2</c:v>
                </c:pt>
                <c:pt idx="494" formatCode="0.00%">
                  <c:v>8.2050262079650882E-2</c:v>
                </c:pt>
                <c:pt idx="495" formatCode="0.00%">
                  <c:v>8.5482469604935593E-2</c:v>
                </c:pt>
                <c:pt idx="496" formatCode="0.00%">
                  <c:v>7.9995912301858624E-2</c:v>
                </c:pt>
                <c:pt idx="497" formatCode="0.00%">
                  <c:v>8.0240442800609088E-2</c:v>
                </c:pt>
                <c:pt idx="498" formatCode="0.00%">
                  <c:v>0.11783383704789074</c:v>
                </c:pt>
                <c:pt idx="499" formatCode="0.00%">
                  <c:v>0.12094193865026358</c:v>
                </c:pt>
                <c:pt idx="500" formatCode="0.00%">
                  <c:v>0.12695001676116247</c:v>
                </c:pt>
                <c:pt idx="501" formatCode="0.00%">
                  <c:v>0.12940488630460831</c:v>
                </c:pt>
                <c:pt idx="502" formatCode="0.00%">
                  <c:v>0.13113416726654903</c:v>
                </c:pt>
                <c:pt idx="503" formatCode="0.00%">
                  <c:v>0.12586365013525708</c:v>
                </c:pt>
                <c:pt idx="504" formatCode="0.00%">
                  <c:v>0.12471099271306595</c:v>
                </c:pt>
                <c:pt idx="505" formatCode="0.00%">
                  <c:v>0.12505112934459511</c:v>
                </c:pt>
                <c:pt idx="506" formatCode="0.00%">
                  <c:v>0.13242200456749384</c:v>
                </c:pt>
                <c:pt idx="507" formatCode="0.00%">
                  <c:v>0.13212639376847973</c:v>
                </c:pt>
                <c:pt idx="508" formatCode="0.00%">
                  <c:v>0.13184131499800056</c:v>
                </c:pt>
                <c:pt idx="509" formatCode="0.00%">
                  <c:v>0.13567728597904294</c:v>
                </c:pt>
                <c:pt idx="510" formatCode="0.00%">
                  <c:v>0.13565913728940318</c:v>
                </c:pt>
                <c:pt idx="511" formatCode="0.00%">
                  <c:v>0.13373874228362537</c:v>
                </c:pt>
                <c:pt idx="512" formatCode="0.00%">
                  <c:v>0.12976106762303563</c:v>
                </c:pt>
                <c:pt idx="513" formatCode="0.00%">
                  <c:v>0.13729620854673164</c:v>
                </c:pt>
                <c:pt idx="514" formatCode="0.00%">
                  <c:v>0.13728250157876393</c:v>
                </c:pt>
                <c:pt idx="515" formatCode="0.00%">
                  <c:v>0.13586219628225549</c:v>
                </c:pt>
                <c:pt idx="516" formatCode="0.00%">
                  <c:v>0.13725990577429606</c:v>
                </c:pt>
                <c:pt idx="517" formatCode="0.00%">
                  <c:v>0.13605503594964449</c:v>
                </c:pt>
                <c:pt idx="518" formatCode="0.00%">
                  <c:v>0.10252385255650022</c:v>
                </c:pt>
                <c:pt idx="519" formatCode="0.00%">
                  <c:v>0.10400839980464852</c:v>
                </c:pt>
                <c:pt idx="520" formatCode="0.00%">
                  <c:v>0.10000004472639597</c:v>
                </c:pt>
                <c:pt idx="521" formatCode="0.00%">
                  <c:v>0.10736987913776121</c:v>
                </c:pt>
                <c:pt idx="522" formatCode="0.00%">
                  <c:v>0.10415504863094888</c:v>
                </c:pt>
                <c:pt idx="523" formatCode="0.00%">
                  <c:v>0.12389328249113502</c:v>
                </c:pt>
                <c:pt idx="524" formatCode="0.00%">
                  <c:v>0.13145238207312576</c:v>
                </c:pt>
                <c:pt idx="525" formatCode="0.00%">
                  <c:v>0.13891781127032024</c:v>
                </c:pt>
                <c:pt idx="526" formatCode="0.00%">
                  <c:v>0.13079395304713626</c:v>
                </c:pt>
                <c:pt idx="527" formatCode="0.00%">
                  <c:v>0.13103342548867355</c:v>
                </c:pt>
                <c:pt idx="528" formatCode="0.00%">
                  <c:v>0.12882739226258721</c:v>
                </c:pt>
                <c:pt idx="529" formatCode="0.00%">
                  <c:v>0.1269028291891067</c:v>
                </c:pt>
                <c:pt idx="530" formatCode="0.00%">
                  <c:v>0.12696689490615207</c:v>
                </c:pt>
                <c:pt idx="531" formatCode="0.00%">
                  <c:v>0.12722951891456358</c:v>
                </c:pt>
                <c:pt idx="532" formatCode="0.00%">
                  <c:v>0.12565447396056006</c:v>
                </c:pt>
                <c:pt idx="533" formatCode="0.00%">
                  <c:v>0.1217772319711357</c:v>
                </c:pt>
                <c:pt idx="534" formatCode="0.00%">
                  <c:v>0.12945353534936976</c:v>
                </c:pt>
                <c:pt idx="535" formatCode="0.00%">
                  <c:v>0.12913055223126135</c:v>
                </c:pt>
                <c:pt idx="536" formatCode="0.00%">
                  <c:v>0.1308308913713688</c:v>
                </c:pt>
                <c:pt idx="537" formatCode="0.00%">
                  <c:v>0.13455063891727898</c:v>
                </c:pt>
                <c:pt idx="538" formatCode="0.00%">
                  <c:v>0.13375805214190145</c:v>
                </c:pt>
                <c:pt idx="539" formatCode="0.00%">
                  <c:v>0.13085810159729463</c:v>
                </c:pt>
                <c:pt idx="540" formatCode="0.00%">
                  <c:v>0.13048830822594237</c:v>
                </c:pt>
                <c:pt idx="541" formatCode="0.00%">
                  <c:v>0.12305504326876129</c:v>
                </c:pt>
                <c:pt idx="542" formatCode="0.00%">
                  <c:v>0.12425232556633593</c:v>
                </c:pt>
                <c:pt idx="543" formatCode="0.00%">
                  <c:v>0.11942412365512114</c:v>
                </c:pt>
                <c:pt idx="544" formatCode="0.00%">
                  <c:v>0.12823656848907561</c:v>
                </c:pt>
                <c:pt idx="545" formatCode="0.00%">
                  <c:v>0.12110310843857344</c:v>
                </c:pt>
                <c:pt idx="546" formatCode="0.00%">
                  <c:v>0.12076771463098045</c:v>
                </c:pt>
                <c:pt idx="547" formatCode="0.00%">
                  <c:v>0.12033104638919868</c:v>
                </c:pt>
                <c:pt idx="548" formatCode="0.00%">
                  <c:v>0.12377680020440682</c:v>
                </c:pt>
                <c:pt idx="549" formatCode="0.00%">
                  <c:v>0.14405822570715718</c:v>
                </c:pt>
                <c:pt idx="550" formatCode="0.00%">
                  <c:v>0.14586291388216613</c:v>
                </c:pt>
                <c:pt idx="551" formatCode="0.00%">
                  <c:v>0.14557250752106196</c:v>
                </c:pt>
                <c:pt idx="552" formatCode="0.00%">
                  <c:v>0.14565625743120786</c:v>
                </c:pt>
                <c:pt idx="553" formatCode="0.00%">
                  <c:v>0.14515199057718425</c:v>
                </c:pt>
                <c:pt idx="554" formatCode="0.00%">
                  <c:v>0.13801230280186536</c:v>
                </c:pt>
                <c:pt idx="555" formatCode="0.00%">
                  <c:v>0.14107708886373779</c:v>
                </c:pt>
                <c:pt idx="556" formatCode="0.00%">
                  <c:v>0.1391506790459133</c:v>
                </c:pt>
                <c:pt idx="557" formatCode="0.00%">
                  <c:v>0.13505938722805014</c:v>
                </c:pt>
                <c:pt idx="558" formatCode="0.00%">
                  <c:v>0.13820152806048705</c:v>
                </c:pt>
                <c:pt idx="559" formatCode="0.00%">
                  <c:v>0.13673574565445842</c:v>
                </c:pt>
                <c:pt idx="560" formatCode="0.00%">
                  <c:v>0.13577409594561321</c:v>
                </c:pt>
                <c:pt idx="561" formatCode="0.00%">
                  <c:v>0.13531822622902881</c:v>
                </c:pt>
                <c:pt idx="562" formatCode="0.00%">
                  <c:v>0.13434950361981676</c:v>
                </c:pt>
                <c:pt idx="563" formatCode="0.00%">
                  <c:v>0.11903569214701851</c:v>
                </c:pt>
                <c:pt idx="564" formatCode="0.00%">
                  <c:v>0.10381079731167016</c:v>
                </c:pt>
                <c:pt idx="565" formatCode="0.00%">
                  <c:v>0.105490696566056</c:v>
                </c:pt>
                <c:pt idx="566" formatCode="0.00%">
                  <c:v>0.10657301565030278</c:v>
                </c:pt>
                <c:pt idx="567" formatCode="0.00%">
                  <c:v>0.10541220156120475</c:v>
                </c:pt>
                <c:pt idx="568" formatCode="0.00%">
                  <c:v>9.9219328311949406E-2</c:v>
                </c:pt>
                <c:pt idx="569" formatCode="0.00%">
                  <c:v>7.5901163361598759E-2</c:v>
                </c:pt>
                <c:pt idx="570" formatCode="0.00%">
                  <c:v>7.447248837555305E-2</c:v>
                </c:pt>
                <c:pt idx="571" formatCode="0.00%">
                  <c:v>7.4129998762965513E-2</c:v>
                </c:pt>
                <c:pt idx="572" formatCode="0.00%">
                  <c:v>7.6407538631772867E-2</c:v>
                </c:pt>
                <c:pt idx="573" formatCode="0.00%">
                  <c:v>7.5041716019104601E-2</c:v>
                </c:pt>
                <c:pt idx="574" formatCode="0.00%">
                  <c:v>7.484795942542416E-2</c:v>
                </c:pt>
                <c:pt idx="575" formatCode="0.00%">
                  <c:v>7.0797807386493203E-2</c:v>
                </c:pt>
                <c:pt idx="576" formatCode="0.00%">
                  <c:v>7.2139143046466611E-2</c:v>
                </c:pt>
                <c:pt idx="577" formatCode="0.00%">
                  <c:v>7.2385009561157301E-2</c:v>
                </c:pt>
                <c:pt idx="578" formatCode="0.00%">
                  <c:v>9.8915140532083209E-2</c:v>
                </c:pt>
                <c:pt idx="579" formatCode="0.00%">
                  <c:v>0.10068204815946645</c:v>
                </c:pt>
                <c:pt idx="580" formatCode="0.00%">
                  <c:v>0.10152684820649684</c:v>
                </c:pt>
                <c:pt idx="581" formatCode="0.00%">
                  <c:v>0.10201201416195613</c:v>
                </c:pt>
                <c:pt idx="582" formatCode="0.00%">
                  <c:v>0.10159653114548339</c:v>
                </c:pt>
                <c:pt idx="583" formatCode="0.00%">
                  <c:v>9.8467792098142062E-2</c:v>
                </c:pt>
                <c:pt idx="584" formatCode="0.00%">
                  <c:v>9.8579544971877903E-2</c:v>
                </c:pt>
                <c:pt idx="585" formatCode="0.00%">
                  <c:v>9.7190363504038091E-2</c:v>
                </c:pt>
                <c:pt idx="586" formatCode="0.00%">
                  <c:v>9.7548823453448105E-2</c:v>
                </c:pt>
                <c:pt idx="587" formatCode="0.00%">
                  <c:v>9.7334714880874931E-2</c:v>
                </c:pt>
                <c:pt idx="588" formatCode="0.00%">
                  <c:v>0.10841273376972008</c:v>
                </c:pt>
                <c:pt idx="589" formatCode="0.00%">
                  <c:v>0.12586710239032334</c:v>
                </c:pt>
                <c:pt idx="590" formatCode="0.00%">
                  <c:v>0.12462690681338918</c:v>
                </c:pt>
                <c:pt idx="591" formatCode="0.00%">
                  <c:v>0.12811388513152577</c:v>
                </c:pt>
                <c:pt idx="592" formatCode="0.00%">
                  <c:v>0.12649512218109984</c:v>
                </c:pt>
                <c:pt idx="593" formatCode="0.00%">
                  <c:v>0.14693627096485048</c:v>
                </c:pt>
                <c:pt idx="594" formatCode="0.00%">
                  <c:v>0.14717477492960254</c:v>
                </c:pt>
                <c:pt idx="595" formatCode="0.00%">
                  <c:v>0.14634132820243884</c:v>
                </c:pt>
                <c:pt idx="596" formatCode="0.00%">
                  <c:v>0.14906468621945093</c:v>
                </c:pt>
                <c:pt idx="597" formatCode="0.00%">
                  <c:v>0.149055808192159</c:v>
                </c:pt>
                <c:pt idx="598" formatCode="0.00%">
                  <c:v>0.13078865316054933</c:v>
                </c:pt>
                <c:pt idx="599" formatCode="0.00%">
                  <c:v>0.14112037940726604</c:v>
                </c:pt>
                <c:pt idx="600" formatCode="0.00%">
                  <c:v>0.14630915987653206</c:v>
                </c:pt>
                <c:pt idx="601" formatCode="0.00%">
                  <c:v>0.14743346484194939</c:v>
                </c:pt>
                <c:pt idx="602" formatCode="0.00%">
                  <c:v>0.14730073432591059</c:v>
                </c:pt>
                <c:pt idx="603" formatCode="0.00%">
                  <c:v>0.14722800460920091</c:v>
                </c:pt>
                <c:pt idx="604" formatCode="0.00%">
                  <c:v>0.14740821335456786</c:v>
                </c:pt>
                <c:pt idx="605" formatCode="0.00%">
                  <c:v>0.1478439806752766</c:v>
                </c:pt>
                <c:pt idx="606" formatCode="0.00%">
                  <c:v>0.14867770678671485</c:v>
                </c:pt>
                <c:pt idx="607" formatCode="0.00%">
                  <c:v>0.14950091378876376</c:v>
                </c:pt>
                <c:pt idx="608" formatCode="0.00%">
                  <c:v>0.13785745216316345</c:v>
                </c:pt>
                <c:pt idx="609" formatCode="0.00%">
                  <c:v>0.12440766607956993</c:v>
                </c:pt>
                <c:pt idx="610" formatCode="0.00%">
                  <c:v>0.12452045271994489</c:v>
                </c:pt>
                <c:pt idx="611" formatCode="0.00%">
                  <c:v>0.12138285484476156</c:v>
                </c:pt>
                <c:pt idx="612" formatCode="0.00%">
                  <c:v>0.12138261344020171</c:v>
                </c:pt>
                <c:pt idx="613" formatCode="0.00%">
                  <c:v>9.310903943538959E-2</c:v>
                </c:pt>
                <c:pt idx="614" formatCode="0.00%">
                  <c:v>9.3223170105891401E-2</c:v>
                </c:pt>
                <c:pt idx="615" formatCode="0.00%">
                  <c:v>9.375564808763133E-2</c:v>
                </c:pt>
                <c:pt idx="616" formatCode="0.00%">
                  <c:v>8.6643552291900072E-2</c:v>
                </c:pt>
                <c:pt idx="617" formatCode="0.00%">
                  <c:v>8.6265357532228401E-2</c:v>
                </c:pt>
                <c:pt idx="618" formatCode="0.00%">
                  <c:v>8.6278253925377135E-2</c:v>
                </c:pt>
                <c:pt idx="619" formatCode="0.00%">
                  <c:v>5.9616472873635321E-2</c:v>
                </c:pt>
                <c:pt idx="620" formatCode="0.00%">
                  <c:v>7.8863287232761412E-2</c:v>
                </c:pt>
                <c:pt idx="621" formatCode="0.00%">
                  <c:v>7.997429587095517E-2</c:v>
                </c:pt>
                <c:pt idx="622" formatCode="0.00%">
                  <c:v>8.0114453577192574E-2</c:v>
                </c:pt>
                <c:pt idx="623" formatCode="0.00%">
                  <c:v>8.5626588630527037E-2</c:v>
                </c:pt>
                <c:pt idx="624" formatCode="0.00%">
                  <c:v>8.980970429899636E-2</c:v>
                </c:pt>
                <c:pt idx="625" formatCode="0.00%">
                  <c:v>8.8230604379993902E-2</c:v>
                </c:pt>
                <c:pt idx="626" formatCode="0.00%">
                  <c:v>8.9123043580796243E-2</c:v>
                </c:pt>
                <c:pt idx="627" formatCode="0.00%">
                  <c:v>8.6192546946595713E-2</c:v>
                </c:pt>
                <c:pt idx="628" formatCode="0.00%">
                  <c:v>9.0819018361822892E-2</c:v>
                </c:pt>
                <c:pt idx="629" formatCode="0.00%">
                  <c:v>9.3061364909008987E-2</c:v>
                </c:pt>
                <c:pt idx="630" formatCode="0.00%">
                  <c:v>9.2526390086213842E-2</c:v>
                </c:pt>
                <c:pt idx="631" formatCode="0.00%">
                  <c:v>9.2920183343014537E-2</c:v>
                </c:pt>
                <c:pt idx="632" formatCode="0.00%">
                  <c:v>9.5087525175594267E-2</c:v>
                </c:pt>
                <c:pt idx="633" formatCode="0.00%">
                  <c:v>9.8780636728099114E-2</c:v>
                </c:pt>
                <c:pt idx="634" formatCode="0.00%">
                  <c:v>0.11755679298062637</c:v>
                </c:pt>
                <c:pt idx="635" formatCode="0.00%">
                  <c:v>0.12509651454048382</c:v>
                </c:pt>
                <c:pt idx="636" formatCode="0.00%">
                  <c:v>0.12734162509645297</c:v>
                </c:pt>
                <c:pt idx="637" formatCode="0.00%">
                  <c:v>0.12730706085267401</c:v>
                </c:pt>
                <c:pt idx="638" formatCode="0.00%">
                  <c:v>0.12712489213609626</c:v>
                </c:pt>
                <c:pt idx="639" formatCode="0.00%">
                  <c:v>0.13158120392246866</c:v>
                </c:pt>
                <c:pt idx="640" formatCode="0.00%">
                  <c:v>0.11862679584459766</c:v>
                </c:pt>
                <c:pt idx="641" formatCode="0.00%">
                  <c:v>0.14219718040738891</c:v>
                </c:pt>
                <c:pt idx="642" formatCode="0.00%">
                  <c:v>0.14341807991552252</c:v>
                </c:pt>
                <c:pt idx="643" formatCode="0.00%">
                  <c:v>0.15400003313984911</c:v>
                </c:pt>
                <c:pt idx="644" formatCode="0.00%">
                  <c:v>0.1521275486801818</c:v>
                </c:pt>
                <c:pt idx="645" formatCode="0.00%">
                  <c:v>0.15695683061648447</c:v>
                </c:pt>
                <c:pt idx="646" formatCode="0.00%">
                  <c:v>0.1552699583733749</c:v>
                </c:pt>
                <c:pt idx="647" formatCode="0.00%">
                  <c:v>0.15643519769506395</c:v>
                </c:pt>
                <c:pt idx="648" formatCode="0.00%">
                  <c:v>0.15499159633318826</c:v>
                </c:pt>
                <c:pt idx="649" formatCode="0.00%">
                  <c:v>0.15441219106625917</c:v>
                </c:pt>
                <c:pt idx="650" formatCode="0.00%">
                  <c:v>0.15544317605348679</c:v>
                </c:pt>
                <c:pt idx="651" formatCode="0.00%">
                  <c:v>0.15628653498463288</c:v>
                </c:pt>
                <c:pt idx="652" formatCode="0.00%">
                  <c:v>0.15478534510174713</c:v>
                </c:pt>
                <c:pt idx="653" formatCode="0.00%">
                  <c:v>0.15393217285266911</c:v>
                </c:pt>
                <c:pt idx="654" formatCode="0.00%">
                  <c:v>0.1380203514327224</c:v>
                </c:pt>
                <c:pt idx="655" formatCode="0.00%">
                  <c:v>0.13144834765532132</c:v>
                </c:pt>
                <c:pt idx="656" formatCode="0.00%">
                  <c:v>0.12981039774241881</c:v>
                </c:pt>
                <c:pt idx="657" formatCode="0.00%">
                  <c:v>0.13005274360783947</c:v>
                </c:pt>
                <c:pt idx="658" formatCode="0.00%">
                  <c:v>0.1302261593948158</c:v>
                </c:pt>
                <c:pt idx="659" formatCode="0.00%">
                  <c:v>0.12363655591155787</c:v>
                </c:pt>
                <c:pt idx="660" formatCode="0.00%">
                  <c:v>0.1220976005239017</c:v>
                </c:pt>
                <c:pt idx="661" formatCode="0.00%">
                  <c:v>8.2194346667342141E-2</c:v>
                </c:pt>
                <c:pt idx="662" formatCode="0.00%">
                  <c:v>8.2276680918953432E-2</c:v>
                </c:pt>
                <c:pt idx="663" formatCode="0.00%">
                  <c:v>6.5387587119709684E-2</c:v>
                </c:pt>
                <c:pt idx="664" formatCode="0.00%">
                  <c:v>8.8721658946804685E-2</c:v>
                </c:pt>
                <c:pt idx="665" formatCode="0.00%">
                  <c:v>8.1556204846848945E-2</c:v>
                </c:pt>
                <c:pt idx="666" formatCode="0.00%">
                  <c:v>8.3803445814697883E-2</c:v>
                </c:pt>
                <c:pt idx="667" formatCode="0.00%">
                  <c:v>8.0356061176479851E-2</c:v>
                </c:pt>
                <c:pt idx="668" formatCode="0.00%">
                  <c:v>7.8043134758880944E-2</c:v>
                </c:pt>
                <c:pt idx="669" formatCode="0.00%">
                  <c:v>7.8269601035337644E-2</c:v>
                </c:pt>
                <c:pt idx="670" formatCode="0.00%">
                  <c:v>7.6672228680855312E-2</c:v>
                </c:pt>
                <c:pt idx="671" formatCode="0.00%">
                  <c:v>7.4621254382299773E-2</c:v>
                </c:pt>
                <c:pt idx="672" formatCode="0.00%">
                  <c:v>7.6297997194875095E-2</c:v>
                </c:pt>
                <c:pt idx="673" formatCode="0.00%">
                  <c:v>7.5158711598367678E-2</c:v>
                </c:pt>
                <c:pt idx="674" formatCode="0.00%">
                  <c:v>7.4857125638969152E-2</c:v>
                </c:pt>
                <c:pt idx="675" formatCode="0.00%">
                  <c:v>7.7963165352255753E-2</c:v>
                </c:pt>
                <c:pt idx="676" formatCode="0.00%">
                  <c:v>8.1411008727033107E-2</c:v>
                </c:pt>
                <c:pt idx="677" formatCode="0.00%">
                  <c:v>8.2730870469200857E-2</c:v>
                </c:pt>
                <c:pt idx="678" formatCode="0.00%">
                  <c:v>8.9346921349490127E-2</c:v>
                </c:pt>
                <c:pt idx="679" formatCode="0.00%">
                  <c:v>8.9100276024972752E-2</c:v>
                </c:pt>
                <c:pt idx="680" formatCode="0.00%">
                  <c:v>8.8668338562364057E-2</c:v>
                </c:pt>
                <c:pt idx="681" formatCode="0.00%">
                  <c:v>8.8369668617836392E-2</c:v>
                </c:pt>
                <c:pt idx="682" formatCode="0.00%">
                  <c:v>8.8259559568188831E-2</c:v>
                </c:pt>
                <c:pt idx="683" formatCode="0.00%">
                  <c:v>9.1653495013483979E-2</c:v>
                </c:pt>
                <c:pt idx="684" formatCode="0.00%">
                  <c:v>7.6804713220087389E-2</c:v>
                </c:pt>
                <c:pt idx="685" formatCode="0.00%">
                  <c:v>8.1543955822168654E-2</c:v>
                </c:pt>
                <c:pt idx="686" formatCode="0.00%">
                  <c:v>9.4983612762683578E-2</c:v>
                </c:pt>
                <c:pt idx="687" formatCode="0.00%">
                  <c:v>0.10389777185338268</c:v>
                </c:pt>
                <c:pt idx="688" formatCode="0.00%">
                  <c:v>0.11122117802253095</c:v>
                </c:pt>
                <c:pt idx="689" formatCode="0.00%">
                  <c:v>0.11649178710799403</c:v>
                </c:pt>
                <c:pt idx="690" formatCode="0.00%">
                  <c:v>0.11913447646517643</c:v>
                </c:pt>
                <c:pt idx="691" formatCode="0.00%">
                  <c:v>0.11900354278845256</c:v>
                </c:pt>
                <c:pt idx="692" formatCode="0.00%">
                  <c:v>0.14017407218539693</c:v>
                </c:pt>
                <c:pt idx="693" formatCode="0.00%">
                  <c:v>0.14097448797903692</c:v>
                </c:pt>
                <c:pt idx="694" formatCode="0.00%">
                  <c:v>0.13982988525587209</c:v>
                </c:pt>
                <c:pt idx="695" formatCode="0.00%">
                  <c:v>0.13944444935917208</c:v>
                </c:pt>
                <c:pt idx="696" formatCode="0.00%">
                  <c:v>0.13560458344155668</c:v>
                </c:pt>
                <c:pt idx="697" formatCode="0.00%">
                  <c:v>0.14432538083130064</c:v>
                </c:pt>
                <c:pt idx="698" formatCode="0.00%">
                  <c:v>0.1441094657098497</c:v>
                </c:pt>
                <c:pt idx="699" formatCode="0.00%">
                  <c:v>0.15725667166180837</c:v>
                </c:pt>
                <c:pt idx="700" formatCode="0.00%">
                  <c:v>0.15728029564638749</c:v>
                </c:pt>
                <c:pt idx="701" formatCode="0.00%">
                  <c:v>0.15673131120459932</c:v>
                </c:pt>
                <c:pt idx="702" formatCode="0.00%">
                  <c:v>0.15669384095162583</c:v>
                </c:pt>
                <c:pt idx="703" formatCode="0.00%">
                  <c:v>0.15695402450431095</c:v>
                </c:pt>
                <c:pt idx="704" formatCode="0.00%">
                  <c:v>0.16219903259526802</c:v>
                </c:pt>
                <c:pt idx="705" formatCode="0.00%">
                  <c:v>0.16069621960339517</c:v>
                </c:pt>
                <c:pt idx="706" formatCode="0.00%">
                  <c:v>0.14846213744718179</c:v>
                </c:pt>
                <c:pt idx="707" formatCode="0.00%">
                  <c:v>0.1451903167570302</c:v>
                </c:pt>
                <c:pt idx="708" formatCode="0.00%">
                  <c:v>0.14176450669345195</c:v>
                </c:pt>
                <c:pt idx="709" formatCode="0.00%">
                  <c:v>0.13820808554992264</c:v>
                </c:pt>
                <c:pt idx="710" formatCode="0.00%">
                  <c:v>0.13449467459389516</c:v>
                </c:pt>
                <c:pt idx="711" formatCode="0.00%">
                  <c:v>0.13409398198507869</c:v>
                </c:pt>
                <c:pt idx="712" formatCode="0.00%">
                  <c:v>0.10436904715186261</c:v>
                </c:pt>
                <c:pt idx="713" formatCode="0.00%">
                  <c:v>0.10571058360504017</c:v>
                </c:pt>
                <c:pt idx="714" formatCode="0.00%">
                  <c:v>0.10528898987281</c:v>
                </c:pt>
                <c:pt idx="715" formatCode="0.00%">
                  <c:v>0.10273646840624341</c:v>
                </c:pt>
                <c:pt idx="716" formatCode="0.00%">
                  <c:v>0.10033152853769782</c:v>
                </c:pt>
                <c:pt idx="717" formatCode="0.00%">
                  <c:v>9.516913214104121E-2</c:v>
                </c:pt>
                <c:pt idx="718" formatCode="0.00%">
                  <c:v>8.2129370680198807E-2</c:v>
                </c:pt>
                <c:pt idx="719" formatCode="0.00%">
                  <c:v>6.724923474985274E-2</c:v>
                </c:pt>
                <c:pt idx="720" formatCode="0.00%">
                  <c:v>6.4712235138255331E-2</c:v>
                </c:pt>
                <c:pt idx="721" formatCode="0.00%">
                  <c:v>6.4795133671839644E-2</c:v>
                </c:pt>
                <c:pt idx="722" formatCode="0.00%">
                  <c:v>6.5746157668128441E-2</c:v>
                </c:pt>
                <c:pt idx="723" formatCode="0.00%">
                  <c:v>6.383969640424679E-2</c:v>
                </c:pt>
                <c:pt idx="724" formatCode="0.00%">
                  <c:v>5.3315305649410366E-2</c:v>
                </c:pt>
                <c:pt idx="725" formatCode="0.00%">
                  <c:v>4.957440285507321E-2</c:v>
                </c:pt>
                <c:pt idx="726" formatCode="0.00%">
                  <c:v>4.2728575668314402E-2</c:v>
                </c:pt>
                <c:pt idx="727" formatCode="0.00%">
                  <c:v>4.2579136108409098E-2</c:v>
                </c:pt>
                <c:pt idx="728" formatCode="0.00%">
                  <c:v>4.2486642926375426E-2</c:v>
                </c:pt>
                <c:pt idx="729" formatCode="0.00%">
                  <c:v>4.7742561637811438E-2</c:v>
                </c:pt>
                <c:pt idx="730" formatCode="0.00%">
                  <c:v>4.9982651741396489E-2</c:v>
                </c:pt>
                <c:pt idx="731" formatCode="0.00%">
                  <c:v>5.087711694078477E-2</c:v>
                </c:pt>
                <c:pt idx="732" formatCode="0.00%">
                  <c:v>6.7254900779497306E-2</c:v>
                </c:pt>
                <c:pt idx="733" formatCode="0.00%">
                  <c:v>6.562898548608169E-2</c:v>
                </c:pt>
                <c:pt idx="734" formatCode="0.00%">
                  <c:v>6.6620185787110778E-2</c:v>
                </c:pt>
                <c:pt idx="735" formatCode="0.00%">
                  <c:v>0.15061209778421894</c:v>
                </c:pt>
                <c:pt idx="736" formatCode="0.00%">
                  <c:v>0.1504749609909235</c:v>
                </c:pt>
                <c:pt idx="737" formatCode="0.00%">
                  <c:v>0.152713821427679</c:v>
                </c:pt>
                <c:pt idx="738" formatCode="0.00%">
                  <c:v>0.16571196658317394</c:v>
                </c:pt>
                <c:pt idx="739" formatCode="0.00%">
                  <c:v>0.16850969397136475</c:v>
                </c:pt>
                <c:pt idx="740" formatCode="0.00%">
                  <c:v>0.16880822170197599</c:v>
                </c:pt>
                <c:pt idx="741" formatCode="0.00%">
                  <c:v>0.17682996461578554</c:v>
                </c:pt>
                <c:pt idx="742" formatCode="0.00%">
                  <c:v>0.19901384773301645</c:v>
                </c:pt>
                <c:pt idx="743" formatCode="0.00%">
                  <c:v>0.1997616727514846</c:v>
                </c:pt>
                <c:pt idx="744" formatCode="0.00%">
                  <c:v>0.19925038635782441</c:v>
                </c:pt>
                <c:pt idx="745" formatCode="0.00%">
                  <c:v>0.19884476195275802</c:v>
                </c:pt>
                <c:pt idx="746" formatCode="0.00%">
                  <c:v>0.19836001563738606</c:v>
                </c:pt>
                <c:pt idx="747" formatCode="0.00%">
                  <c:v>0.19940650883723268</c:v>
                </c:pt>
                <c:pt idx="748" formatCode="0.00%">
                  <c:v>0.19971561254087167</c:v>
                </c:pt>
                <c:pt idx="749" formatCode="0.00%">
                  <c:v>0.20566638671790152</c:v>
                </c:pt>
                <c:pt idx="750" formatCode="0.00%">
                  <c:v>0.20614164225483902</c:v>
                </c:pt>
                <c:pt idx="751" formatCode="0.00%">
                  <c:v>0.21097506905213192</c:v>
                </c:pt>
                <c:pt idx="752" formatCode="0.00%">
                  <c:v>0.21407846767880856</c:v>
                </c:pt>
                <c:pt idx="753" formatCode="0.00%">
                  <c:v>0.21682056010626591</c:v>
                </c:pt>
                <c:pt idx="754" formatCode="0.00%">
                  <c:v>0.21912596121689015</c:v>
                </c:pt>
                <c:pt idx="755" formatCode="0.00%">
                  <c:v>0.16879871957370887</c:v>
                </c:pt>
                <c:pt idx="756" formatCode="0.00%">
                  <c:v>0.16857357115731336</c:v>
                </c:pt>
                <c:pt idx="757" formatCode="0.00%">
                  <c:v>0.1636605326778213</c:v>
                </c:pt>
                <c:pt idx="758" formatCode="0.00%">
                  <c:v>0.15471363991793843</c:v>
                </c:pt>
                <c:pt idx="759" formatCode="0.00%">
                  <c:v>0.14633936744162959</c:v>
                </c:pt>
                <c:pt idx="760" formatCode="0.00%">
                  <c:v>0.14417531361325175</c:v>
                </c:pt>
                <c:pt idx="761" formatCode="0.00%">
                  <c:v>0.13994857467165789</c:v>
                </c:pt>
                <c:pt idx="762" formatCode="0.00%">
                  <c:v>0.12505935900820989</c:v>
                </c:pt>
                <c:pt idx="763" formatCode="0.00%">
                  <c:v>0.12384630150125558</c:v>
                </c:pt>
                <c:pt idx="764" formatCode="0.00%">
                  <c:v>0.13602731614766203</c:v>
                </c:pt>
                <c:pt idx="765" formatCode="0.00%">
                  <c:v>0.13844950672771092</c:v>
                </c:pt>
                <c:pt idx="766" formatCode="0.00%">
                  <c:v>0.13847788820952339</c:v>
                </c:pt>
                <c:pt idx="767" formatCode="0.00%">
                  <c:v>0.13382673123460798</c:v>
                </c:pt>
                <c:pt idx="768" formatCode="0.00%">
                  <c:v>0.14018798079865383</c:v>
                </c:pt>
                <c:pt idx="769" formatCode="0.00%">
                  <c:v>0.13578483741336636</c:v>
                </c:pt>
                <c:pt idx="770" formatCode="0.00%">
                  <c:v>0.13918839031272373</c:v>
                </c:pt>
                <c:pt idx="771" formatCode="0.00%">
                  <c:v>0.1281972241567958</c:v>
                </c:pt>
                <c:pt idx="772" formatCode="0.00%">
                  <c:v>0.12010577174800946</c:v>
                </c:pt>
                <c:pt idx="773" formatCode="0.00%">
                  <c:v>0.13456753994086576</c:v>
                </c:pt>
                <c:pt idx="774" formatCode="0.00%">
                  <c:v>0.18654129682596923</c:v>
                </c:pt>
                <c:pt idx="775" formatCode="0.00%">
                  <c:v>0.18775635000323165</c:v>
                </c:pt>
                <c:pt idx="776" formatCode="0.00%">
                  <c:v>0.19777568080218522</c:v>
                </c:pt>
                <c:pt idx="777" formatCode="0.00%">
                  <c:v>0.2001367077457358</c:v>
                </c:pt>
                <c:pt idx="778" formatCode="0.00%">
                  <c:v>0.20185625999896264</c:v>
                </c:pt>
                <c:pt idx="779" formatCode="0.00%">
                  <c:v>0.20397544282331359</c:v>
                </c:pt>
                <c:pt idx="780" formatCode="0.00%">
                  <c:v>0.20759279900911715</c:v>
                </c:pt>
                <c:pt idx="781" formatCode="0.00%">
                  <c:v>0.20869034363608316</c:v>
                </c:pt>
                <c:pt idx="782" formatCode="0.00%">
                  <c:v>0.21296062483578718</c:v>
                </c:pt>
                <c:pt idx="783" formatCode="0.00%">
                  <c:v>0.21705237562277774</c:v>
                </c:pt>
                <c:pt idx="784" formatCode="0.00%">
                  <c:v>0.21425785943905279</c:v>
                </c:pt>
                <c:pt idx="785" formatCode="0.00%">
                  <c:v>0.21120183610497648</c:v>
                </c:pt>
                <c:pt idx="786" formatCode="0.00%">
                  <c:v>0.21989007631876784</c:v>
                </c:pt>
                <c:pt idx="787" formatCode="0.00%">
                  <c:v>0.21986933892487198</c:v>
                </c:pt>
                <c:pt idx="788" formatCode="0.00%">
                  <c:v>0.21816604202982501</c:v>
                </c:pt>
                <c:pt idx="789" formatCode="0.00%">
                  <c:v>0.22416084850624438</c:v>
                </c:pt>
                <c:pt idx="790" formatCode="0.00%">
                  <c:v>0.22991708062359018</c:v>
                </c:pt>
                <c:pt idx="791" formatCode="0.00%">
                  <c:v>0.22962502973556495</c:v>
                </c:pt>
                <c:pt idx="792" formatCode="0.00%">
                  <c:v>0.22909053484158051</c:v>
                </c:pt>
                <c:pt idx="793" formatCode="0.00%">
                  <c:v>0.22189620051094922</c:v>
                </c:pt>
                <c:pt idx="794" formatCode="0.00%">
                  <c:v>0.17902583716966092</c:v>
                </c:pt>
                <c:pt idx="795" formatCode="0.00%">
                  <c:v>0.17703388785164165</c:v>
                </c:pt>
                <c:pt idx="796" formatCode="0.00%">
                  <c:v>0.16510688856068562</c:v>
                </c:pt>
                <c:pt idx="797" formatCode="0.00%">
                  <c:v>0.1972165729928213</c:v>
                </c:pt>
                <c:pt idx="798" formatCode="0.00%">
                  <c:v>0.23314773645240658</c:v>
                </c:pt>
                <c:pt idx="799" formatCode="0.00%">
                  <c:v>0.23102609400550256</c:v>
                </c:pt>
                <c:pt idx="800" formatCode="0.00%">
                  <c:v>0.23731862785006</c:v>
                </c:pt>
                <c:pt idx="801" formatCode="0.00%">
                  <c:v>0.23979813655336632</c:v>
                </c:pt>
                <c:pt idx="802" formatCode="0.00%">
                  <c:v>0.24201577840681021</c:v>
                </c:pt>
                <c:pt idx="803" formatCode="0.00%">
                  <c:v>0.26659439034076959</c:v>
                </c:pt>
                <c:pt idx="804" formatCode="0.00%">
                  <c:v>0.26405503418571091</c:v>
                </c:pt>
                <c:pt idx="805" formatCode="0.00%">
                  <c:v>0.26323781294645404</c:v>
                </c:pt>
                <c:pt idx="806" formatCode="0.00%">
                  <c:v>0.3115477326818375</c:v>
                </c:pt>
                <c:pt idx="807" formatCode="0.00%">
                  <c:v>0.31464006674365191</c:v>
                </c:pt>
                <c:pt idx="808" formatCode="0.00%">
                  <c:v>0.31876229767361197</c:v>
                </c:pt>
                <c:pt idx="809" formatCode="0.00%">
                  <c:v>0.31904418298978332</c:v>
                </c:pt>
                <c:pt idx="810" formatCode="0.00%">
                  <c:v>0.31270084226042905</c:v>
                </c:pt>
                <c:pt idx="811" formatCode="0.00%">
                  <c:v>0.3348207203397518</c:v>
                </c:pt>
                <c:pt idx="812" formatCode="0.00%">
                  <c:v>0.33511005628136031</c:v>
                </c:pt>
                <c:pt idx="813" formatCode="0.00%">
                  <c:v>0.3361999512146846</c:v>
                </c:pt>
                <c:pt idx="814" formatCode="0.00%">
                  <c:v>0.33298138666316535</c:v>
                </c:pt>
                <c:pt idx="815" formatCode="0.00%">
                  <c:v>0.33433253723385675</c:v>
                </c:pt>
                <c:pt idx="816" formatCode="0.00%">
                  <c:v>0.33626662734544638</c:v>
                </c:pt>
                <c:pt idx="817" formatCode="0.00%">
                  <c:v>0.31255780512873987</c:v>
                </c:pt>
                <c:pt idx="818" formatCode="0.00%">
                  <c:v>0.29022324058471821</c:v>
                </c:pt>
                <c:pt idx="819" formatCode="0.00%">
                  <c:v>0.29024003071274374</c:v>
                </c:pt>
                <c:pt idx="820" formatCode="0.00%">
                  <c:v>0.28162644363736228</c:v>
                </c:pt>
                <c:pt idx="821" formatCode="0.00%">
                  <c:v>0.28129420092589902</c:v>
                </c:pt>
                <c:pt idx="822" formatCode="0.00%">
                  <c:v>0.27262994453095624</c:v>
                </c:pt>
                <c:pt idx="823" formatCode="0.00%">
                  <c:v>0.23199707788412408</c:v>
                </c:pt>
                <c:pt idx="824" formatCode="0.00%">
                  <c:v>0.22522267764820145</c:v>
                </c:pt>
                <c:pt idx="825" formatCode="0.00%">
                  <c:v>0.22236100989563728</c:v>
                </c:pt>
                <c:pt idx="826" formatCode="0.00%">
                  <c:v>0.17671541397407162</c:v>
                </c:pt>
                <c:pt idx="827" formatCode="0.00%">
                  <c:v>0.16229799390667513</c:v>
                </c:pt>
                <c:pt idx="828" formatCode="0.00%">
                  <c:v>0.16459425794016758</c:v>
                </c:pt>
                <c:pt idx="829" formatCode="0.00%">
                  <c:v>0.16441099307017765</c:v>
                </c:pt>
                <c:pt idx="830" formatCode="0.00%">
                  <c:v>0.1647255984558019</c:v>
                </c:pt>
                <c:pt idx="831" formatCode="0.00%">
                  <c:v>0.12798812897477907</c:v>
                </c:pt>
                <c:pt idx="832" formatCode="0.00%">
                  <c:v>0.1289855901282852</c:v>
                </c:pt>
                <c:pt idx="833" formatCode="0.00%">
                  <c:v>0.12886091661953492</c:v>
                </c:pt>
                <c:pt idx="834" formatCode="0.00%">
                  <c:v>0.13207722098143959</c:v>
                </c:pt>
                <c:pt idx="835" formatCode="0.00%">
                  <c:v>0.12920763280904407</c:v>
                </c:pt>
                <c:pt idx="836" formatCode="0.00%">
                  <c:v>0.14030313993638369</c:v>
                </c:pt>
                <c:pt idx="837" formatCode="0.00%">
                  <c:v>0.1543976700087881</c:v>
                </c:pt>
                <c:pt idx="838" formatCode="0.00%">
                  <c:v>0.15685854292858842</c:v>
                </c:pt>
                <c:pt idx="839" formatCode="0.00%">
                  <c:v>0.15959778764531421</c:v>
                </c:pt>
                <c:pt idx="840" formatCode="0.00%">
                  <c:v>0.14700805608672352</c:v>
                </c:pt>
                <c:pt idx="841" formatCode="0.00%">
                  <c:v>0.15009695691589786</c:v>
                </c:pt>
                <c:pt idx="842" formatCode="0.00%">
                  <c:v>0.15502231635994826</c:v>
                </c:pt>
                <c:pt idx="843" formatCode="0.00%">
                  <c:v>0.15496494038134029</c:v>
                </c:pt>
                <c:pt idx="844" formatCode="0.00%">
                  <c:v>0.15403308942015725</c:v>
                </c:pt>
                <c:pt idx="845" formatCode="0.00%">
                  <c:v>0.15407600251242012</c:v>
                </c:pt>
                <c:pt idx="846" formatCode="0.00%">
                  <c:v>0.15872910367232179</c:v>
                </c:pt>
                <c:pt idx="847" formatCode="0.00%">
                  <c:v>0.18429877156064689</c:v>
                </c:pt>
                <c:pt idx="848" formatCode="0.00%">
                  <c:v>0.17774871770759906</c:v>
                </c:pt>
                <c:pt idx="849" formatCode="0.00%">
                  <c:v>0.19376408138917664</c:v>
                </c:pt>
                <c:pt idx="850" formatCode="0.00%">
                  <c:v>0.19429071161314987</c:v>
                </c:pt>
                <c:pt idx="851" formatCode="0.00%">
                  <c:v>0.21314552371821185</c:v>
                </c:pt>
                <c:pt idx="852" formatCode="0.00%">
                  <c:v>0.21069966025828168</c:v>
                </c:pt>
                <c:pt idx="853" formatCode="0.00%">
                  <c:v>0.2164271384507741</c:v>
                </c:pt>
                <c:pt idx="854" formatCode="0.00%">
                  <c:v>0.21539433122169971</c:v>
                </c:pt>
                <c:pt idx="855" formatCode="0.00%">
                  <c:v>0.21744761278341071</c:v>
                </c:pt>
                <c:pt idx="856" formatCode="0.00%">
                  <c:v>0.21392508251249176</c:v>
                </c:pt>
                <c:pt idx="857" formatCode="0.00%">
                  <c:v>0.21178464254601692</c:v>
                </c:pt>
                <c:pt idx="858" formatCode="0.00%">
                  <c:v>0.2131509582779019</c:v>
                </c:pt>
                <c:pt idx="859" formatCode="0.00%">
                  <c:v>0.21268621954522626</c:v>
                </c:pt>
                <c:pt idx="860" formatCode="0.00%">
                  <c:v>0.21349491848925403</c:v>
                </c:pt>
                <c:pt idx="861" formatCode="0.00%">
                  <c:v>0.21829618545047105</c:v>
                </c:pt>
                <c:pt idx="862" formatCode="0.00%">
                  <c:v>0.21302010933885238</c:v>
                </c:pt>
                <c:pt idx="863" formatCode="0.00%">
                  <c:v>0.21376120847807947</c:v>
                </c:pt>
                <c:pt idx="864" formatCode="0.00%">
                  <c:v>0.21351269892898683</c:v>
                </c:pt>
                <c:pt idx="865" formatCode="0.00%">
                  <c:v>0.21295528047572967</c:v>
                </c:pt>
                <c:pt idx="866" formatCode="0.00%">
                  <c:v>0.20049396339709968</c:v>
                </c:pt>
                <c:pt idx="867" formatCode="0.00%">
                  <c:v>0.16633563498095749</c:v>
                </c:pt>
                <c:pt idx="868" formatCode="0.00%">
                  <c:v>0.16700179408396565</c:v>
                </c:pt>
                <c:pt idx="869" formatCode="0.00%">
                  <c:v>0.16008653836230399</c:v>
                </c:pt>
                <c:pt idx="870" formatCode="0.00%">
                  <c:v>0.16609818929734285</c:v>
                </c:pt>
                <c:pt idx="871" formatCode="0.00%">
                  <c:v>0.17725714192565722</c:v>
                </c:pt>
                <c:pt idx="872" formatCode="0.00%">
                  <c:v>0.19513307507590594</c:v>
                </c:pt>
                <c:pt idx="873" formatCode="0.00%">
                  <c:v>0.19025906404073073</c:v>
                </c:pt>
                <c:pt idx="874" formatCode="0.00%">
                  <c:v>0.19794686591296468</c:v>
                </c:pt>
                <c:pt idx="875" formatCode="0.00%">
                  <c:v>0.21012677805483579</c:v>
                </c:pt>
                <c:pt idx="876" formatCode="0.00%">
                  <c:v>0.20720925114351779</c:v>
                </c:pt>
                <c:pt idx="877" formatCode="0.00%">
                  <c:v>0.20446607227522076</c:v>
                </c:pt>
                <c:pt idx="878" formatCode="0.00%">
                  <c:v>0.20365327089654825</c:v>
                </c:pt>
                <c:pt idx="879" formatCode="0.00%">
                  <c:v>0.20127332236966783</c:v>
                </c:pt>
                <c:pt idx="880" formatCode="0.00%">
                  <c:v>0.19745818397163445</c:v>
                </c:pt>
                <c:pt idx="881" formatCode="0.00%">
                  <c:v>0.21544264163004614</c:v>
                </c:pt>
                <c:pt idx="882" formatCode="0.00%">
                  <c:v>0.21503854740911155</c:v>
                </c:pt>
                <c:pt idx="883" formatCode="0.00%">
                  <c:v>0.21571587782146789</c:v>
                </c:pt>
                <c:pt idx="884" formatCode="0.00%">
                  <c:v>0.21441476317213545</c:v>
                </c:pt>
                <c:pt idx="885" formatCode="0.00%">
                  <c:v>0.21600389967757461</c:v>
                </c:pt>
                <c:pt idx="886" formatCode="0.00%">
                  <c:v>0.21638515770723546</c:v>
                </c:pt>
                <c:pt idx="887" formatCode="0.00%">
                  <c:v>0.2137743150048336</c:v>
                </c:pt>
                <c:pt idx="888" formatCode="0.00%">
                  <c:v>0.22223205483551325</c:v>
                </c:pt>
                <c:pt idx="889" formatCode="0.00%">
                  <c:v>0.23490717029452046</c:v>
                </c:pt>
                <c:pt idx="890" formatCode="0.00%">
                  <c:v>0.24486792291419021</c:v>
                </c:pt>
                <c:pt idx="891" formatCode="0.00%">
                  <c:v>0.2274360575062567</c:v>
                </c:pt>
                <c:pt idx="892" formatCode="0.00%">
                  <c:v>0.21038277469170213</c:v>
                </c:pt>
                <c:pt idx="893" formatCode="0.00%">
                  <c:v>0.20516974528550946</c:v>
                </c:pt>
                <c:pt idx="894" formatCode="0.00%">
                  <c:v>0.20299817513406807</c:v>
                </c:pt>
                <c:pt idx="895" formatCode="0.00%">
                  <c:v>0.18968172148916615</c:v>
                </c:pt>
                <c:pt idx="896" formatCode="0.00%">
                  <c:v>0.19939744399192594</c:v>
                </c:pt>
                <c:pt idx="897" formatCode="0.00%">
                  <c:v>0.19921360173089875</c:v>
                </c:pt>
                <c:pt idx="898" formatCode="0.00%">
                  <c:v>0.20399187248580725</c:v>
                </c:pt>
                <c:pt idx="899" formatCode="0.00%">
                  <c:v>0.20194713427590907</c:v>
                </c:pt>
                <c:pt idx="900" formatCode="0.00%">
                  <c:v>0.19836406227449987</c:v>
                </c:pt>
                <c:pt idx="901" formatCode="0.00%">
                  <c:v>0.1785704535890654</c:v>
                </c:pt>
                <c:pt idx="902" formatCode="0.00%">
                  <c:v>0.17803657361677147</c:v>
                </c:pt>
                <c:pt idx="903" formatCode="0.00%">
                  <c:v>0.17805202812536092</c:v>
                </c:pt>
                <c:pt idx="904" formatCode="0.00%">
                  <c:v>0.17595124943009749</c:v>
                </c:pt>
                <c:pt idx="905" formatCode="0.00%">
                  <c:v>0.16675888104812553</c:v>
                </c:pt>
                <c:pt idx="906" formatCode="0.00%">
                  <c:v>0.16968094661279404</c:v>
                </c:pt>
                <c:pt idx="907" formatCode="0.00%">
                  <c:v>0.17068705200203471</c:v>
                </c:pt>
                <c:pt idx="908" formatCode="0.00%">
                  <c:v>0.14638483743708078</c:v>
                </c:pt>
                <c:pt idx="909" formatCode="0.00%">
                  <c:v>0.13914166390180754</c:v>
                </c:pt>
                <c:pt idx="910" formatCode="0.00%">
                  <c:v>0.12742795502553844</c:v>
                </c:pt>
                <c:pt idx="911" formatCode="0.00%">
                  <c:v>0.13233499354071365</c:v>
                </c:pt>
                <c:pt idx="912" formatCode="0.00%">
                  <c:v>0.1306550675565008</c:v>
                </c:pt>
                <c:pt idx="913" formatCode="0.00%">
                  <c:v>0.13466144018990953</c:v>
                </c:pt>
                <c:pt idx="914" formatCode="0.00%">
                  <c:v>0.12821876720303252</c:v>
                </c:pt>
                <c:pt idx="915" formatCode="0.00%">
                  <c:v>0.10852042119086247</c:v>
                </c:pt>
                <c:pt idx="916" formatCode="0.00%">
                  <c:v>9.571999693805755E-2</c:v>
                </c:pt>
                <c:pt idx="917" formatCode="0.00%">
                  <c:v>9.3281517065852429E-2</c:v>
                </c:pt>
                <c:pt idx="918" formatCode="0.00%">
                  <c:v>9.3578796379959486E-2</c:v>
                </c:pt>
                <c:pt idx="919" formatCode="0.00%">
                  <c:v>9.2663445885371259E-2</c:v>
                </c:pt>
                <c:pt idx="920" formatCode="0.00%">
                  <c:v>9.8515643810856424E-2</c:v>
                </c:pt>
                <c:pt idx="921" formatCode="0.00%">
                  <c:v>0.10586468804233046</c:v>
                </c:pt>
                <c:pt idx="922" formatCode="0.00%">
                  <c:v>0.10736602109903706</c:v>
                </c:pt>
                <c:pt idx="923" formatCode="0.00%">
                  <c:v>0.10737253280982309</c:v>
                </c:pt>
                <c:pt idx="924" formatCode="0.00%">
                  <c:v>0.10672682123752573</c:v>
                </c:pt>
                <c:pt idx="925" formatCode="0.00%">
                  <c:v>0.11651909035050287</c:v>
                </c:pt>
                <c:pt idx="926" formatCode="0.00%">
                  <c:v>0.10771496271376706</c:v>
                </c:pt>
                <c:pt idx="927" formatCode="0.00%">
                  <c:v>0.10912656602529577</c:v>
                </c:pt>
                <c:pt idx="928" formatCode="0.00%">
                  <c:v>0.11386607124797812</c:v>
                </c:pt>
                <c:pt idx="929" formatCode="0.00%">
                  <c:v>0.12293058847635641</c:v>
                </c:pt>
                <c:pt idx="930" formatCode="0.00%">
                  <c:v>0.14838231463895016</c:v>
                </c:pt>
                <c:pt idx="931" formatCode="0.00%">
                  <c:v>0.14784229409981128</c:v>
                </c:pt>
                <c:pt idx="932" formatCode="0.00%">
                  <c:v>0.14442005385840384</c:v>
                </c:pt>
                <c:pt idx="933" formatCode="0.00%">
                  <c:v>0.14410623734002723</c:v>
                </c:pt>
                <c:pt idx="934" formatCode="0.00%">
                  <c:v>0.14053778282613177</c:v>
                </c:pt>
                <c:pt idx="935" formatCode="0.00%">
                  <c:v>0.15416802575392952</c:v>
                </c:pt>
                <c:pt idx="936" formatCode="0.00%">
                  <c:v>0.16896364193666383</c:v>
                </c:pt>
                <c:pt idx="937" formatCode="0.00%">
                  <c:v>0.1741882106620869</c:v>
                </c:pt>
                <c:pt idx="938" formatCode="0.00%">
                  <c:v>0.17393242280073154</c:v>
                </c:pt>
                <c:pt idx="939" formatCode="0.00%">
                  <c:v>0.1727590200559484</c:v>
                </c:pt>
                <c:pt idx="940" formatCode="0.00%">
                  <c:v>0.17804428569676087</c:v>
                </c:pt>
                <c:pt idx="941" formatCode="0.00%">
                  <c:v>0.17671455400320857</c:v>
                </c:pt>
                <c:pt idx="942" formatCode="0.00%">
                  <c:v>0.17893914517428355</c:v>
                </c:pt>
                <c:pt idx="943" formatCode="0.00%">
                  <c:v>0.18347829617808287</c:v>
                </c:pt>
                <c:pt idx="944" formatCode="0.00%">
                  <c:v>0.1895021029718863</c:v>
                </c:pt>
                <c:pt idx="945" formatCode="0.00%">
                  <c:v>0.19698811477305189</c:v>
                </c:pt>
                <c:pt idx="946" formatCode="0.00%">
                  <c:v>0.19649398218860548</c:v>
                </c:pt>
                <c:pt idx="947" formatCode="0.00%">
                  <c:v>0.19650028186919816</c:v>
                </c:pt>
                <c:pt idx="948" formatCode="0.00%">
                  <c:v>0.19596122630299254</c:v>
                </c:pt>
                <c:pt idx="949" formatCode="0.00%">
                  <c:v>0.19474476035182284</c:v>
                </c:pt>
                <c:pt idx="950" formatCode="0.00%">
                  <c:v>0.18460397312784443</c:v>
                </c:pt>
                <c:pt idx="951" formatCode="0.00%">
                  <c:v>0.18842158380726678</c:v>
                </c:pt>
                <c:pt idx="952" formatCode="0.00%">
                  <c:v>0.22256554345367724</c:v>
                </c:pt>
                <c:pt idx="953" formatCode="0.00%">
                  <c:v>0.22431787954871327</c:v>
                </c:pt>
                <c:pt idx="954" formatCode="0.00%">
                  <c:v>0.22350147623188477</c:v>
                </c:pt>
                <c:pt idx="955" formatCode="0.00%">
                  <c:v>0.21627390861762982</c:v>
                </c:pt>
                <c:pt idx="956" formatCode="0.00%">
                  <c:v>0.20163997161279151</c:v>
                </c:pt>
                <c:pt idx="957" formatCode="0.00%">
                  <c:v>0.19748885090990737</c:v>
                </c:pt>
                <c:pt idx="958" formatCode="0.00%">
                  <c:v>0.19683283379584393</c:v>
                </c:pt>
                <c:pt idx="959" formatCode="0.00%">
                  <c:v>0.20133260726632354</c:v>
                </c:pt>
                <c:pt idx="960" formatCode="0.00%">
                  <c:v>0.19773549734066187</c:v>
                </c:pt>
                <c:pt idx="961" formatCode="0.00%">
                  <c:v>0.21045429928041492</c:v>
                </c:pt>
                <c:pt idx="962" formatCode="0.00%">
                  <c:v>0.20773986923147111</c:v>
                </c:pt>
                <c:pt idx="963" formatCode="0.00%">
                  <c:v>0.20532850178726619</c:v>
                </c:pt>
                <c:pt idx="964" formatCode="0.00%">
                  <c:v>0.1956282373598292</c:v>
                </c:pt>
                <c:pt idx="965" formatCode="0.00%">
                  <c:v>0.17662644281111087</c:v>
                </c:pt>
                <c:pt idx="966" formatCode="0.00%">
                  <c:v>0.18150971011918579</c:v>
                </c:pt>
                <c:pt idx="967" formatCode="0.00%">
                  <c:v>0.18647817875963629</c:v>
                </c:pt>
                <c:pt idx="968" formatCode="0.00%">
                  <c:v>0.18706029830822687</c:v>
                </c:pt>
                <c:pt idx="969" formatCode="0.00%">
                  <c:v>0.17285313076050143</c:v>
                </c:pt>
                <c:pt idx="970" formatCode="0.00%">
                  <c:v>0.16931637796223545</c:v>
                </c:pt>
                <c:pt idx="971" formatCode="0.00%">
                  <c:v>0.168399058642448</c:v>
                </c:pt>
                <c:pt idx="972" formatCode="0.00%">
                  <c:v>0.1327579186044765</c:v>
                </c:pt>
                <c:pt idx="973" formatCode="0.00%">
                  <c:v>0.12660403881241866</c:v>
                </c:pt>
                <c:pt idx="974" formatCode="0.00%">
                  <c:v>0.12948086675404416</c:v>
                </c:pt>
                <c:pt idx="975" formatCode="0.00%">
                  <c:v>0.13150235785098136</c:v>
                </c:pt>
                <c:pt idx="976" formatCode="0.00%">
                  <c:v>0.12880456230092852</c:v>
                </c:pt>
                <c:pt idx="977" formatCode="0.00%">
                  <c:v>0.12500270777361017</c:v>
                </c:pt>
                <c:pt idx="978" formatCode="0.00%">
                  <c:v>0.12290510932315164</c:v>
                </c:pt>
                <c:pt idx="979" formatCode="0.00%">
                  <c:v>0.14682577953853729</c:v>
                </c:pt>
                <c:pt idx="980" formatCode="0.00%">
                  <c:v>0.14762561430489049</c:v>
                </c:pt>
                <c:pt idx="981" formatCode="0.00%">
                  <c:v>0.13954714926320866</c:v>
                </c:pt>
                <c:pt idx="982" formatCode="0.00%">
                  <c:v>0.1395332570180419</c:v>
                </c:pt>
                <c:pt idx="983" formatCode="0.00%">
                  <c:v>0.14450983786199673</c:v>
                </c:pt>
                <c:pt idx="984" formatCode="0.00%">
                  <c:v>0.14730227944978566</c:v>
                </c:pt>
                <c:pt idx="985" formatCode="0.00%">
                  <c:v>0.14505154765282238</c:v>
                </c:pt>
                <c:pt idx="986" formatCode="0.00%">
                  <c:v>0.14163944002088061</c:v>
                </c:pt>
                <c:pt idx="987" formatCode="0.00%">
                  <c:v>0.13685000032174618</c:v>
                </c:pt>
                <c:pt idx="988" formatCode="0.00%">
                  <c:v>0.13666469347919402</c:v>
                </c:pt>
                <c:pt idx="989" formatCode="0.00%">
                  <c:v>0.13603226885563383</c:v>
                </c:pt>
                <c:pt idx="990" formatCode="0.00%">
                  <c:v>0.13650941814781825</c:v>
                </c:pt>
                <c:pt idx="991" formatCode="0.00%">
                  <c:v>0.14111923707443741</c:v>
                </c:pt>
                <c:pt idx="992" formatCode="0.00%">
                  <c:v>0.1414967389000121</c:v>
                </c:pt>
                <c:pt idx="993" formatCode="0.00%">
                  <c:v>0.14042824988962649</c:v>
                </c:pt>
                <c:pt idx="994" formatCode="0.00%">
                  <c:v>0.13371726558232627</c:v>
                </c:pt>
                <c:pt idx="995" formatCode="0.00%">
                  <c:v>0.12432498097074005</c:v>
                </c:pt>
                <c:pt idx="996" formatCode="0.00%">
                  <c:v>0.12689624014475828</c:v>
                </c:pt>
                <c:pt idx="997" formatCode="0.00%">
                  <c:v>0.12880451799802578</c:v>
                </c:pt>
                <c:pt idx="998" formatCode="0.00%">
                  <c:v>0.13094415834188064</c:v>
                </c:pt>
                <c:pt idx="999" formatCode="0.00%">
                  <c:v>9.1117650598541794E-2</c:v>
                </c:pt>
                <c:pt idx="1000" formatCode="0.00%">
                  <c:v>9.5404872659503689E-2</c:v>
                </c:pt>
                <c:pt idx="1001" formatCode="0.00%">
                  <c:v>9.747534971675581E-2</c:v>
                </c:pt>
                <c:pt idx="1002" formatCode="0.00%">
                  <c:v>0.10640093707924947</c:v>
                </c:pt>
                <c:pt idx="1003" formatCode="0.00%">
                  <c:v>9.8625036489336737E-2</c:v>
                </c:pt>
                <c:pt idx="1004" formatCode="0.00%">
                  <c:v>0.14521024125040369</c:v>
                </c:pt>
                <c:pt idx="1005" formatCode="0.00%">
                  <c:v>0.14498050625893663</c:v>
                </c:pt>
                <c:pt idx="1006" formatCode="0.00%">
                  <c:v>0.14556028175796823</c:v>
                </c:pt>
                <c:pt idx="1007" formatCode="0.00%">
                  <c:v>0.14269827842736074</c:v>
                </c:pt>
                <c:pt idx="1008" formatCode="0.00%">
                  <c:v>0.15505783725529421</c:v>
                </c:pt>
                <c:pt idx="1009" formatCode="0.00%">
                  <c:v>0.1567221813793038</c:v>
                </c:pt>
                <c:pt idx="1010" formatCode="0.00%">
                  <c:v>0.15681876516536589</c:v>
                </c:pt>
                <c:pt idx="1011" formatCode="0.00%">
                  <c:v>0.15595324426230311</c:v>
                </c:pt>
                <c:pt idx="1012" formatCode="0.00%">
                  <c:v>0.15595304705207322</c:v>
                </c:pt>
                <c:pt idx="1013" formatCode="0.00%">
                  <c:v>0.1562570780117532</c:v>
                </c:pt>
                <c:pt idx="1014" formatCode="0.00%">
                  <c:v>0.15679897363310627</c:v>
                </c:pt>
                <c:pt idx="1015" formatCode="0.00%">
                  <c:v>0.16222325038688248</c:v>
                </c:pt>
                <c:pt idx="1016" formatCode="0.00%">
                  <c:v>0.1690356209259013</c:v>
                </c:pt>
                <c:pt idx="1017" formatCode="0.00%">
                  <c:v>0.17553589575991749</c:v>
                </c:pt>
                <c:pt idx="1018" formatCode="0.00%">
                  <c:v>0.17413410554705072</c:v>
                </c:pt>
                <c:pt idx="1019" formatCode="0.00%">
                  <c:v>0.17833908790088743</c:v>
                </c:pt>
                <c:pt idx="1020" formatCode="0.00%">
                  <c:v>0.17858319015114962</c:v>
                </c:pt>
                <c:pt idx="1021" formatCode="0.00%">
                  <c:v>0.17905827925709961</c:v>
                </c:pt>
                <c:pt idx="1022" formatCode="0.00%">
                  <c:v>0.17398327272863412</c:v>
                </c:pt>
                <c:pt idx="1023" formatCode="0.00%">
                  <c:v>0.17512611253557353</c:v>
                </c:pt>
                <c:pt idx="1024" formatCode="0.00%">
                  <c:v>0.13566303956431661</c:v>
                </c:pt>
                <c:pt idx="1025" formatCode="0.00%">
                  <c:v>0.12418865802763969</c:v>
                </c:pt>
                <c:pt idx="1026" formatCode="0.00%">
                  <c:v>0.12417452281211319</c:v>
                </c:pt>
                <c:pt idx="1027" formatCode="0.00%">
                  <c:v>0.12113884301062494</c:v>
                </c:pt>
                <c:pt idx="1028" formatCode="0.00%">
                  <c:v>0.1290207572217798</c:v>
                </c:pt>
                <c:pt idx="1029" formatCode="0.00%">
                  <c:v>0.1211722525433796</c:v>
                </c:pt>
                <c:pt idx="1030" formatCode="0.00%">
                  <c:v>0.12111417061390485</c:v>
                </c:pt>
                <c:pt idx="1031" formatCode="0.00%">
                  <c:v>0.12255746335172957</c:v>
                </c:pt>
                <c:pt idx="1032" formatCode="0.00%">
                  <c:v>0.12342246467601513</c:v>
                </c:pt>
                <c:pt idx="1033" formatCode="0.00%">
                  <c:v>0.12267725988800375</c:v>
                </c:pt>
                <c:pt idx="1034" formatCode="0.00%">
                  <c:v>0.10830695479180408</c:v>
                </c:pt>
                <c:pt idx="1035" formatCode="0.00%">
                  <c:v>0.10727789946010582</c:v>
                </c:pt>
                <c:pt idx="1036" formatCode="0.00%">
                  <c:v>0.10312433469446874</c:v>
                </c:pt>
                <c:pt idx="1037" formatCode="0.00%">
                  <c:v>9.3786965846970535E-2</c:v>
                </c:pt>
                <c:pt idx="1038" formatCode="0.00%">
                  <c:v>0.10188572156998194</c:v>
                </c:pt>
                <c:pt idx="1039" formatCode="0.00%">
                  <c:v>9.5954648417688485E-2</c:v>
                </c:pt>
                <c:pt idx="1040" formatCode="0.00%">
                  <c:v>9.8052509691100923E-2</c:v>
                </c:pt>
                <c:pt idx="1041" formatCode="0.00%">
                  <c:v>9.4679849097454374E-2</c:v>
                </c:pt>
                <c:pt idx="1042" formatCode="0.00%">
                  <c:v>9.4398158317516592E-2</c:v>
                </c:pt>
                <c:pt idx="1043" formatCode="0.00%">
                  <c:v>9.4345059047359611E-2</c:v>
                </c:pt>
                <c:pt idx="1044" formatCode="0.00%">
                  <c:v>0.10074086143238065</c:v>
                </c:pt>
                <c:pt idx="1045" formatCode="0.00%">
                  <c:v>0.10421308078984391</c:v>
                </c:pt>
                <c:pt idx="1046" formatCode="0.00%">
                  <c:v>0.10352222373940999</c:v>
                </c:pt>
                <c:pt idx="1047" formatCode="0.00%">
                  <c:v>0.10414742802812006</c:v>
                </c:pt>
                <c:pt idx="1048" formatCode="0.00%">
                  <c:v>8.4391288043429893E-2</c:v>
                </c:pt>
                <c:pt idx="1049" formatCode="0.00%">
                  <c:v>8.4958927768840078E-2</c:v>
                </c:pt>
                <c:pt idx="1050" formatCode="0.00%">
                  <c:v>8.3712011799185845E-2</c:v>
                </c:pt>
                <c:pt idx="1051" formatCode="0.00%">
                  <c:v>8.3414839211881392E-2</c:v>
                </c:pt>
                <c:pt idx="1052" formatCode="0.00%">
                  <c:v>8.3720634890838544E-2</c:v>
                </c:pt>
                <c:pt idx="1053" formatCode="0.00%">
                  <c:v>8.2921236484060815E-2</c:v>
                </c:pt>
                <c:pt idx="1054" formatCode="0.00%">
                  <c:v>9.185575764462911E-2</c:v>
                </c:pt>
                <c:pt idx="1055" formatCode="0.00%">
                  <c:v>9.849137005461471E-2</c:v>
                </c:pt>
                <c:pt idx="1056" formatCode="0.00%">
                  <c:v>9.8776374886181892E-2</c:v>
                </c:pt>
                <c:pt idx="1057" formatCode="0.00%">
                  <c:v>0.10308194787512621</c:v>
                </c:pt>
                <c:pt idx="1058" formatCode="0.00%">
                  <c:v>9.3039288182049609E-2</c:v>
                </c:pt>
                <c:pt idx="1059" formatCode="0.00%">
                  <c:v>9.7890733397489868E-2</c:v>
                </c:pt>
                <c:pt idx="1060" formatCode="0.00%">
                  <c:v>9.298490656162893E-2</c:v>
                </c:pt>
                <c:pt idx="1061" formatCode="0.00%">
                  <c:v>9.7518361368797643E-2</c:v>
                </c:pt>
                <c:pt idx="1062" formatCode="0.00%">
                  <c:v>9.7101170952416327E-2</c:v>
                </c:pt>
                <c:pt idx="1063" formatCode="0.00%">
                  <c:v>9.4740020618222356E-2</c:v>
                </c:pt>
                <c:pt idx="1064" formatCode="0.00%">
                  <c:v>0.10085903251362002</c:v>
                </c:pt>
                <c:pt idx="1065" formatCode="0.00%">
                  <c:v>0.12602728975009128</c:v>
                </c:pt>
                <c:pt idx="1066" formatCode="0.00%">
                  <c:v>0.13996998618981402</c:v>
                </c:pt>
                <c:pt idx="1067" formatCode="0.00%">
                  <c:v>0.17014488834289879</c:v>
                </c:pt>
                <c:pt idx="1068" formatCode="0.00%">
                  <c:v>0.17749931764522128</c:v>
                </c:pt>
                <c:pt idx="1069" formatCode="0.00%">
                  <c:v>0.18066686424479722</c:v>
                </c:pt>
                <c:pt idx="1070" formatCode="0.00%">
                  <c:v>0.18599824311022228</c:v>
                </c:pt>
                <c:pt idx="1071" formatCode="0.00%">
                  <c:v>0.19438398135807991</c:v>
                </c:pt>
                <c:pt idx="1072" formatCode="0.00%">
                  <c:v>0.19467642083876702</c:v>
                </c:pt>
                <c:pt idx="1073" formatCode="0.00%">
                  <c:v>0.19449640277922417</c:v>
                </c:pt>
                <c:pt idx="1074" formatCode="0.00%">
                  <c:v>0.19682381986830791</c:v>
                </c:pt>
                <c:pt idx="1075" formatCode="0.00%">
                  <c:v>0.19666788537379198</c:v>
                </c:pt>
                <c:pt idx="1076" formatCode="0.00%">
                  <c:v>0.19666949107100401</c:v>
                </c:pt>
                <c:pt idx="1077" formatCode="0.00%">
                  <c:v>0.20213131563735817</c:v>
                </c:pt>
                <c:pt idx="1078" formatCode="0.00%">
                  <c:v>0.20492713037811749</c:v>
                </c:pt>
                <c:pt idx="1079" formatCode="0.00%">
                  <c:v>0.20349041391272388</c:v>
                </c:pt>
                <c:pt idx="1080" formatCode="0.00%">
                  <c:v>0.20348759699394228</c:v>
                </c:pt>
                <c:pt idx="1081" formatCode="0.00%">
                  <c:v>0.20178723042745575</c:v>
                </c:pt>
                <c:pt idx="1082" formatCode="0.00%">
                  <c:v>0.20178397905556716</c:v>
                </c:pt>
                <c:pt idx="1083" formatCode="0.00%">
                  <c:v>0.20263294111869895</c:v>
                </c:pt>
                <c:pt idx="1084" formatCode="0.00%">
                  <c:v>0.19725450880682122</c:v>
                </c:pt>
                <c:pt idx="1085" formatCode="0.00%">
                  <c:v>0.17310278310230109</c:v>
                </c:pt>
                <c:pt idx="1086" formatCode="0.00%">
                  <c:v>0.1663925284682902</c:v>
                </c:pt>
                <c:pt idx="1087" formatCode="0.00%">
                  <c:v>0.11907654209737893</c:v>
                </c:pt>
                <c:pt idx="1088" formatCode="0.00%">
                  <c:v>0.11533520115306412</c:v>
                </c:pt>
                <c:pt idx="1089" formatCode="0.00%">
                  <c:v>0.10097714884348552</c:v>
                </c:pt>
                <c:pt idx="1090" formatCode="0.00%">
                  <c:v>9.9433207496124054E-2</c:v>
                </c:pt>
                <c:pt idx="1091" formatCode="0.00%">
                  <c:v>9.2918093247337311E-2</c:v>
                </c:pt>
                <c:pt idx="1092" formatCode="0.00%">
                  <c:v>9.2946393472193856E-2</c:v>
                </c:pt>
                <c:pt idx="1093" formatCode="0.00%">
                  <c:v>9.1915950374109517E-2</c:v>
                </c:pt>
                <c:pt idx="1094" formatCode="0.00%">
                  <c:v>7.3739964448511067E-2</c:v>
                </c:pt>
                <c:pt idx="1095" formatCode="0.00%">
                  <c:v>7.8491932301708922E-2</c:v>
                </c:pt>
                <c:pt idx="1096" formatCode="0.00%">
                  <c:v>7.7881110499527922E-2</c:v>
                </c:pt>
                <c:pt idx="1097" formatCode="0.00%">
                  <c:v>6.8294524628351991E-2</c:v>
                </c:pt>
                <c:pt idx="1098" formatCode="0.00%">
                  <c:v>7.6877742797860416E-2</c:v>
                </c:pt>
                <c:pt idx="1099" formatCode="0.00%">
                  <c:v>7.4289848548734438E-2</c:v>
                </c:pt>
                <c:pt idx="1100" formatCode="0.00%">
                  <c:v>7.6538231416532473E-2</c:v>
                </c:pt>
                <c:pt idx="1101" formatCode="0.00%">
                  <c:v>8.4864949630334058E-2</c:v>
                </c:pt>
                <c:pt idx="1102" formatCode="0.00%">
                  <c:v>8.4813167407469983E-2</c:v>
                </c:pt>
                <c:pt idx="1103" formatCode="0.00%">
                  <c:v>8.4792826775087482E-2</c:v>
                </c:pt>
                <c:pt idx="1104" formatCode="0.00%">
                  <c:v>8.3626761280057943E-2</c:v>
                </c:pt>
                <c:pt idx="1105" formatCode="0.00%">
                  <c:v>8.3532516926495423E-2</c:v>
                </c:pt>
                <c:pt idx="1106" formatCode="0.00%">
                  <c:v>8.3578612797046634E-2</c:v>
                </c:pt>
                <c:pt idx="1107" formatCode="0.00%">
                  <c:v>8.1419642769663181E-2</c:v>
                </c:pt>
                <c:pt idx="1108" formatCode="0.00%">
                  <c:v>8.2779163966117078E-2</c:v>
                </c:pt>
                <c:pt idx="1109" formatCode="0.00%">
                  <c:v>8.1504334267002987E-2</c:v>
                </c:pt>
                <c:pt idx="1110" formatCode="0.00%">
                  <c:v>8.293859869401056E-2</c:v>
                </c:pt>
                <c:pt idx="1111" formatCode="0.00%">
                  <c:v>8.6187802563010646E-2</c:v>
                </c:pt>
                <c:pt idx="1112" formatCode="0.00%">
                  <c:v>8.5355167448408209E-2</c:v>
                </c:pt>
                <c:pt idx="1113" formatCode="0.00%">
                  <c:v>8.7975311650685811E-2</c:v>
                </c:pt>
                <c:pt idx="1114" formatCode="0.00%">
                  <c:v>0.10822201820495377</c:v>
                </c:pt>
                <c:pt idx="1115" formatCode="0.00%">
                  <c:v>0.10512821377894455</c:v>
                </c:pt>
                <c:pt idx="1116" formatCode="0.00%">
                  <c:v>0.11343646290948096</c:v>
                </c:pt>
                <c:pt idx="1117" formatCode="0.00%">
                  <c:v>0.11129854835889474</c:v>
                </c:pt>
                <c:pt idx="1118" formatCode="0.00%">
                  <c:v>0.10795858516708876</c:v>
                </c:pt>
                <c:pt idx="1119" formatCode="0.00%">
                  <c:v>0.11290854754448823</c:v>
                </c:pt>
                <c:pt idx="1120" formatCode="0.00%">
                  <c:v>0.11633962932158448</c:v>
                </c:pt>
                <c:pt idx="1121" formatCode="0.00%">
                  <c:v>0.12263671004262422</c:v>
                </c:pt>
                <c:pt idx="1122" formatCode="0.00%">
                  <c:v>0.1227361168245393</c:v>
                </c:pt>
                <c:pt idx="1123" formatCode="0.00%">
                  <c:v>0.12337493182631515</c:v>
                </c:pt>
                <c:pt idx="1124" formatCode="0.00%">
                  <c:v>0.12286167829701113</c:v>
                </c:pt>
                <c:pt idx="1125" formatCode="0.00%">
                  <c:v>0.12285827147782892</c:v>
                </c:pt>
                <c:pt idx="1126" formatCode="0.00%">
                  <c:v>0.12182984433336827</c:v>
                </c:pt>
                <c:pt idx="1127" formatCode="0.00%">
                  <c:v>0.12154882228121798</c:v>
                </c:pt>
                <c:pt idx="1128" formatCode="0.00%">
                  <c:v>0.12263843108444554</c:v>
                </c:pt>
                <c:pt idx="1129" formatCode="0.00%">
                  <c:v>0.12322131611032361</c:v>
                </c:pt>
                <c:pt idx="1130" formatCode="0.00%">
                  <c:v>0.12248100119424335</c:v>
                </c:pt>
                <c:pt idx="1131" formatCode="0.00%">
                  <c:v>0.12165542950982887</c:v>
                </c:pt>
                <c:pt idx="1132" formatCode="0.00%">
                  <c:v>0.12673359695635217</c:v>
                </c:pt>
                <c:pt idx="1133" formatCode="0.00%">
                  <c:v>0.12667547942329174</c:v>
                </c:pt>
                <c:pt idx="1134" formatCode="0.00%">
                  <c:v>0.10993363710601514</c:v>
                </c:pt>
                <c:pt idx="1135" formatCode="0.00%">
                  <c:v>0.11082869289503278</c:v>
                </c:pt>
                <c:pt idx="1136" formatCode="0.00%">
                  <c:v>0.10249971903858573</c:v>
                </c:pt>
                <c:pt idx="1137" formatCode="0.00%">
                  <c:v>0.10249584071010608</c:v>
                </c:pt>
                <c:pt idx="1138" formatCode="0.00%">
                  <c:v>9.7693990453641702E-2</c:v>
                </c:pt>
                <c:pt idx="1139" formatCode="0.00%">
                  <c:v>9.2961281126906853E-2</c:v>
                </c:pt>
                <c:pt idx="1140" formatCode="0.00%">
                  <c:v>8.9009792218114933E-2</c:v>
                </c:pt>
                <c:pt idx="1141" formatCode="0.00%">
                  <c:v>8.1880268250376864E-2</c:v>
                </c:pt>
                <c:pt idx="1142" formatCode="0.00%">
                  <c:v>8.0310461909509689E-2</c:v>
                </c:pt>
                <c:pt idx="1143" formatCode="0.00%">
                  <c:v>7.9169861585089721E-2</c:v>
                </c:pt>
                <c:pt idx="1144" formatCode="0.00%">
                  <c:v>8.3085165986921616E-2</c:v>
                </c:pt>
                <c:pt idx="1145" formatCode="0.00%">
                  <c:v>0.11741101082602975</c:v>
                </c:pt>
                <c:pt idx="1146" formatCode="0.00%">
                  <c:v>0.1177313596197858</c:v>
                </c:pt>
                <c:pt idx="1147" formatCode="0.00%">
                  <c:v>0.11782284075140737</c:v>
                </c:pt>
                <c:pt idx="1148" formatCode="0.00%">
                  <c:v>0.11930009633001874</c:v>
                </c:pt>
                <c:pt idx="1149" formatCode="0.00%">
                  <c:v>0.1316599596855676</c:v>
                </c:pt>
                <c:pt idx="1150" formatCode="0.00%">
                  <c:v>0.13382883361080961</c:v>
                </c:pt>
                <c:pt idx="1151" formatCode="0.00%">
                  <c:v>0.13218091095900958</c:v>
                </c:pt>
                <c:pt idx="1152" formatCode="0.00%">
                  <c:v>0.12910223807554688</c:v>
                </c:pt>
                <c:pt idx="1153" formatCode="0.00%">
                  <c:v>0.12945553832238951</c:v>
                </c:pt>
                <c:pt idx="1154" formatCode="0.00%">
                  <c:v>0.12822649138907233</c:v>
                </c:pt>
                <c:pt idx="1155" formatCode="0.00%">
                  <c:v>0.12707734291549538</c:v>
                </c:pt>
                <c:pt idx="1156" formatCode="0.00%">
                  <c:v>0.12617419710492386</c:v>
                </c:pt>
                <c:pt idx="1157" formatCode="0.00%">
                  <c:v>0.12590493385406354</c:v>
                </c:pt>
                <c:pt idx="1158" formatCode="0.00%">
                  <c:v>0.12641219212065014</c:v>
                </c:pt>
                <c:pt idx="1159" formatCode="0.00%">
                  <c:v>0.12704597206662366</c:v>
                </c:pt>
                <c:pt idx="1160" formatCode="0.00%">
                  <c:v>0.13444494245532151</c:v>
                </c:pt>
                <c:pt idx="1161" formatCode="0.00%">
                  <c:v>0.12974574693724605</c:v>
                </c:pt>
                <c:pt idx="1162" formatCode="0.00%">
                  <c:v>0.12925867545269284</c:v>
                </c:pt>
                <c:pt idx="1163" formatCode="0.00%">
                  <c:v>0.13409473825013934</c:v>
                </c:pt>
                <c:pt idx="1164" formatCode="0.00%">
                  <c:v>0.14075698752578575</c:v>
                </c:pt>
                <c:pt idx="1165" formatCode="0.00%">
                  <c:v>0.11206163572341674</c:v>
                </c:pt>
                <c:pt idx="1166" formatCode="0.00%">
                  <c:v>0.11223035279682261</c:v>
                </c:pt>
                <c:pt idx="1167" formatCode="0.00%">
                  <c:v>0.11221993074020332</c:v>
                </c:pt>
                <c:pt idx="1168" formatCode="0.00%">
                  <c:v>0.11057967996292954</c:v>
                </c:pt>
                <c:pt idx="1169" formatCode="0.00%">
                  <c:v>9.8154187939722956E-2</c:v>
                </c:pt>
                <c:pt idx="1170" formatCode="0.00%">
                  <c:v>9.9747888209558835E-2</c:v>
                </c:pt>
                <c:pt idx="1171" formatCode="0.00%">
                  <c:v>0.10743399431807492</c:v>
                </c:pt>
                <c:pt idx="1172" formatCode="0.00%">
                  <c:v>0.1050548422831229</c:v>
                </c:pt>
                <c:pt idx="1173" formatCode="0.00%">
                  <c:v>0.10848862577572517</c:v>
                </c:pt>
                <c:pt idx="1174" formatCode="0.00%">
                  <c:v>0.11175314286046008</c:v>
                </c:pt>
                <c:pt idx="1175" formatCode="0.00%">
                  <c:v>0.1111382898192621</c:v>
                </c:pt>
                <c:pt idx="1176" formatCode="0.00%">
                  <c:v>0.10998651981877318</c:v>
                </c:pt>
                <c:pt idx="1177" formatCode="0.00%">
                  <c:v>0.11388955642039718</c:v>
                </c:pt>
                <c:pt idx="1178" formatCode="0.00%">
                  <c:v>0.11324964539156708</c:v>
                </c:pt>
                <c:pt idx="1179" formatCode="0.00%">
                  <c:v>0.11283433060763405</c:v>
                </c:pt>
                <c:pt idx="1180" formatCode="0.00%">
                  <c:v>9.8339636298490449E-2</c:v>
                </c:pt>
                <c:pt idx="1181" formatCode="0.00%">
                  <c:v>0.10591109399382069</c:v>
                </c:pt>
                <c:pt idx="1182" formatCode="0.00%">
                  <c:v>0.11295879213760125</c:v>
                </c:pt>
                <c:pt idx="1183" formatCode="0.00%">
                  <c:v>0.10926886962909234</c:v>
                </c:pt>
                <c:pt idx="1184" formatCode="0.00%">
                  <c:v>9.8549473320943104E-2</c:v>
                </c:pt>
                <c:pt idx="1185" formatCode="0.00%">
                  <c:v>9.5926773988450037E-2</c:v>
                </c:pt>
                <c:pt idx="1186" formatCode="0.00%">
                  <c:v>9.5307264385227797E-2</c:v>
                </c:pt>
                <c:pt idx="1187" formatCode="0.00%">
                  <c:v>9.5528717244362099E-2</c:v>
                </c:pt>
                <c:pt idx="1188" formatCode="0.00%">
                  <c:v>9.7210312437098198E-2</c:v>
                </c:pt>
                <c:pt idx="1189" formatCode="0.00%">
                  <c:v>9.558520436914518E-2</c:v>
                </c:pt>
                <c:pt idx="1190" formatCode="0.00%">
                  <c:v>9.0757609141680295E-2</c:v>
                </c:pt>
                <c:pt idx="1191" formatCode="0.00%">
                  <c:v>8.4008904366259449E-2</c:v>
                </c:pt>
                <c:pt idx="1192" formatCode="0.00%">
                  <c:v>8.3870280839685327E-2</c:v>
                </c:pt>
                <c:pt idx="1193" formatCode="0.00%">
                  <c:v>7.6844773007547287E-2</c:v>
                </c:pt>
                <c:pt idx="1194" formatCode="0.00%">
                  <c:v>8.6967181528884219E-2</c:v>
                </c:pt>
                <c:pt idx="1195" formatCode="0.00%">
                  <c:v>8.2792247137455754E-2</c:v>
                </c:pt>
                <c:pt idx="1196" formatCode="0.00%">
                  <c:v>9.4499284720072019E-2</c:v>
                </c:pt>
                <c:pt idx="1197" formatCode="0.00%">
                  <c:v>9.1996544670918584E-2</c:v>
                </c:pt>
                <c:pt idx="1198" formatCode="0.00%">
                  <c:v>9.6206459601529279E-2</c:v>
                </c:pt>
                <c:pt idx="1199" formatCode="0.00%">
                  <c:v>0.10692423119241827</c:v>
                </c:pt>
                <c:pt idx="1200" formatCode="0.00%">
                  <c:v>0.10760268808806196</c:v>
                </c:pt>
                <c:pt idx="1201" formatCode="0.00%">
                  <c:v>0.10480347936400221</c:v>
                </c:pt>
                <c:pt idx="1202" formatCode="0.00%">
                  <c:v>9.9227546306122572E-2</c:v>
                </c:pt>
                <c:pt idx="1203" formatCode="0.00%">
                  <c:v>9.923734345585547E-2</c:v>
                </c:pt>
                <c:pt idx="1204" formatCode="0.00%">
                  <c:v>0.10069368437831823</c:v>
                </c:pt>
                <c:pt idx="1205" formatCode="0.00%">
                  <c:v>0.10215256392038999</c:v>
                </c:pt>
                <c:pt idx="1206" formatCode="0.00%">
                  <c:v>0.10749179318304469</c:v>
                </c:pt>
                <c:pt idx="1207" formatCode="0.00%">
                  <c:v>0.11283304660480252</c:v>
                </c:pt>
                <c:pt idx="1208" formatCode="0.00%">
                  <c:v>0.11188930856115703</c:v>
                </c:pt>
                <c:pt idx="1209" formatCode="0.00%">
                  <c:v>0.11296755695115812</c:v>
                </c:pt>
                <c:pt idx="1210" formatCode="0.00%">
                  <c:v>0.11738594472858897</c:v>
                </c:pt>
                <c:pt idx="1211" formatCode="0.00%">
                  <c:v>0.11626799350503564</c:v>
                </c:pt>
                <c:pt idx="1212" formatCode="0.00%">
                  <c:v>0.13762922083092546</c:v>
                </c:pt>
                <c:pt idx="1213" formatCode="0.00%">
                  <c:v>0.13733328308348858</c:v>
                </c:pt>
                <c:pt idx="1214" formatCode="0.00%">
                  <c:v>0.12519968794840283</c:v>
                </c:pt>
                <c:pt idx="1215" formatCode="0.00%">
                  <c:v>0.12860356463305198</c:v>
                </c:pt>
                <c:pt idx="1216" formatCode="0.00%">
                  <c:v>0.12362483748865474</c:v>
                </c:pt>
                <c:pt idx="1217" formatCode="0.00%">
                  <c:v>0.12362341778167212</c:v>
                </c:pt>
                <c:pt idx="1218" formatCode="0.00%">
                  <c:v>0.12266622247562436</c:v>
                </c:pt>
                <c:pt idx="1219" formatCode="0.00%">
                  <c:v>0.12133642427455033</c:v>
                </c:pt>
                <c:pt idx="1220" formatCode="0.00%">
                  <c:v>0.12865407488256952</c:v>
                </c:pt>
                <c:pt idx="1221" formatCode="0.00%">
                  <c:v>0.12779153767170293</c:v>
                </c:pt>
                <c:pt idx="1222" formatCode="0.00%">
                  <c:v>0.12870385798578565</c:v>
                </c:pt>
                <c:pt idx="1223" formatCode="0.00%">
                  <c:v>0.12886050182650594</c:v>
                </c:pt>
                <c:pt idx="1224" formatCode="0.00%">
                  <c:v>0.12807063020557333</c:v>
                </c:pt>
                <c:pt idx="1225" formatCode="0.00%">
                  <c:v>0.12837522580327357</c:v>
                </c:pt>
                <c:pt idx="1226" formatCode="0.00%">
                  <c:v>0.1263744900481579</c:v>
                </c:pt>
                <c:pt idx="1227" formatCode="0.00%">
                  <c:v>0.1239513060335496</c:v>
                </c:pt>
                <c:pt idx="1228" formatCode="0.00%">
                  <c:v>0.12672933088956087</c:v>
                </c:pt>
                <c:pt idx="1229" formatCode="0.00%">
                  <c:v>0.13872715951324988</c:v>
                </c:pt>
                <c:pt idx="1230" formatCode="0.00%">
                  <c:v>0.13569887155202676</c:v>
                </c:pt>
                <c:pt idx="1231" formatCode="0.00%">
                  <c:v>0.13551065404508639</c:v>
                </c:pt>
                <c:pt idx="1232" formatCode="0.00%">
                  <c:v>0.11445651423647597</c:v>
                </c:pt>
                <c:pt idx="1233" formatCode="0.00%">
                  <c:v>0.11495504354828461</c:v>
                </c:pt>
                <c:pt idx="1234" formatCode="0.00%">
                  <c:v>0.11953949920903874</c:v>
                </c:pt>
                <c:pt idx="1235" formatCode="0.00%">
                  <c:v>0.11976586132934189</c:v>
                </c:pt>
                <c:pt idx="1236" formatCode="0.00%">
                  <c:v>0.12280894316807202</c:v>
                </c:pt>
                <c:pt idx="1237" formatCode="0.00%">
                  <c:v>0.1320291092460017</c:v>
                </c:pt>
                <c:pt idx="1238" formatCode="0.00%">
                  <c:v>0.12613859688438864</c:v>
                </c:pt>
                <c:pt idx="1239" formatCode="0.00%">
                  <c:v>0.12061573116944568</c:v>
                </c:pt>
                <c:pt idx="1240" formatCode="0.00%">
                  <c:v>0.11039989181403385</c:v>
                </c:pt>
                <c:pt idx="1241" formatCode="0.00%">
                  <c:v>0.10967520443466425</c:v>
                </c:pt>
                <c:pt idx="1242" formatCode="0.00%">
                  <c:v>0.11013095285846436</c:v>
                </c:pt>
                <c:pt idx="1243" formatCode="0.00%">
                  <c:v>0.10991934465726745</c:v>
                </c:pt>
                <c:pt idx="1244" formatCode="0.00%">
                  <c:v>0.10655025222745333</c:v>
                </c:pt>
                <c:pt idx="1245" formatCode="0.00%">
                  <c:v>9.7947261933980928E-2</c:v>
                </c:pt>
                <c:pt idx="1246" formatCode="0.00%">
                  <c:v>0.10090083408578342</c:v>
                </c:pt>
                <c:pt idx="1247" formatCode="0.00%">
                  <c:v>0.10252720073086878</c:v>
                </c:pt>
                <c:pt idx="1248" formatCode="0.00%">
                  <c:v>0.10166720749698713</c:v>
                </c:pt>
                <c:pt idx="1249" formatCode="0.00%">
                  <c:v>8.9901585967274947E-2</c:v>
                </c:pt>
                <c:pt idx="1250" formatCode="0.00%">
                  <c:v>9.4142465172981804E-2</c:v>
                </c:pt>
                <c:pt idx="1251" formatCode="0.00%">
                  <c:v>9.3766801149846368E-2</c:v>
                </c:pt>
                <c:pt idx="1252" formatCode="0.00%">
                  <c:v>9.264887247995128E-2</c:v>
                </c:pt>
                <c:pt idx="1253" formatCode="0.00%">
                  <c:v>9.3066718709893789E-2</c:v>
                </c:pt>
                <c:pt idx="1254" formatCode="0.00%">
                  <c:v>9.2667163553116189E-2</c:v>
                </c:pt>
                <c:pt idx="1255" formatCode="0.00%">
                  <c:v>8.1866936344831776E-2</c:v>
                </c:pt>
                <c:pt idx="1256" formatCode="0.00%">
                  <c:v>8.0293788747991174E-2</c:v>
                </c:pt>
                <c:pt idx="1257" formatCode="0.00%">
                  <c:v>7.2118530039349663E-2</c:v>
                </c:pt>
                <c:pt idx="1258" formatCode="0.00%">
                  <c:v>7.2306214913457276E-2</c:v>
                </c:pt>
                <c:pt idx="1259" formatCode="0.00%">
                  <c:v>6.7533114649965226E-2</c:v>
                </c:pt>
                <c:pt idx="1260" formatCode="0.00%">
                  <c:v>6.2290179081065752E-2</c:v>
                </c:pt>
                <c:pt idx="1261" formatCode="0.00%">
                  <c:v>6.4603316588235149E-2</c:v>
                </c:pt>
                <c:pt idx="1262" formatCode="0.00%">
                  <c:v>6.3855754072242185E-2</c:v>
                </c:pt>
                <c:pt idx="1263" formatCode="0.00%">
                  <c:v>6.3802279022050615E-2</c:v>
                </c:pt>
                <c:pt idx="1264" formatCode="0.00%">
                  <c:v>6.5565225546340963E-2</c:v>
                </c:pt>
                <c:pt idx="1265" formatCode="0.00%">
                  <c:v>6.5407650700466474E-2</c:v>
                </c:pt>
                <c:pt idx="1266" formatCode="0.00%">
                  <c:v>6.2339485262186092E-2</c:v>
                </c:pt>
                <c:pt idx="1267" formatCode="0.00%">
                  <c:v>6.0624424385202061E-2</c:v>
                </c:pt>
                <c:pt idx="1268" formatCode="0.00%">
                  <c:v>6.0045929708463508E-2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757-4482-9868-FC555DA150D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994488256"/>
        <c:axId val="1994485568"/>
      </c:lineChart>
      <c:lineChart>
        <c:grouping val="standard"/>
        <c:varyColors val="0"/>
        <c:ser>
          <c:idx val="0"/>
          <c:order val="0"/>
          <c:tx>
            <c:strRef>
              <c:f>Volatilità!$B$1</c:f>
              <c:strCache>
                <c:ptCount val="1"/>
                <c:pt idx="0">
                  <c:v>RACE.MI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Volatilità!$A$2:$A$1270</c:f>
              <c:numCache>
                <c:formatCode>dd\-mmm\-yyyy</c:formatCode>
                <c:ptCount val="1269"/>
                <c:pt idx="0">
                  <c:v>43467</c:v>
                </c:pt>
                <c:pt idx="1">
                  <c:v>43468</c:v>
                </c:pt>
                <c:pt idx="2">
                  <c:v>43469</c:v>
                </c:pt>
                <c:pt idx="3">
                  <c:v>43472</c:v>
                </c:pt>
                <c:pt idx="4">
                  <c:v>43473</c:v>
                </c:pt>
                <c:pt idx="5">
                  <c:v>43474</c:v>
                </c:pt>
                <c:pt idx="6">
                  <c:v>43475</c:v>
                </c:pt>
                <c:pt idx="7">
                  <c:v>43476</c:v>
                </c:pt>
                <c:pt idx="8">
                  <c:v>43479</c:v>
                </c:pt>
                <c:pt idx="9">
                  <c:v>43480</c:v>
                </c:pt>
                <c:pt idx="10">
                  <c:v>43481</c:v>
                </c:pt>
                <c:pt idx="11">
                  <c:v>43482</c:v>
                </c:pt>
                <c:pt idx="12">
                  <c:v>43483</c:v>
                </c:pt>
                <c:pt idx="13">
                  <c:v>43486</c:v>
                </c:pt>
                <c:pt idx="14">
                  <c:v>43487</c:v>
                </c:pt>
                <c:pt idx="15">
                  <c:v>43488</c:v>
                </c:pt>
                <c:pt idx="16">
                  <c:v>43489</c:v>
                </c:pt>
                <c:pt idx="17">
                  <c:v>43490</c:v>
                </c:pt>
                <c:pt idx="18">
                  <c:v>43493</c:v>
                </c:pt>
                <c:pt idx="19">
                  <c:v>43494</c:v>
                </c:pt>
                <c:pt idx="20">
                  <c:v>43495</c:v>
                </c:pt>
                <c:pt idx="21">
                  <c:v>43496</c:v>
                </c:pt>
                <c:pt idx="22">
                  <c:v>43497</c:v>
                </c:pt>
                <c:pt idx="23">
                  <c:v>43500</c:v>
                </c:pt>
                <c:pt idx="24">
                  <c:v>43501</c:v>
                </c:pt>
                <c:pt idx="25">
                  <c:v>43502</c:v>
                </c:pt>
                <c:pt idx="26">
                  <c:v>43503</c:v>
                </c:pt>
                <c:pt idx="27">
                  <c:v>43504</c:v>
                </c:pt>
                <c:pt idx="28">
                  <c:v>43507</c:v>
                </c:pt>
                <c:pt idx="29">
                  <c:v>43508</c:v>
                </c:pt>
                <c:pt idx="30">
                  <c:v>43509</c:v>
                </c:pt>
                <c:pt idx="31">
                  <c:v>43510</c:v>
                </c:pt>
                <c:pt idx="32">
                  <c:v>43511</c:v>
                </c:pt>
                <c:pt idx="33">
                  <c:v>43514</c:v>
                </c:pt>
                <c:pt idx="34">
                  <c:v>43515</c:v>
                </c:pt>
                <c:pt idx="35">
                  <c:v>43516</c:v>
                </c:pt>
                <c:pt idx="36">
                  <c:v>43517</c:v>
                </c:pt>
                <c:pt idx="37">
                  <c:v>43518</c:v>
                </c:pt>
                <c:pt idx="38">
                  <c:v>43521</c:v>
                </c:pt>
                <c:pt idx="39">
                  <c:v>43522</c:v>
                </c:pt>
                <c:pt idx="40">
                  <c:v>43523</c:v>
                </c:pt>
                <c:pt idx="41">
                  <c:v>43524</c:v>
                </c:pt>
                <c:pt idx="42">
                  <c:v>43525</c:v>
                </c:pt>
                <c:pt idx="43">
                  <c:v>43528</c:v>
                </c:pt>
                <c:pt idx="44">
                  <c:v>43529</c:v>
                </c:pt>
                <c:pt idx="45">
                  <c:v>43530</c:v>
                </c:pt>
                <c:pt idx="46">
                  <c:v>43531</c:v>
                </c:pt>
                <c:pt idx="47">
                  <c:v>43532</c:v>
                </c:pt>
                <c:pt idx="48">
                  <c:v>43535</c:v>
                </c:pt>
                <c:pt idx="49">
                  <c:v>43536</c:v>
                </c:pt>
                <c:pt idx="50">
                  <c:v>43537</c:v>
                </c:pt>
                <c:pt idx="51">
                  <c:v>43538</c:v>
                </c:pt>
                <c:pt idx="52">
                  <c:v>43539</c:v>
                </c:pt>
                <c:pt idx="53">
                  <c:v>43542</c:v>
                </c:pt>
                <c:pt idx="54">
                  <c:v>43543</c:v>
                </c:pt>
                <c:pt idx="55">
                  <c:v>43544</c:v>
                </c:pt>
                <c:pt idx="56">
                  <c:v>43545</c:v>
                </c:pt>
                <c:pt idx="57">
                  <c:v>43546</c:v>
                </c:pt>
                <c:pt idx="58">
                  <c:v>43549</c:v>
                </c:pt>
                <c:pt idx="59">
                  <c:v>43550</c:v>
                </c:pt>
                <c:pt idx="60">
                  <c:v>43551</c:v>
                </c:pt>
                <c:pt idx="61">
                  <c:v>43552</c:v>
                </c:pt>
                <c:pt idx="62">
                  <c:v>43553</c:v>
                </c:pt>
                <c:pt idx="63">
                  <c:v>43556</c:v>
                </c:pt>
                <c:pt idx="64">
                  <c:v>43557</c:v>
                </c:pt>
                <c:pt idx="65">
                  <c:v>43558</c:v>
                </c:pt>
                <c:pt idx="66">
                  <c:v>43559</c:v>
                </c:pt>
                <c:pt idx="67">
                  <c:v>43560</c:v>
                </c:pt>
                <c:pt idx="68">
                  <c:v>43563</c:v>
                </c:pt>
                <c:pt idx="69">
                  <c:v>43564</c:v>
                </c:pt>
                <c:pt idx="70">
                  <c:v>43565</c:v>
                </c:pt>
                <c:pt idx="71">
                  <c:v>43566</c:v>
                </c:pt>
                <c:pt idx="72">
                  <c:v>43567</c:v>
                </c:pt>
                <c:pt idx="73">
                  <c:v>43570</c:v>
                </c:pt>
                <c:pt idx="74">
                  <c:v>43571</c:v>
                </c:pt>
                <c:pt idx="75">
                  <c:v>43572</c:v>
                </c:pt>
                <c:pt idx="76">
                  <c:v>43573</c:v>
                </c:pt>
                <c:pt idx="77">
                  <c:v>43578</c:v>
                </c:pt>
                <c:pt idx="78">
                  <c:v>43579</c:v>
                </c:pt>
                <c:pt idx="79">
                  <c:v>43580</c:v>
                </c:pt>
                <c:pt idx="80">
                  <c:v>43581</c:v>
                </c:pt>
                <c:pt idx="81">
                  <c:v>43584</c:v>
                </c:pt>
                <c:pt idx="82">
                  <c:v>43585</c:v>
                </c:pt>
                <c:pt idx="83">
                  <c:v>43587</c:v>
                </c:pt>
                <c:pt idx="84">
                  <c:v>43588</c:v>
                </c:pt>
                <c:pt idx="85">
                  <c:v>43591</c:v>
                </c:pt>
                <c:pt idx="86">
                  <c:v>43592</c:v>
                </c:pt>
                <c:pt idx="87">
                  <c:v>43593</c:v>
                </c:pt>
                <c:pt idx="88">
                  <c:v>43594</c:v>
                </c:pt>
                <c:pt idx="89">
                  <c:v>43595</c:v>
                </c:pt>
                <c:pt idx="90">
                  <c:v>43598</c:v>
                </c:pt>
                <c:pt idx="91">
                  <c:v>43599</c:v>
                </c:pt>
                <c:pt idx="92">
                  <c:v>43600</c:v>
                </c:pt>
                <c:pt idx="93">
                  <c:v>43601</c:v>
                </c:pt>
                <c:pt idx="94">
                  <c:v>43602</c:v>
                </c:pt>
                <c:pt idx="95">
                  <c:v>43605</c:v>
                </c:pt>
                <c:pt idx="96">
                  <c:v>43606</c:v>
                </c:pt>
                <c:pt idx="97">
                  <c:v>43607</c:v>
                </c:pt>
                <c:pt idx="98">
                  <c:v>43608</c:v>
                </c:pt>
                <c:pt idx="99">
                  <c:v>43609</c:v>
                </c:pt>
                <c:pt idx="100">
                  <c:v>43612</c:v>
                </c:pt>
                <c:pt idx="101">
                  <c:v>43613</c:v>
                </c:pt>
                <c:pt idx="102">
                  <c:v>43614</c:v>
                </c:pt>
                <c:pt idx="103">
                  <c:v>43615</c:v>
                </c:pt>
                <c:pt idx="104">
                  <c:v>43616</c:v>
                </c:pt>
                <c:pt idx="105">
                  <c:v>43619</c:v>
                </c:pt>
                <c:pt idx="106">
                  <c:v>43620</c:v>
                </c:pt>
                <c:pt idx="107">
                  <c:v>43621</c:v>
                </c:pt>
                <c:pt idx="108">
                  <c:v>43622</c:v>
                </c:pt>
                <c:pt idx="109">
                  <c:v>43623</c:v>
                </c:pt>
                <c:pt idx="110">
                  <c:v>43627</c:v>
                </c:pt>
                <c:pt idx="111">
                  <c:v>43628</c:v>
                </c:pt>
                <c:pt idx="112">
                  <c:v>43629</c:v>
                </c:pt>
                <c:pt idx="113">
                  <c:v>43630</c:v>
                </c:pt>
                <c:pt idx="114">
                  <c:v>43633</c:v>
                </c:pt>
                <c:pt idx="115">
                  <c:v>43634</c:v>
                </c:pt>
                <c:pt idx="116">
                  <c:v>43635</c:v>
                </c:pt>
                <c:pt idx="117">
                  <c:v>43636</c:v>
                </c:pt>
                <c:pt idx="118">
                  <c:v>43637</c:v>
                </c:pt>
                <c:pt idx="119">
                  <c:v>43640</c:v>
                </c:pt>
                <c:pt idx="120">
                  <c:v>43641</c:v>
                </c:pt>
                <c:pt idx="121">
                  <c:v>43642</c:v>
                </c:pt>
                <c:pt idx="122">
                  <c:v>43643</c:v>
                </c:pt>
                <c:pt idx="123">
                  <c:v>43644</c:v>
                </c:pt>
                <c:pt idx="124">
                  <c:v>43647</c:v>
                </c:pt>
                <c:pt idx="125">
                  <c:v>43648</c:v>
                </c:pt>
                <c:pt idx="126">
                  <c:v>43649</c:v>
                </c:pt>
                <c:pt idx="127">
                  <c:v>43650</c:v>
                </c:pt>
                <c:pt idx="128">
                  <c:v>43651</c:v>
                </c:pt>
                <c:pt idx="129">
                  <c:v>43654</c:v>
                </c:pt>
                <c:pt idx="130">
                  <c:v>43655</c:v>
                </c:pt>
                <c:pt idx="131">
                  <c:v>43656</c:v>
                </c:pt>
                <c:pt idx="132">
                  <c:v>43657</c:v>
                </c:pt>
                <c:pt idx="133">
                  <c:v>43658</c:v>
                </c:pt>
                <c:pt idx="134">
                  <c:v>43661</c:v>
                </c:pt>
                <c:pt idx="135">
                  <c:v>43662</c:v>
                </c:pt>
                <c:pt idx="136">
                  <c:v>43663</c:v>
                </c:pt>
                <c:pt idx="137">
                  <c:v>43664</c:v>
                </c:pt>
                <c:pt idx="138">
                  <c:v>43665</c:v>
                </c:pt>
                <c:pt idx="139">
                  <c:v>43668</c:v>
                </c:pt>
                <c:pt idx="140">
                  <c:v>43669</c:v>
                </c:pt>
                <c:pt idx="141">
                  <c:v>43670</c:v>
                </c:pt>
                <c:pt idx="142">
                  <c:v>43671</c:v>
                </c:pt>
                <c:pt idx="143">
                  <c:v>43672</c:v>
                </c:pt>
                <c:pt idx="144">
                  <c:v>43675</c:v>
                </c:pt>
                <c:pt idx="145">
                  <c:v>43676</c:v>
                </c:pt>
                <c:pt idx="146">
                  <c:v>43677</c:v>
                </c:pt>
                <c:pt idx="147">
                  <c:v>43678</c:v>
                </c:pt>
                <c:pt idx="148">
                  <c:v>43679</c:v>
                </c:pt>
                <c:pt idx="149">
                  <c:v>43682</c:v>
                </c:pt>
                <c:pt idx="150">
                  <c:v>43683</c:v>
                </c:pt>
                <c:pt idx="151">
                  <c:v>43684</c:v>
                </c:pt>
                <c:pt idx="152">
                  <c:v>43685</c:v>
                </c:pt>
                <c:pt idx="153">
                  <c:v>43686</c:v>
                </c:pt>
                <c:pt idx="154">
                  <c:v>43689</c:v>
                </c:pt>
                <c:pt idx="155">
                  <c:v>43690</c:v>
                </c:pt>
                <c:pt idx="156">
                  <c:v>43691</c:v>
                </c:pt>
                <c:pt idx="157">
                  <c:v>43693</c:v>
                </c:pt>
                <c:pt idx="158">
                  <c:v>43696</c:v>
                </c:pt>
                <c:pt idx="159">
                  <c:v>43697</c:v>
                </c:pt>
                <c:pt idx="160">
                  <c:v>43698</c:v>
                </c:pt>
                <c:pt idx="161">
                  <c:v>43699</c:v>
                </c:pt>
                <c:pt idx="162">
                  <c:v>43700</c:v>
                </c:pt>
                <c:pt idx="163">
                  <c:v>43703</c:v>
                </c:pt>
                <c:pt idx="164">
                  <c:v>43704</c:v>
                </c:pt>
                <c:pt idx="165">
                  <c:v>43705</c:v>
                </c:pt>
                <c:pt idx="166">
                  <c:v>43706</c:v>
                </c:pt>
                <c:pt idx="167">
                  <c:v>43707</c:v>
                </c:pt>
                <c:pt idx="168">
                  <c:v>43710</c:v>
                </c:pt>
                <c:pt idx="169">
                  <c:v>43711</c:v>
                </c:pt>
                <c:pt idx="170">
                  <c:v>43712</c:v>
                </c:pt>
                <c:pt idx="171">
                  <c:v>43713</c:v>
                </c:pt>
                <c:pt idx="172">
                  <c:v>43714</c:v>
                </c:pt>
                <c:pt idx="173">
                  <c:v>43717</c:v>
                </c:pt>
                <c:pt idx="174">
                  <c:v>43718</c:v>
                </c:pt>
                <c:pt idx="175">
                  <c:v>43719</c:v>
                </c:pt>
                <c:pt idx="176">
                  <c:v>43720</c:v>
                </c:pt>
                <c:pt idx="177">
                  <c:v>43721</c:v>
                </c:pt>
                <c:pt idx="178">
                  <c:v>43724</c:v>
                </c:pt>
                <c:pt idx="179">
                  <c:v>43725</c:v>
                </c:pt>
                <c:pt idx="180">
                  <c:v>43726</c:v>
                </c:pt>
                <c:pt idx="181">
                  <c:v>43727</c:v>
                </c:pt>
                <c:pt idx="182">
                  <c:v>43728</c:v>
                </c:pt>
                <c:pt idx="183">
                  <c:v>43731</c:v>
                </c:pt>
                <c:pt idx="184">
                  <c:v>43732</c:v>
                </c:pt>
                <c:pt idx="185">
                  <c:v>43733</c:v>
                </c:pt>
                <c:pt idx="186">
                  <c:v>43734</c:v>
                </c:pt>
                <c:pt idx="187">
                  <c:v>43735</c:v>
                </c:pt>
                <c:pt idx="188">
                  <c:v>43738</c:v>
                </c:pt>
                <c:pt idx="189">
                  <c:v>43739</c:v>
                </c:pt>
                <c:pt idx="190">
                  <c:v>43740</c:v>
                </c:pt>
                <c:pt idx="191">
                  <c:v>43742</c:v>
                </c:pt>
                <c:pt idx="192">
                  <c:v>43745</c:v>
                </c:pt>
                <c:pt idx="193">
                  <c:v>43746</c:v>
                </c:pt>
                <c:pt idx="194">
                  <c:v>43747</c:v>
                </c:pt>
                <c:pt idx="195">
                  <c:v>43748</c:v>
                </c:pt>
                <c:pt idx="196">
                  <c:v>43749</c:v>
                </c:pt>
                <c:pt idx="197">
                  <c:v>43752</c:v>
                </c:pt>
                <c:pt idx="198">
                  <c:v>43753</c:v>
                </c:pt>
                <c:pt idx="199">
                  <c:v>43754</c:v>
                </c:pt>
                <c:pt idx="200">
                  <c:v>43755</c:v>
                </c:pt>
                <c:pt idx="201">
                  <c:v>43756</c:v>
                </c:pt>
                <c:pt idx="202">
                  <c:v>43759</c:v>
                </c:pt>
                <c:pt idx="203">
                  <c:v>43760</c:v>
                </c:pt>
                <c:pt idx="204">
                  <c:v>43761</c:v>
                </c:pt>
                <c:pt idx="205">
                  <c:v>43762</c:v>
                </c:pt>
                <c:pt idx="206">
                  <c:v>43763</c:v>
                </c:pt>
                <c:pt idx="207">
                  <c:v>43766</c:v>
                </c:pt>
                <c:pt idx="208">
                  <c:v>43767</c:v>
                </c:pt>
                <c:pt idx="209">
                  <c:v>43768</c:v>
                </c:pt>
                <c:pt idx="210">
                  <c:v>43769</c:v>
                </c:pt>
                <c:pt idx="211">
                  <c:v>43770</c:v>
                </c:pt>
                <c:pt idx="212">
                  <c:v>43773</c:v>
                </c:pt>
                <c:pt idx="213">
                  <c:v>43774</c:v>
                </c:pt>
                <c:pt idx="214">
                  <c:v>43775</c:v>
                </c:pt>
                <c:pt idx="215">
                  <c:v>43776</c:v>
                </c:pt>
                <c:pt idx="216">
                  <c:v>43777</c:v>
                </c:pt>
                <c:pt idx="217">
                  <c:v>43780</c:v>
                </c:pt>
                <c:pt idx="218">
                  <c:v>43781</c:v>
                </c:pt>
                <c:pt idx="219">
                  <c:v>43782</c:v>
                </c:pt>
                <c:pt idx="220">
                  <c:v>43783</c:v>
                </c:pt>
                <c:pt idx="221">
                  <c:v>43784</c:v>
                </c:pt>
                <c:pt idx="222">
                  <c:v>43787</c:v>
                </c:pt>
                <c:pt idx="223">
                  <c:v>43788</c:v>
                </c:pt>
                <c:pt idx="224">
                  <c:v>43789</c:v>
                </c:pt>
                <c:pt idx="225">
                  <c:v>43790</c:v>
                </c:pt>
                <c:pt idx="226">
                  <c:v>43791</c:v>
                </c:pt>
                <c:pt idx="227">
                  <c:v>43794</c:v>
                </c:pt>
                <c:pt idx="228">
                  <c:v>43795</c:v>
                </c:pt>
                <c:pt idx="229">
                  <c:v>43796</c:v>
                </c:pt>
                <c:pt idx="230">
                  <c:v>43797</c:v>
                </c:pt>
                <c:pt idx="231">
                  <c:v>43798</c:v>
                </c:pt>
                <c:pt idx="232">
                  <c:v>43801</c:v>
                </c:pt>
                <c:pt idx="233">
                  <c:v>43802</c:v>
                </c:pt>
                <c:pt idx="234">
                  <c:v>43803</c:v>
                </c:pt>
                <c:pt idx="235">
                  <c:v>43804</c:v>
                </c:pt>
                <c:pt idx="236">
                  <c:v>43805</c:v>
                </c:pt>
                <c:pt idx="237">
                  <c:v>43808</c:v>
                </c:pt>
                <c:pt idx="238">
                  <c:v>43809</c:v>
                </c:pt>
                <c:pt idx="239">
                  <c:v>43810</c:v>
                </c:pt>
                <c:pt idx="240">
                  <c:v>43811</c:v>
                </c:pt>
                <c:pt idx="241">
                  <c:v>43812</c:v>
                </c:pt>
                <c:pt idx="242">
                  <c:v>43815</c:v>
                </c:pt>
                <c:pt idx="243">
                  <c:v>43816</c:v>
                </c:pt>
                <c:pt idx="244">
                  <c:v>43817</c:v>
                </c:pt>
                <c:pt idx="245">
                  <c:v>43818</c:v>
                </c:pt>
                <c:pt idx="246">
                  <c:v>43819</c:v>
                </c:pt>
                <c:pt idx="247">
                  <c:v>43822</c:v>
                </c:pt>
                <c:pt idx="248">
                  <c:v>43826</c:v>
                </c:pt>
                <c:pt idx="249">
                  <c:v>43829</c:v>
                </c:pt>
                <c:pt idx="250">
                  <c:v>43832</c:v>
                </c:pt>
                <c:pt idx="251">
                  <c:v>43833</c:v>
                </c:pt>
                <c:pt idx="252">
                  <c:v>43836</c:v>
                </c:pt>
                <c:pt idx="253">
                  <c:v>43837</c:v>
                </c:pt>
                <c:pt idx="254">
                  <c:v>43838</c:v>
                </c:pt>
                <c:pt idx="255">
                  <c:v>43839</c:v>
                </c:pt>
                <c:pt idx="256">
                  <c:v>43840</c:v>
                </c:pt>
                <c:pt idx="257">
                  <c:v>43843</c:v>
                </c:pt>
                <c:pt idx="258">
                  <c:v>43844</c:v>
                </c:pt>
                <c:pt idx="259">
                  <c:v>43845</c:v>
                </c:pt>
                <c:pt idx="260">
                  <c:v>43846</c:v>
                </c:pt>
                <c:pt idx="261">
                  <c:v>43847</c:v>
                </c:pt>
                <c:pt idx="262">
                  <c:v>43850</c:v>
                </c:pt>
                <c:pt idx="263">
                  <c:v>43851</c:v>
                </c:pt>
                <c:pt idx="264">
                  <c:v>43852</c:v>
                </c:pt>
                <c:pt idx="265">
                  <c:v>43853</c:v>
                </c:pt>
                <c:pt idx="266">
                  <c:v>43854</c:v>
                </c:pt>
                <c:pt idx="267">
                  <c:v>43857</c:v>
                </c:pt>
                <c:pt idx="268">
                  <c:v>43858</c:v>
                </c:pt>
                <c:pt idx="269">
                  <c:v>43859</c:v>
                </c:pt>
                <c:pt idx="270">
                  <c:v>43860</c:v>
                </c:pt>
                <c:pt idx="271">
                  <c:v>43861</c:v>
                </c:pt>
                <c:pt idx="272">
                  <c:v>43864</c:v>
                </c:pt>
                <c:pt idx="273">
                  <c:v>43865</c:v>
                </c:pt>
                <c:pt idx="274">
                  <c:v>43866</c:v>
                </c:pt>
                <c:pt idx="275">
                  <c:v>43867</c:v>
                </c:pt>
                <c:pt idx="276">
                  <c:v>43868</c:v>
                </c:pt>
                <c:pt idx="277">
                  <c:v>43871</c:v>
                </c:pt>
                <c:pt idx="278">
                  <c:v>43872</c:v>
                </c:pt>
                <c:pt idx="279">
                  <c:v>43873</c:v>
                </c:pt>
                <c:pt idx="280">
                  <c:v>43874</c:v>
                </c:pt>
                <c:pt idx="281">
                  <c:v>43875</c:v>
                </c:pt>
                <c:pt idx="282">
                  <c:v>43878</c:v>
                </c:pt>
                <c:pt idx="283">
                  <c:v>43879</c:v>
                </c:pt>
                <c:pt idx="284">
                  <c:v>43880</c:v>
                </c:pt>
                <c:pt idx="285">
                  <c:v>43881</c:v>
                </c:pt>
                <c:pt idx="286">
                  <c:v>43882</c:v>
                </c:pt>
                <c:pt idx="287">
                  <c:v>43885</c:v>
                </c:pt>
                <c:pt idx="288">
                  <c:v>43886</c:v>
                </c:pt>
                <c:pt idx="289">
                  <c:v>43887</c:v>
                </c:pt>
                <c:pt idx="290">
                  <c:v>43888</c:v>
                </c:pt>
                <c:pt idx="291">
                  <c:v>43889</c:v>
                </c:pt>
                <c:pt idx="292">
                  <c:v>43892</c:v>
                </c:pt>
                <c:pt idx="293">
                  <c:v>43893</c:v>
                </c:pt>
                <c:pt idx="294">
                  <c:v>43894</c:v>
                </c:pt>
                <c:pt idx="295">
                  <c:v>43895</c:v>
                </c:pt>
                <c:pt idx="296">
                  <c:v>43896</c:v>
                </c:pt>
                <c:pt idx="297">
                  <c:v>43899</c:v>
                </c:pt>
                <c:pt idx="298">
                  <c:v>43900</c:v>
                </c:pt>
                <c:pt idx="299">
                  <c:v>43901</c:v>
                </c:pt>
                <c:pt idx="300">
                  <c:v>43902</c:v>
                </c:pt>
                <c:pt idx="301">
                  <c:v>43903</c:v>
                </c:pt>
                <c:pt idx="302">
                  <c:v>43906</c:v>
                </c:pt>
                <c:pt idx="303">
                  <c:v>43907</c:v>
                </c:pt>
                <c:pt idx="304">
                  <c:v>43908</c:v>
                </c:pt>
                <c:pt idx="305">
                  <c:v>43909</c:v>
                </c:pt>
                <c:pt idx="306">
                  <c:v>43910</c:v>
                </c:pt>
                <c:pt idx="307">
                  <c:v>43913</c:v>
                </c:pt>
                <c:pt idx="308">
                  <c:v>43914</c:v>
                </c:pt>
                <c:pt idx="309">
                  <c:v>43915</c:v>
                </c:pt>
                <c:pt idx="310">
                  <c:v>43916</c:v>
                </c:pt>
                <c:pt idx="311">
                  <c:v>43917</c:v>
                </c:pt>
                <c:pt idx="312">
                  <c:v>43920</c:v>
                </c:pt>
                <c:pt idx="313">
                  <c:v>43921</c:v>
                </c:pt>
                <c:pt idx="314">
                  <c:v>43922</c:v>
                </c:pt>
                <c:pt idx="315">
                  <c:v>43923</c:v>
                </c:pt>
                <c:pt idx="316">
                  <c:v>43924</c:v>
                </c:pt>
                <c:pt idx="317">
                  <c:v>43927</c:v>
                </c:pt>
                <c:pt idx="318">
                  <c:v>43928</c:v>
                </c:pt>
                <c:pt idx="319">
                  <c:v>43929</c:v>
                </c:pt>
                <c:pt idx="320">
                  <c:v>43930</c:v>
                </c:pt>
                <c:pt idx="321">
                  <c:v>43935</c:v>
                </c:pt>
                <c:pt idx="322">
                  <c:v>43936</c:v>
                </c:pt>
                <c:pt idx="323">
                  <c:v>43937</c:v>
                </c:pt>
                <c:pt idx="324">
                  <c:v>43938</c:v>
                </c:pt>
                <c:pt idx="325">
                  <c:v>43941</c:v>
                </c:pt>
                <c:pt idx="326">
                  <c:v>43942</c:v>
                </c:pt>
                <c:pt idx="327">
                  <c:v>43943</c:v>
                </c:pt>
                <c:pt idx="328">
                  <c:v>43944</c:v>
                </c:pt>
                <c:pt idx="329">
                  <c:v>43945</c:v>
                </c:pt>
                <c:pt idx="330">
                  <c:v>43948</c:v>
                </c:pt>
                <c:pt idx="331">
                  <c:v>43949</c:v>
                </c:pt>
                <c:pt idx="332">
                  <c:v>43950</c:v>
                </c:pt>
                <c:pt idx="333">
                  <c:v>43951</c:v>
                </c:pt>
                <c:pt idx="334">
                  <c:v>43955</c:v>
                </c:pt>
                <c:pt idx="335">
                  <c:v>43956</c:v>
                </c:pt>
                <c:pt idx="336">
                  <c:v>43957</c:v>
                </c:pt>
                <c:pt idx="337">
                  <c:v>43958</c:v>
                </c:pt>
                <c:pt idx="338">
                  <c:v>43959</c:v>
                </c:pt>
                <c:pt idx="339">
                  <c:v>43962</c:v>
                </c:pt>
                <c:pt idx="340">
                  <c:v>43963</c:v>
                </c:pt>
                <c:pt idx="341">
                  <c:v>43964</c:v>
                </c:pt>
                <c:pt idx="342">
                  <c:v>43965</c:v>
                </c:pt>
                <c:pt idx="343">
                  <c:v>43966</c:v>
                </c:pt>
                <c:pt idx="344">
                  <c:v>43969</c:v>
                </c:pt>
                <c:pt idx="345">
                  <c:v>43970</c:v>
                </c:pt>
                <c:pt idx="346">
                  <c:v>43971</c:v>
                </c:pt>
                <c:pt idx="347">
                  <c:v>43972</c:v>
                </c:pt>
                <c:pt idx="348">
                  <c:v>43973</c:v>
                </c:pt>
                <c:pt idx="349">
                  <c:v>43976</c:v>
                </c:pt>
                <c:pt idx="350">
                  <c:v>43977</c:v>
                </c:pt>
                <c:pt idx="351">
                  <c:v>43978</c:v>
                </c:pt>
                <c:pt idx="352">
                  <c:v>43979</c:v>
                </c:pt>
                <c:pt idx="353">
                  <c:v>43980</c:v>
                </c:pt>
                <c:pt idx="354">
                  <c:v>43984</c:v>
                </c:pt>
                <c:pt idx="355">
                  <c:v>43985</c:v>
                </c:pt>
                <c:pt idx="356">
                  <c:v>43986</c:v>
                </c:pt>
                <c:pt idx="357">
                  <c:v>43987</c:v>
                </c:pt>
                <c:pt idx="358">
                  <c:v>43990</c:v>
                </c:pt>
                <c:pt idx="359">
                  <c:v>43991</c:v>
                </c:pt>
                <c:pt idx="360">
                  <c:v>43992</c:v>
                </c:pt>
                <c:pt idx="361">
                  <c:v>43993</c:v>
                </c:pt>
                <c:pt idx="362">
                  <c:v>43994</c:v>
                </c:pt>
                <c:pt idx="363">
                  <c:v>43997</c:v>
                </c:pt>
                <c:pt idx="364">
                  <c:v>43998</c:v>
                </c:pt>
                <c:pt idx="365">
                  <c:v>43999</c:v>
                </c:pt>
                <c:pt idx="366">
                  <c:v>44000</c:v>
                </c:pt>
                <c:pt idx="367">
                  <c:v>44001</c:v>
                </c:pt>
                <c:pt idx="368">
                  <c:v>44004</c:v>
                </c:pt>
                <c:pt idx="369">
                  <c:v>44005</c:v>
                </c:pt>
                <c:pt idx="370">
                  <c:v>44006</c:v>
                </c:pt>
                <c:pt idx="371">
                  <c:v>44007</c:v>
                </c:pt>
                <c:pt idx="372">
                  <c:v>44008</c:v>
                </c:pt>
                <c:pt idx="373">
                  <c:v>44011</c:v>
                </c:pt>
                <c:pt idx="374">
                  <c:v>44012</c:v>
                </c:pt>
                <c:pt idx="375">
                  <c:v>44013</c:v>
                </c:pt>
                <c:pt idx="376">
                  <c:v>44014</c:v>
                </c:pt>
                <c:pt idx="377">
                  <c:v>44015</c:v>
                </c:pt>
                <c:pt idx="378">
                  <c:v>44018</c:v>
                </c:pt>
                <c:pt idx="379">
                  <c:v>44019</c:v>
                </c:pt>
                <c:pt idx="380">
                  <c:v>44020</c:v>
                </c:pt>
                <c:pt idx="381">
                  <c:v>44021</c:v>
                </c:pt>
                <c:pt idx="382">
                  <c:v>44022</c:v>
                </c:pt>
                <c:pt idx="383">
                  <c:v>44025</c:v>
                </c:pt>
                <c:pt idx="384">
                  <c:v>44026</c:v>
                </c:pt>
                <c:pt idx="385">
                  <c:v>44027</c:v>
                </c:pt>
                <c:pt idx="386">
                  <c:v>44028</c:v>
                </c:pt>
                <c:pt idx="387">
                  <c:v>44029</c:v>
                </c:pt>
                <c:pt idx="388">
                  <c:v>44032</c:v>
                </c:pt>
                <c:pt idx="389">
                  <c:v>44033</c:v>
                </c:pt>
                <c:pt idx="390">
                  <c:v>44034</c:v>
                </c:pt>
                <c:pt idx="391">
                  <c:v>44035</c:v>
                </c:pt>
                <c:pt idx="392">
                  <c:v>44036</c:v>
                </c:pt>
                <c:pt idx="393">
                  <c:v>44039</c:v>
                </c:pt>
                <c:pt idx="394">
                  <c:v>44040</c:v>
                </c:pt>
                <c:pt idx="395">
                  <c:v>44041</c:v>
                </c:pt>
                <c:pt idx="396">
                  <c:v>44042</c:v>
                </c:pt>
                <c:pt idx="397">
                  <c:v>44043</c:v>
                </c:pt>
                <c:pt idx="398">
                  <c:v>44046</c:v>
                </c:pt>
                <c:pt idx="399">
                  <c:v>44047</c:v>
                </c:pt>
                <c:pt idx="400">
                  <c:v>44048</c:v>
                </c:pt>
                <c:pt idx="401">
                  <c:v>44049</c:v>
                </c:pt>
                <c:pt idx="402">
                  <c:v>44050</c:v>
                </c:pt>
                <c:pt idx="403">
                  <c:v>44053</c:v>
                </c:pt>
                <c:pt idx="404">
                  <c:v>44054</c:v>
                </c:pt>
                <c:pt idx="405">
                  <c:v>44055</c:v>
                </c:pt>
                <c:pt idx="406">
                  <c:v>44056</c:v>
                </c:pt>
                <c:pt idx="407">
                  <c:v>44057</c:v>
                </c:pt>
                <c:pt idx="408">
                  <c:v>44060</c:v>
                </c:pt>
                <c:pt idx="409">
                  <c:v>44061</c:v>
                </c:pt>
                <c:pt idx="410">
                  <c:v>44062</c:v>
                </c:pt>
                <c:pt idx="411">
                  <c:v>44063</c:v>
                </c:pt>
                <c:pt idx="412">
                  <c:v>44064</c:v>
                </c:pt>
                <c:pt idx="413">
                  <c:v>44067</c:v>
                </c:pt>
                <c:pt idx="414">
                  <c:v>44068</c:v>
                </c:pt>
                <c:pt idx="415">
                  <c:v>44069</c:v>
                </c:pt>
                <c:pt idx="416">
                  <c:v>44070</c:v>
                </c:pt>
                <c:pt idx="417">
                  <c:v>44071</c:v>
                </c:pt>
                <c:pt idx="418">
                  <c:v>44074</c:v>
                </c:pt>
                <c:pt idx="419">
                  <c:v>44075</c:v>
                </c:pt>
                <c:pt idx="420">
                  <c:v>44076</c:v>
                </c:pt>
                <c:pt idx="421">
                  <c:v>44077</c:v>
                </c:pt>
                <c:pt idx="422">
                  <c:v>44078</c:v>
                </c:pt>
                <c:pt idx="423">
                  <c:v>44081</c:v>
                </c:pt>
                <c:pt idx="424">
                  <c:v>44082</c:v>
                </c:pt>
                <c:pt idx="425">
                  <c:v>44083</c:v>
                </c:pt>
                <c:pt idx="426">
                  <c:v>44084</c:v>
                </c:pt>
                <c:pt idx="427">
                  <c:v>44085</c:v>
                </c:pt>
                <c:pt idx="428">
                  <c:v>44088</c:v>
                </c:pt>
                <c:pt idx="429">
                  <c:v>44089</c:v>
                </c:pt>
                <c:pt idx="430">
                  <c:v>44090</c:v>
                </c:pt>
                <c:pt idx="431">
                  <c:v>44091</c:v>
                </c:pt>
                <c:pt idx="432">
                  <c:v>44092</c:v>
                </c:pt>
                <c:pt idx="433">
                  <c:v>44095</c:v>
                </c:pt>
                <c:pt idx="434">
                  <c:v>44096</c:v>
                </c:pt>
                <c:pt idx="435">
                  <c:v>44097</c:v>
                </c:pt>
                <c:pt idx="436">
                  <c:v>44098</c:v>
                </c:pt>
                <c:pt idx="437">
                  <c:v>44099</c:v>
                </c:pt>
                <c:pt idx="438">
                  <c:v>44102</c:v>
                </c:pt>
                <c:pt idx="439">
                  <c:v>44103</c:v>
                </c:pt>
                <c:pt idx="440">
                  <c:v>44104</c:v>
                </c:pt>
                <c:pt idx="441">
                  <c:v>44105</c:v>
                </c:pt>
                <c:pt idx="442">
                  <c:v>44106</c:v>
                </c:pt>
                <c:pt idx="443">
                  <c:v>44109</c:v>
                </c:pt>
                <c:pt idx="444">
                  <c:v>44110</c:v>
                </c:pt>
                <c:pt idx="445">
                  <c:v>44111</c:v>
                </c:pt>
                <c:pt idx="446">
                  <c:v>44112</c:v>
                </c:pt>
                <c:pt idx="447">
                  <c:v>44113</c:v>
                </c:pt>
                <c:pt idx="448">
                  <c:v>44116</c:v>
                </c:pt>
                <c:pt idx="449">
                  <c:v>44117</c:v>
                </c:pt>
                <c:pt idx="450">
                  <c:v>44118</c:v>
                </c:pt>
                <c:pt idx="451">
                  <c:v>44119</c:v>
                </c:pt>
                <c:pt idx="452">
                  <c:v>44120</c:v>
                </c:pt>
                <c:pt idx="453">
                  <c:v>44123</c:v>
                </c:pt>
                <c:pt idx="454">
                  <c:v>44124</c:v>
                </c:pt>
                <c:pt idx="455">
                  <c:v>44125</c:v>
                </c:pt>
                <c:pt idx="456">
                  <c:v>44126</c:v>
                </c:pt>
                <c:pt idx="457">
                  <c:v>44127</c:v>
                </c:pt>
                <c:pt idx="458">
                  <c:v>44130</c:v>
                </c:pt>
                <c:pt idx="459">
                  <c:v>44131</c:v>
                </c:pt>
                <c:pt idx="460">
                  <c:v>44132</c:v>
                </c:pt>
                <c:pt idx="461">
                  <c:v>44133</c:v>
                </c:pt>
                <c:pt idx="462">
                  <c:v>44134</c:v>
                </c:pt>
                <c:pt idx="463">
                  <c:v>44137</c:v>
                </c:pt>
                <c:pt idx="464">
                  <c:v>44138</c:v>
                </c:pt>
                <c:pt idx="465">
                  <c:v>44139</c:v>
                </c:pt>
                <c:pt idx="466">
                  <c:v>44140</c:v>
                </c:pt>
                <c:pt idx="467">
                  <c:v>44141</c:v>
                </c:pt>
                <c:pt idx="468">
                  <c:v>44144</c:v>
                </c:pt>
                <c:pt idx="469">
                  <c:v>44145</c:v>
                </c:pt>
                <c:pt idx="470">
                  <c:v>44146</c:v>
                </c:pt>
                <c:pt idx="471">
                  <c:v>44147</c:v>
                </c:pt>
                <c:pt idx="472">
                  <c:v>44148</c:v>
                </c:pt>
                <c:pt idx="473">
                  <c:v>44151</c:v>
                </c:pt>
                <c:pt idx="474">
                  <c:v>44152</c:v>
                </c:pt>
                <c:pt idx="475">
                  <c:v>44153</c:v>
                </c:pt>
                <c:pt idx="476">
                  <c:v>44154</c:v>
                </c:pt>
                <c:pt idx="477">
                  <c:v>44155</c:v>
                </c:pt>
                <c:pt idx="478">
                  <c:v>44158</c:v>
                </c:pt>
                <c:pt idx="479">
                  <c:v>44159</c:v>
                </c:pt>
                <c:pt idx="480">
                  <c:v>44160</c:v>
                </c:pt>
                <c:pt idx="481">
                  <c:v>44161</c:v>
                </c:pt>
                <c:pt idx="482">
                  <c:v>44162</c:v>
                </c:pt>
                <c:pt idx="483">
                  <c:v>44165</c:v>
                </c:pt>
                <c:pt idx="484">
                  <c:v>44166</c:v>
                </c:pt>
                <c:pt idx="485">
                  <c:v>44167</c:v>
                </c:pt>
                <c:pt idx="486">
                  <c:v>44168</c:v>
                </c:pt>
                <c:pt idx="487">
                  <c:v>44169</c:v>
                </c:pt>
                <c:pt idx="488">
                  <c:v>44172</c:v>
                </c:pt>
                <c:pt idx="489">
                  <c:v>44173</c:v>
                </c:pt>
                <c:pt idx="490">
                  <c:v>44174</c:v>
                </c:pt>
                <c:pt idx="491">
                  <c:v>44175</c:v>
                </c:pt>
                <c:pt idx="492">
                  <c:v>44176</c:v>
                </c:pt>
                <c:pt idx="493">
                  <c:v>44179</c:v>
                </c:pt>
                <c:pt idx="494">
                  <c:v>44180</c:v>
                </c:pt>
                <c:pt idx="495">
                  <c:v>44181</c:v>
                </c:pt>
                <c:pt idx="496">
                  <c:v>44182</c:v>
                </c:pt>
                <c:pt idx="497">
                  <c:v>44183</c:v>
                </c:pt>
                <c:pt idx="498">
                  <c:v>44186</c:v>
                </c:pt>
                <c:pt idx="499">
                  <c:v>44187</c:v>
                </c:pt>
                <c:pt idx="500">
                  <c:v>44188</c:v>
                </c:pt>
                <c:pt idx="501">
                  <c:v>44193</c:v>
                </c:pt>
                <c:pt idx="502">
                  <c:v>44194</c:v>
                </c:pt>
                <c:pt idx="503">
                  <c:v>44195</c:v>
                </c:pt>
                <c:pt idx="504">
                  <c:v>44200</c:v>
                </c:pt>
                <c:pt idx="505">
                  <c:v>44201</c:v>
                </c:pt>
                <c:pt idx="506">
                  <c:v>44202</c:v>
                </c:pt>
                <c:pt idx="507">
                  <c:v>44203</c:v>
                </c:pt>
                <c:pt idx="508">
                  <c:v>44204</c:v>
                </c:pt>
                <c:pt idx="509">
                  <c:v>44207</c:v>
                </c:pt>
                <c:pt idx="510">
                  <c:v>44208</c:v>
                </c:pt>
                <c:pt idx="511">
                  <c:v>44209</c:v>
                </c:pt>
                <c:pt idx="512">
                  <c:v>44210</c:v>
                </c:pt>
                <c:pt idx="513">
                  <c:v>44211</c:v>
                </c:pt>
                <c:pt idx="514">
                  <c:v>44214</c:v>
                </c:pt>
                <c:pt idx="515">
                  <c:v>44215</c:v>
                </c:pt>
                <c:pt idx="516">
                  <c:v>44216</c:v>
                </c:pt>
                <c:pt idx="517">
                  <c:v>44217</c:v>
                </c:pt>
                <c:pt idx="518">
                  <c:v>44218</c:v>
                </c:pt>
                <c:pt idx="519">
                  <c:v>44221</c:v>
                </c:pt>
                <c:pt idx="520">
                  <c:v>44222</c:v>
                </c:pt>
                <c:pt idx="521">
                  <c:v>44223</c:v>
                </c:pt>
                <c:pt idx="522">
                  <c:v>44224</c:v>
                </c:pt>
                <c:pt idx="523">
                  <c:v>44225</c:v>
                </c:pt>
                <c:pt idx="524">
                  <c:v>44228</c:v>
                </c:pt>
                <c:pt idx="525">
                  <c:v>44229</c:v>
                </c:pt>
                <c:pt idx="526">
                  <c:v>44230</c:v>
                </c:pt>
                <c:pt idx="527">
                  <c:v>44231</c:v>
                </c:pt>
                <c:pt idx="528">
                  <c:v>44232</c:v>
                </c:pt>
                <c:pt idx="529">
                  <c:v>44235</c:v>
                </c:pt>
                <c:pt idx="530">
                  <c:v>44236</c:v>
                </c:pt>
                <c:pt idx="531">
                  <c:v>44237</c:v>
                </c:pt>
                <c:pt idx="532">
                  <c:v>44238</c:v>
                </c:pt>
                <c:pt idx="533">
                  <c:v>44239</c:v>
                </c:pt>
                <c:pt idx="534">
                  <c:v>44242</c:v>
                </c:pt>
                <c:pt idx="535">
                  <c:v>44243</c:v>
                </c:pt>
                <c:pt idx="536">
                  <c:v>44244</c:v>
                </c:pt>
                <c:pt idx="537">
                  <c:v>44245</c:v>
                </c:pt>
                <c:pt idx="538">
                  <c:v>44246</c:v>
                </c:pt>
                <c:pt idx="539">
                  <c:v>44249</c:v>
                </c:pt>
                <c:pt idx="540">
                  <c:v>44250</c:v>
                </c:pt>
                <c:pt idx="541">
                  <c:v>44251</c:v>
                </c:pt>
                <c:pt idx="542">
                  <c:v>44252</c:v>
                </c:pt>
                <c:pt idx="543">
                  <c:v>44253</c:v>
                </c:pt>
                <c:pt idx="544">
                  <c:v>44256</c:v>
                </c:pt>
                <c:pt idx="545">
                  <c:v>44257</c:v>
                </c:pt>
                <c:pt idx="546">
                  <c:v>44258</c:v>
                </c:pt>
                <c:pt idx="547">
                  <c:v>44259</c:v>
                </c:pt>
                <c:pt idx="548">
                  <c:v>44260</c:v>
                </c:pt>
                <c:pt idx="549">
                  <c:v>44263</c:v>
                </c:pt>
                <c:pt idx="550">
                  <c:v>44264</c:v>
                </c:pt>
                <c:pt idx="551">
                  <c:v>44265</c:v>
                </c:pt>
                <c:pt idx="552">
                  <c:v>44266</c:v>
                </c:pt>
                <c:pt idx="553">
                  <c:v>44267</c:v>
                </c:pt>
                <c:pt idx="554">
                  <c:v>44270</c:v>
                </c:pt>
                <c:pt idx="555">
                  <c:v>44271</c:v>
                </c:pt>
                <c:pt idx="556">
                  <c:v>44272</c:v>
                </c:pt>
                <c:pt idx="557">
                  <c:v>44273</c:v>
                </c:pt>
                <c:pt idx="558">
                  <c:v>44274</c:v>
                </c:pt>
                <c:pt idx="559">
                  <c:v>44277</c:v>
                </c:pt>
                <c:pt idx="560">
                  <c:v>44278</c:v>
                </c:pt>
                <c:pt idx="561">
                  <c:v>44279</c:v>
                </c:pt>
                <c:pt idx="562">
                  <c:v>44280</c:v>
                </c:pt>
                <c:pt idx="563">
                  <c:v>44281</c:v>
                </c:pt>
                <c:pt idx="564">
                  <c:v>44284</c:v>
                </c:pt>
                <c:pt idx="565">
                  <c:v>44285</c:v>
                </c:pt>
                <c:pt idx="566">
                  <c:v>44286</c:v>
                </c:pt>
                <c:pt idx="567">
                  <c:v>44287</c:v>
                </c:pt>
                <c:pt idx="568">
                  <c:v>44292</c:v>
                </c:pt>
                <c:pt idx="569">
                  <c:v>44293</c:v>
                </c:pt>
                <c:pt idx="570">
                  <c:v>44294</c:v>
                </c:pt>
                <c:pt idx="571">
                  <c:v>44295</c:v>
                </c:pt>
                <c:pt idx="572">
                  <c:v>44298</c:v>
                </c:pt>
                <c:pt idx="573">
                  <c:v>44299</c:v>
                </c:pt>
                <c:pt idx="574">
                  <c:v>44300</c:v>
                </c:pt>
                <c:pt idx="575">
                  <c:v>44301</c:v>
                </c:pt>
                <c:pt idx="576">
                  <c:v>44302</c:v>
                </c:pt>
                <c:pt idx="577">
                  <c:v>44305</c:v>
                </c:pt>
                <c:pt idx="578">
                  <c:v>44306</c:v>
                </c:pt>
                <c:pt idx="579">
                  <c:v>44307</c:v>
                </c:pt>
                <c:pt idx="580">
                  <c:v>44308</c:v>
                </c:pt>
                <c:pt idx="581">
                  <c:v>44309</c:v>
                </c:pt>
                <c:pt idx="582">
                  <c:v>44312</c:v>
                </c:pt>
                <c:pt idx="583">
                  <c:v>44313</c:v>
                </c:pt>
                <c:pt idx="584">
                  <c:v>44314</c:v>
                </c:pt>
                <c:pt idx="585">
                  <c:v>44315</c:v>
                </c:pt>
                <c:pt idx="586">
                  <c:v>44316</c:v>
                </c:pt>
                <c:pt idx="587">
                  <c:v>44319</c:v>
                </c:pt>
                <c:pt idx="588">
                  <c:v>44320</c:v>
                </c:pt>
                <c:pt idx="589">
                  <c:v>44321</c:v>
                </c:pt>
                <c:pt idx="590">
                  <c:v>44322</c:v>
                </c:pt>
                <c:pt idx="591">
                  <c:v>44323</c:v>
                </c:pt>
                <c:pt idx="592">
                  <c:v>44326</c:v>
                </c:pt>
                <c:pt idx="593">
                  <c:v>44327</c:v>
                </c:pt>
                <c:pt idx="594">
                  <c:v>44328</c:v>
                </c:pt>
                <c:pt idx="595">
                  <c:v>44329</c:v>
                </c:pt>
                <c:pt idx="596">
                  <c:v>44330</c:v>
                </c:pt>
                <c:pt idx="597">
                  <c:v>44333</c:v>
                </c:pt>
                <c:pt idx="598">
                  <c:v>44334</c:v>
                </c:pt>
                <c:pt idx="599">
                  <c:v>44335</c:v>
                </c:pt>
                <c:pt idx="600">
                  <c:v>44336</c:v>
                </c:pt>
                <c:pt idx="601">
                  <c:v>44337</c:v>
                </c:pt>
                <c:pt idx="602">
                  <c:v>44341</c:v>
                </c:pt>
                <c:pt idx="603">
                  <c:v>44342</c:v>
                </c:pt>
                <c:pt idx="604">
                  <c:v>44343</c:v>
                </c:pt>
                <c:pt idx="605">
                  <c:v>44344</c:v>
                </c:pt>
                <c:pt idx="606">
                  <c:v>44347</c:v>
                </c:pt>
                <c:pt idx="607">
                  <c:v>44348</c:v>
                </c:pt>
                <c:pt idx="608">
                  <c:v>44349</c:v>
                </c:pt>
                <c:pt idx="609">
                  <c:v>44350</c:v>
                </c:pt>
                <c:pt idx="610">
                  <c:v>44351</c:v>
                </c:pt>
                <c:pt idx="611">
                  <c:v>44354</c:v>
                </c:pt>
                <c:pt idx="612">
                  <c:v>44355</c:v>
                </c:pt>
                <c:pt idx="613">
                  <c:v>44356</c:v>
                </c:pt>
                <c:pt idx="614">
                  <c:v>44357</c:v>
                </c:pt>
                <c:pt idx="615">
                  <c:v>44358</c:v>
                </c:pt>
                <c:pt idx="616">
                  <c:v>44361</c:v>
                </c:pt>
                <c:pt idx="617">
                  <c:v>44362</c:v>
                </c:pt>
                <c:pt idx="618">
                  <c:v>44363</c:v>
                </c:pt>
                <c:pt idx="619">
                  <c:v>44364</c:v>
                </c:pt>
                <c:pt idx="620">
                  <c:v>44365</c:v>
                </c:pt>
                <c:pt idx="621">
                  <c:v>44368</c:v>
                </c:pt>
                <c:pt idx="622">
                  <c:v>44369</c:v>
                </c:pt>
                <c:pt idx="623">
                  <c:v>44370</c:v>
                </c:pt>
                <c:pt idx="624">
                  <c:v>44371</c:v>
                </c:pt>
                <c:pt idx="625">
                  <c:v>44372</c:v>
                </c:pt>
                <c:pt idx="626">
                  <c:v>44375</c:v>
                </c:pt>
                <c:pt idx="627">
                  <c:v>44376</c:v>
                </c:pt>
                <c:pt idx="628">
                  <c:v>44377</c:v>
                </c:pt>
                <c:pt idx="629">
                  <c:v>44378</c:v>
                </c:pt>
                <c:pt idx="630">
                  <c:v>44379</c:v>
                </c:pt>
                <c:pt idx="631">
                  <c:v>44382</c:v>
                </c:pt>
                <c:pt idx="632">
                  <c:v>44383</c:v>
                </c:pt>
                <c:pt idx="633">
                  <c:v>44384</c:v>
                </c:pt>
                <c:pt idx="634">
                  <c:v>44385</c:v>
                </c:pt>
                <c:pt idx="635">
                  <c:v>44386</c:v>
                </c:pt>
                <c:pt idx="636">
                  <c:v>44389</c:v>
                </c:pt>
                <c:pt idx="637">
                  <c:v>44390</c:v>
                </c:pt>
                <c:pt idx="638">
                  <c:v>44391</c:v>
                </c:pt>
                <c:pt idx="639">
                  <c:v>44392</c:v>
                </c:pt>
                <c:pt idx="640">
                  <c:v>44393</c:v>
                </c:pt>
                <c:pt idx="641">
                  <c:v>44396</c:v>
                </c:pt>
                <c:pt idx="642">
                  <c:v>44397</c:v>
                </c:pt>
                <c:pt idx="643">
                  <c:v>44398</c:v>
                </c:pt>
                <c:pt idx="644">
                  <c:v>44399</c:v>
                </c:pt>
                <c:pt idx="645">
                  <c:v>44400</c:v>
                </c:pt>
                <c:pt idx="646">
                  <c:v>44403</c:v>
                </c:pt>
                <c:pt idx="647">
                  <c:v>44404</c:v>
                </c:pt>
                <c:pt idx="648">
                  <c:v>44405</c:v>
                </c:pt>
                <c:pt idx="649">
                  <c:v>44406</c:v>
                </c:pt>
                <c:pt idx="650">
                  <c:v>44407</c:v>
                </c:pt>
                <c:pt idx="651">
                  <c:v>44410</c:v>
                </c:pt>
                <c:pt idx="652">
                  <c:v>44411</c:v>
                </c:pt>
                <c:pt idx="653">
                  <c:v>44412</c:v>
                </c:pt>
                <c:pt idx="654">
                  <c:v>44413</c:v>
                </c:pt>
                <c:pt idx="655">
                  <c:v>44414</c:v>
                </c:pt>
                <c:pt idx="656">
                  <c:v>44417</c:v>
                </c:pt>
                <c:pt idx="657">
                  <c:v>44418</c:v>
                </c:pt>
                <c:pt idx="658">
                  <c:v>44419</c:v>
                </c:pt>
                <c:pt idx="659">
                  <c:v>44420</c:v>
                </c:pt>
                <c:pt idx="660">
                  <c:v>44421</c:v>
                </c:pt>
                <c:pt idx="661">
                  <c:v>44424</c:v>
                </c:pt>
                <c:pt idx="662">
                  <c:v>44425</c:v>
                </c:pt>
                <c:pt idx="663">
                  <c:v>44426</c:v>
                </c:pt>
                <c:pt idx="664">
                  <c:v>44427</c:v>
                </c:pt>
                <c:pt idx="665">
                  <c:v>44428</c:v>
                </c:pt>
                <c:pt idx="666">
                  <c:v>44431</c:v>
                </c:pt>
                <c:pt idx="667">
                  <c:v>44432</c:v>
                </c:pt>
                <c:pt idx="668">
                  <c:v>44433</c:v>
                </c:pt>
                <c:pt idx="669">
                  <c:v>44434</c:v>
                </c:pt>
                <c:pt idx="670">
                  <c:v>44435</c:v>
                </c:pt>
                <c:pt idx="671">
                  <c:v>44438</c:v>
                </c:pt>
                <c:pt idx="672">
                  <c:v>44439</c:v>
                </c:pt>
                <c:pt idx="673">
                  <c:v>44440</c:v>
                </c:pt>
                <c:pt idx="674">
                  <c:v>44441</c:v>
                </c:pt>
                <c:pt idx="675">
                  <c:v>44442</c:v>
                </c:pt>
                <c:pt idx="676">
                  <c:v>44445</c:v>
                </c:pt>
                <c:pt idx="677">
                  <c:v>44446</c:v>
                </c:pt>
                <c:pt idx="678">
                  <c:v>44447</c:v>
                </c:pt>
                <c:pt idx="679">
                  <c:v>44448</c:v>
                </c:pt>
                <c:pt idx="680">
                  <c:v>44449</c:v>
                </c:pt>
                <c:pt idx="681">
                  <c:v>44452</c:v>
                </c:pt>
                <c:pt idx="682">
                  <c:v>44453</c:v>
                </c:pt>
                <c:pt idx="683">
                  <c:v>44454</c:v>
                </c:pt>
                <c:pt idx="684">
                  <c:v>44455</c:v>
                </c:pt>
                <c:pt idx="685">
                  <c:v>44456</c:v>
                </c:pt>
                <c:pt idx="686">
                  <c:v>44459</c:v>
                </c:pt>
                <c:pt idx="687">
                  <c:v>44460</c:v>
                </c:pt>
                <c:pt idx="688">
                  <c:v>44461</c:v>
                </c:pt>
                <c:pt idx="689">
                  <c:v>44462</c:v>
                </c:pt>
                <c:pt idx="690">
                  <c:v>44463</c:v>
                </c:pt>
                <c:pt idx="691">
                  <c:v>44466</c:v>
                </c:pt>
                <c:pt idx="692">
                  <c:v>44467</c:v>
                </c:pt>
                <c:pt idx="693">
                  <c:v>44468</c:v>
                </c:pt>
                <c:pt idx="694">
                  <c:v>44469</c:v>
                </c:pt>
                <c:pt idx="695">
                  <c:v>44470</c:v>
                </c:pt>
                <c:pt idx="696">
                  <c:v>44473</c:v>
                </c:pt>
                <c:pt idx="697">
                  <c:v>44474</c:v>
                </c:pt>
                <c:pt idx="698">
                  <c:v>44475</c:v>
                </c:pt>
                <c:pt idx="699">
                  <c:v>44476</c:v>
                </c:pt>
                <c:pt idx="700">
                  <c:v>44477</c:v>
                </c:pt>
                <c:pt idx="701">
                  <c:v>44480</c:v>
                </c:pt>
                <c:pt idx="702">
                  <c:v>44481</c:v>
                </c:pt>
                <c:pt idx="703">
                  <c:v>44482</c:v>
                </c:pt>
                <c:pt idx="704">
                  <c:v>44483</c:v>
                </c:pt>
                <c:pt idx="705">
                  <c:v>44484</c:v>
                </c:pt>
                <c:pt idx="706">
                  <c:v>44487</c:v>
                </c:pt>
                <c:pt idx="707">
                  <c:v>44488</c:v>
                </c:pt>
                <c:pt idx="708">
                  <c:v>44489</c:v>
                </c:pt>
                <c:pt idx="709">
                  <c:v>44490</c:v>
                </c:pt>
                <c:pt idx="710">
                  <c:v>44491</c:v>
                </c:pt>
                <c:pt idx="711">
                  <c:v>44494</c:v>
                </c:pt>
                <c:pt idx="712">
                  <c:v>44495</c:v>
                </c:pt>
                <c:pt idx="713">
                  <c:v>44496</c:v>
                </c:pt>
                <c:pt idx="714">
                  <c:v>44497</c:v>
                </c:pt>
                <c:pt idx="715">
                  <c:v>44498</c:v>
                </c:pt>
                <c:pt idx="716">
                  <c:v>44501</c:v>
                </c:pt>
                <c:pt idx="717">
                  <c:v>44502</c:v>
                </c:pt>
                <c:pt idx="718">
                  <c:v>44503</c:v>
                </c:pt>
                <c:pt idx="719">
                  <c:v>44504</c:v>
                </c:pt>
                <c:pt idx="720">
                  <c:v>44505</c:v>
                </c:pt>
                <c:pt idx="721">
                  <c:v>44508</c:v>
                </c:pt>
                <c:pt idx="722">
                  <c:v>44509</c:v>
                </c:pt>
                <c:pt idx="723">
                  <c:v>44510</c:v>
                </c:pt>
                <c:pt idx="724">
                  <c:v>44511</c:v>
                </c:pt>
                <c:pt idx="725">
                  <c:v>44512</c:v>
                </c:pt>
                <c:pt idx="726">
                  <c:v>44515</c:v>
                </c:pt>
                <c:pt idx="727">
                  <c:v>44516</c:v>
                </c:pt>
                <c:pt idx="728">
                  <c:v>44517</c:v>
                </c:pt>
                <c:pt idx="729">
                  <c:v>44518</c:v>
                </c:pt>
                <c:pt idx="730">
                  <c:v>44519</c:v>
                </c:pt>
                <c:pt idx="731">
                  <c:v>44522</c:v>
                </c:pt>
                <c:pt idx="732">
                  <c:v>44523</c:v>
                </c:pt>
                <c:pt idx="733">
                  <c:v>44524</c:v>
                </c:pt>
                <c:pt idx="734">
                  <c:v>44525</c:v>
                </c:pt>
                <c:pt idx="735">
                  <c:v>44526</c:v>
                </c:pt>
                <c:pt idx="736">
                  <c:v>44529</c:v>
                </c:pt>
                <c:pt idx="737">
                  <c:v>44530</c:v>
                </c:pt>
                <c:pt idx="738">
                  <c:v>44531</c:v>
                </c:pt>
                <c:pt idx="739">
                  <c:v>44532</c:v>
                </c:pt>
                <c:pt idx="740">
                  <c:v>44533</c:v>
                </c:pt>
                <c:pt idx="741">
                  <c:v>44536</c:v>
                </c:pt>
                <c:pt idx="742">
                  <c:v>44537</c:v>
                </c:pt>
                <c:pt idx="743">
                  <c:v>44538</c:v>
                </c:pt>
                <c:pt idx="744">
                  <c:v>44539</c:v>
                </c:pt>
                <c:pt idx="745">
                  <c:v>44540</c:v>
                </c:pt>
                <c:pt idx="746">
                  <c:v>44543</c:v>
                </c:pt>
                <c:pt idx="747">
                  <c:v>44544</c:v>
                </c:pt>
                <c:pt idx="748">
                  <c:v>44545</c:v>
                </c:pt>
                <c:pt idx="749">
                  <c:v>44546</c:v>
                </c:pt>
                <c:pt idx="750">
                  <c:v>44547</c:v>
                </c:pt>
                <c:pt idx="751">
                  <c:v>44550</c:v>
                </c:pt>
                <c:pt idx="752">
                  <c:v>44551</c:v>
                </c:pt>
                <c:pt idx="753">
                  <c:v>44552</c:v>
                </c:pt>
                <c:pt idx="754">
                  <c:v>44553</c:v>
                </c:pt>
                <c:pt idx="755">
                  <c:v>44557</c:v>
                </c:pt>
                <c:pt idx="756">
                  <c:v>44558</c:v>
                </c:pt>
                <c:pt idx="757">
                  <c:v>44559</c:v>
                </c:pt>
                <c:pt idx="758">
                  <c:v>44560</c:v>
                </c:pt>
                <c:pt idx="759">
                  <c:v>44564</c:v>
                </c:pt>
                <c:pt idx="760">
                  <c:v>44565</c:v>
                </c:pt>
                <c:pt idx="761">
                  <c:v>44566</c:v>
                </c:pt>
                <c:pt idx="762">
                  <c:v>44567</c:v>
                </c:pt>
                <c:pt idx="763">
                  <c:v>44568</c:v>
                </c:pt>
                <c:pt idx="764">
                  <c:v>44571</c:v>
                </c:pt>
                <c:pt idx="765">
                  <c:v>44572</c:v>
                </c:pt>
                <c:pt idx="766">
                  <c:v>44573</c:v>
                </c:pt>
                <c:pt idx="767">
                  <c:v>44574</c:v>
                </c:pt>
                <c:pt idx="768">
                  <c:v>44575</c:v>
                </c:pt>
                <c:pt idx="769">
                  <c:v>44578</c:v>
                </c:pt>
                <c:pt idx="770">
                  <c:v>44579</c:v>
                </c:pt>
                <c:pt idx="771">
                  <c:v>44580</c:v>
                </c:pt>
                <c:pt idx="772">
                  <c:v>44581</c:v>
                </c:pt>
                <c:pt idx="773">
                  <c:v>44582</c:v>
                </c:pt>
                <c:pt idx="774">
                  <c:v>44585</c:v>
                </c:pt>
                <c:pt idx="775">
                  <c:v>44586</c:v>
                </c:pt>
                <c:pt idx="776">
                  <c:v>44587</c:v>
                </c:pt>
                <c:pt idx="777">
                  <c:v>44588</c:v>
                </c:pt>
                <c:pt idx="778">
                  <c:v>44589</c:v>
                </c:pt>
                <c:pt idx="779">
                  <c:v>44592</c:v>
                </c:pt>
                <c:pt idx="780">
                  <c:v>44593</c:v>
                </c:pt>
                <c:pt idx="781">
                  <c:v>44594</c:v>
                </c:pt>
                <c:pt idx="782">
                  <c:v>44595</c:v>
                </c:pt>
                <c:pt idx="783">
                  <c:v>44596</c:v>
                </c:pt>
                <c:pt idx="784">
                  <c:v>44599</c:v>
                </c:pt>
                <c:pt idx="785">
                  <c:v>44600</c:v>
                </c:pt>
                <c:pt idx="786">
                  <c:v>44601</c:v>
                </c:pt>
                <c:pt idx="787">
                  <c:v>44602</c:v>
                </c:pt>
                <c:pt idx="788">
                  <c:v>44603</c:v>
                </c:pt>
                <c:pt idx="789">
                  <c:v>44606</c:v>
                </c:pt>
                <c:pt idx="790">
                  <c:v>44607</c:v>
                </c:pt>
                <c:pt idx="791">
                  <c:v>44608</c:v>
                </c:pt>
                <c:pt idx="792">
                  <c:v>44609</c:v>
                </c:pt>
                <c:pt idx="793">
                  <c:v>44610</c:v>
                </c:pt>
                <c:pt idx="794">
                  <c:v>44613</c:v>
                </c:pt>
                <c:pt idx="795">
                  <c:v>44614</c:v>
                </c:pt>
                <c:pt idx="796">
                  <c:v>44615</c:v>
                </c:pt>
                <c:pt idx="797">
                  <c:v>44616</c:v>
                </c:pt>
                <c:pt idx="798">
                  <c:v>44617</c:v>
                </c:pt>
                <c:pt idx="799">
                  <c:v>44620</c:v>
                </c:pt>
                <c:pt idx="800">
                  <c:v>44621</c:v>
                </c:pt>
                <c:pt idx="801">
                  <c:v>44622</c:v>
                </c:pt>
                <c:pt idx="802">
                  <c:v>44623</c:v>
                </c:pt>
                <c:pt idx="803">
                  <c:v>44624</c:v>
                </c:pt>
                <c:pt idx="804">
                  <c:v>44627</c:v>
                </c:pt>
                <c:pt idx="805">
                  <c:v>44628</c:v>
                </c:pt>
                <c:pt idx="806">
                  <c:v>44629</c:v>
                </c:pt>
                <c:pt idx="807">
                  <c:v>44630</c:v>
                </c:pt>
                <c:pt idx="808">
                  <c:v>44631</c:v>
                </c:pt>
                <c:pt idx="809">
                  <c:v>44634</c:v>
                </c:pt>
                <c:pt idx="810">
                  <c:v>44635</c:v>
                </c:pt>
                <c:pt idx="811">
                  <c:v>44636</c:v>
                </c:pt>
                <c:pt idx="812">
                  <c:v>44637</c:v>
                </c:pt>
                <c:pt idx="813">
                  <c:v>44638</c:v>
                </c:pt>
                <c:pt idx="814">
                  <c:v>44641</c:v>
                </c:pt>
                <c:pt idx="815">
                  <c:v>44642</c:v>
                </c:pt>
                <c:pt idx="816">
                  <c:v>44643</c:v>
                </c:pt>
                <c:pt idx="817">
                  <c:v>44644</c:v>
                </c:pt>
                <c:pt idx="818">
                  <c:v>44645</c:v>
                </c:pt>
                <c:pt idx="819">
                  <c:v>44648</c:v>
                </c:pt>
                <c:pt idx="820">
                  <c:v>44649</c:v>
                </c:pt>
                <c:pt idx="821">
                  <c:v>44650</c:v>
                </c:pt>
                <c:pt idx="822">
                  <c:v>44651</c:v>
                </c:pt>
                <c:pt idx="823">
                  <c:v>44652</c:v>
                </c:pt>
                <c:pt idx="824">
                  <c:v>44655</c:v>
                </c:pt>
                <c:pt idx="825">
                  <c:v>44656</c:v>
                </c:pt>
                <c:pt idx="826">
                  <c:v>44657</c:v>
                </c:pt>
                <c:pt idx="827">
                  <c:v>44658</c:v>
                </c:pt>
                <c:pt idx="828">
                  <c:v>44659</c:v>
                </c:pt>
                <c:pt idx="829">
                  <c:v>44662</c:v>
                </c:pt>
                <c:pt idx="830">
                  <c:v>44663</c:v>
                </c:pt>
                <c:pt idx="831">
                  <c:v>44664</c:v>
                </c:pt>
                <c:pt idx="832">
                  <c:v>44665</c:v>
                </c:pt>
                <c:pt idx="833">
                  <c:v>44670</c:v>
                </c:pt>
                <c:pt idx="834">
                  <c:v>44671</c:v>
                </c:pt>
                <c:pt idx="835">
                  <c:v>44672</c:v>
                </c:pt>
                <c:pt idx="836">
                  <c:v>44673</c:v>
                </c:pt>
                <c:pt idx="837">
                  <c:v>44676</c:v>
                </c:pt>
                <c:pt idx="838">
                  <c:v>44677</c:v>
                </c:pt>
                <c:pt idx="839">
                  <c:v>44678</c:v>
                </c:pt>
                <c:pt idx="840">
                  <c:v>44679</c:v>
                </c:pt>
                <c:pt idx="841">
                  <c:v>44680</c:v>
                </c:pt>
                <c:pt idx="842">
                  <c:v>44683</c:v>
                </c:pt>
                <c:pt idx="843">
                  <c:v>44684</c:v>
                </c:pt>
                <c:pt idx="844">
                  <c:v>44685</c:v>
                </c:pt>
                <c:pt idx="845">
                  <c:v>44686</c:v>
                </c:pt>
                <c:pt idx="846">
                  <c:v>44687</c:v>
                </c:pt>
                <c:pt idx="847">
                  <c:v>44690</c:v>
                </c:pt>
                <c:pt idx="848">
                  <c:v>44691</c:v>
                </c:pt>
                <c:pt idx="849">
                  <c:v>44692</c:v>
                </c:pt>
                <c:pt idx="850">
                  <c:v>44693</c:v>
                </c:pt>
                <c:pt idx="851">
                  <c:v>44694</c:v>
                </c:pt>
                <c:pt idx="852">
                  <c:v>44697</c:v>
                </c:pt>
                <c:pt idx="853">
                  <c:v>44698</c:v>
                </c:pt>
                <c:pt idx="854">
                  <c:v>44699</c:v>
                </c:pt>
                <c:pt idx="855">
                  <c:v>44700</c:v>
                </c:pt>
                <c:pt idx="856">
                  <c:v>44701</c:v>
                </c:pt>
                <c:pt idx="857">
                  <c:v>44704</c:v>
                </c:pt>
                <c:pt idx="858">
                  <c:v>44705</c:v>
                </c:pt>
                <c:pt idx="859">
                  <c:v>44706</c:v>
                </c:pt>
                <c:pt idx="860">
                  <c:v>44707</c:v>
                </c:pt>
                <c:pt idx="861">
                  <c:v>44708</c:v>
                </c:pt>
                <c:pt idx="862">
                  <c:v>44711</c:v>
                </c:pt>
                <c:pt idx="863">
                  <c:v>44712</c:v>
                </c:pt>
                <c:pt idx="864">
                  <c:v>44713</c:v>
                </c:pt>
                <c:pt idx="865">
                  <c:v>44714</c:v>
                </c:pt>
                <c:pt idx="866">
                  <c:v>44715</c:v>
                </c:pt>
                <c:pt idx="867">
                  <c:v>44718</c:v>
                </c:pt>
                <c:pt idx="868">
                  <c:v>44719</c:v>
                </c:pt>
                <c:pt idx="869">
                  <c:v>44720</c:v>
                </c:pt>
                <c:pt idx="870">
                  <c:v>44721</c:v>
                </c:pt>
                <c:pt idx="871">
                  <c:v>44722</c:v>
                </c:pt>
                <c:pt idx="872">
                  <c:v>44725</c:v>
                </c:pt>
                <c:pt idx="873">
                  <c:v>44726</c:v>
                </c:pt>
                <c:pt idx="874">
                  <c:v>44727</c:v>
                </c:pt>
                <c:pt idx="875">
                  <c:v>44728</c:v>
                </c:pt>
                <c:pt idx="876">
                  <c:v>44729</c:v>
                </c:pt>
                <c:pt idx="877">
                  <c:v>44732</c:v>
                </c:pt>
                <c:pt idx="878">
                  <c:v>44733</c:v>
                </c:pt>
                <c:pt idx="879">
                  <c:v>44734</c:v>
                </c:pt>
                <c:pt idx="880">
                  <c:v>44735</c:v>
                </c:pt>
                <c:pt idx="881">
                  <c:v>44736</c:v>
                </c:pt>
                <c:pt idx="882">
                  <c:v>44739</c:v>
                </c:pt>
                <c:pt idx="883">
                  <c:v>44740</c:v>
                </c:pt>
                <c:pt idx="884">
                  <c:v>44741</c:v>
                </c:pt>
                <c:pt idx="885">
                  <c:v>44742</c:v>
                </c:pt>
                <c:pt idx="886">
                  <c:v>44743</c:v>
                </c:pt>
                <c:pt idx="887">
                  <c:v>44746</c:v>
                </c:pt>
                <c:pt idx="888">
                  <c:v>44747</c:v>
                </c:pt>
                <c:pt idx="889">
                  <c:v>44748</c:v>
                </c:pt>
                <c:pt idx="890">
                  <c:v>44749</c:v>
                </c:pt>
                <c:pt idx="891">
                  <c:v>44750</c:v>
                </c:pt>
                <c:pt idx="892">
                  <c:v>44753</c:v>
                </c:pt>
                <c:pt idx="893">
                  <c:v>44754</c:v>
                </c:pt>
                <c:pt idx="894">
                  <c:v>44755</c:v>
                </c:pt>
                <c:pt idx="895">
                  <c:v>44756</c:v>
                </c:pt>
                <c:pt idx="896">
                  <c:v>44757</c:v>
                </c:pt>
                <c:pt idx="897">
                  <c:v>44760</c:v>
                </c:pt>
                <c:pt idx="898">
                  <c:v>44761</c:v>
                </c:pt>
                <c:pt idx="899">
                  <c:v>44762</c:v>
                </c:pt>
                <c:pt idx="900">
                  <c:v>44763</c:v>
                </c:pt>
                <c:pt idx="901">
                  <c:v>44764</c:v>
                </c:pt>
                <c:pt idx="902">
                  <c:v>44767</c:v>
                </c:pt>
                <c:pt idx="903">
                  <c:v>44768</c:v>
                </c:pt>
                <c:pt idx="904">
                  <c:v>44769</c:v>
                </c:pt>
                <c:pt idx="905">
                  <c:v>44770</c:v>
                </c:pt>
                <c:pt idx="906">
                  <c:v>44771</c:v>
                </c:pt>
                <c:pt idx="907">
                  <c:v>44774</c:v>
                </c:pt>
                <c:pt idx="908">
                  <c:v>44775</c:v>
                </c:pt>
                <c:pt idx="909">
                  <c:v>44776</c:v>
                </c:pt>
                <c:pt idx="910">
                  <c:v>44777</c:v>
                </c:pt>
                <c:pt idx="911">
                  <c:v>44778</c:v>
                </c:pt>
                <c:pt idx="912">
                  <c:v>44781</c:v>
                </c:pt>
                <c:pt idx="913">
                  <c:v>44782</c:v>
                </c:pt>
                <c:pt idx="914">
                  <c:v>44783</c:v>
                </c:pt>
                <c:pt idx="915">
                  <c:v>44784</c:v>
                </c:pt>
                <c:pt idx="916">
                  <c:v>44785</c:v>
                </c:pt>
                <c:pt idx="917">
                  <c:v>44789</c:v>
                </c:pt>
                <c:pt idx="918">
                  <c:v>44790</c:v>
                </c:pt>
                <c:pt idx="919">
                  <c:v>44791</c:v>
                </c:pt>
                <c:pt idx="920">
                  <c:v>44792</c:v>
                </c:pt>
                <c:pt idx="921">
                  <c:v>44795</c:v>
                </c:pt>
                <c:pt idx="922">
                  <c:v>44796</c:v>
                </c:pt>
                <c:pt idx="923">
                  <c:v>44797</c:v>
                </c:pt>
                <c:pt idx="924">
                  <c:v>44798</c:v>
                </c:pt>
                <c:pt idx="925">
                  <c:v>44799</c:v>
                </c:pt>
                <c:pt idx="926">
                  <c:v>44802</c:v>
                </c:pt>
                <c:pt idx="927">
                  <c:v>44803</c:v>
                </c:pt>
                <c:pt idx="928">
                  <c:v>44804</c:v>
                </c:pt>
                <c:pt idx="929">
                  <c:v>44805</c:v>
                </c:pt>
                <c:pt idx="930">
                  <c:v>44806</c:v>
                </c:pt>
                <c:pt idx="931">
                  <c:v>44809</c:v>
                </c:pt>
                <c:pt idx="932">
                  <c:v>44810</c:v>
                </c:pt>
                <c:pt idx="933">
                  <c:v>44811</c:v>
                </c:pt>
                <c:pt idx="934">
                  <c:v>44812</c:v>
                </c:pt>
                <c:pt idx="935">
                  <c:v>44813</c:v>
                </c:pt>
                <c:pt idx="936">
                  <c:v>44816</c:v>
                </c:pt>
                <c:pt idx="937">
                  <c:v>44817</c:v>
                </c:pt>
                <c:pt idx="938">
                  <c:v>44818</c:v>
                </c:pt>
                <c:pt idx="939">
                  <c:v>44819</c:v>
                </c:pt>
                <c:pt idx="940">
                  <c:v>44820</c:v>
                </c:pt>
                <c:pt idx="941">
                  <c:v>44823</c:v>
                </c:pt>
                <c:pt idx="942">
                  <c:v>44824</c:v>
                </c:pt>
                <c:pt idx="943">
                  <c:v>44825</c:v>
                </c:pt>
                <c:pt idx="944">
                  <c:v>44826</c:v>
                </c:pt>
                <c:pt idx="945">
                  <c:v>44827</c:v>
                </c:pt>
                <c:pt idx="946">
                  <c:v>44830</c:v>
                </c:pt>
                <c:pt idx="947">
                  <c:v>44831</c:v>
                </c:pt>
                <c:pt idx="948">
                  <c:v>44832</c:v>
                </c:pt>
                <c:pt idx="949">
                  <c:v>44833</c:v>
                </c:pt>
                <c:pt idx="950">
                  <c:v>44834</c:v>
                </c:pt>
                <c:pt idx="951">
                  <c:v>44837</c:v>
                </c:pt>
                <c:pt idx="952">
                  <c:v>44838</c:v>
                </c:pt>
                <c:pt idx="953">
                  <c:v>44839</c:v>
                </c:pt>
                <c:pt idx="954">
                  <c:v>44840</c:v>
                </c:pt>
                <c:pt idx="955">
                  <c:v>44841</c:v>
                </c:pt>
                <c:pt idx="956">
                  <c:v>44844</c:v>
                </c:pt>
                <c:pt idx="957">
                  <c:v>44845</c:v>
                </c:pt>
                <c:pt idx="958">
                  <c:v>44846</c:v>
                </c:pt>
                <c:pt idx="959">
                  <c:v>44847</c:v>
                </c:pt>
                <c:pt idx="960">
                  <c:v>44848</c:v>
                </c:pt>
                <c:pt idx="961">
                  <c:v>44851</c:v>
                </c:pt>
                <c:pt idx="962">
                  <c:v>44852</c:v>
                </c:pt>
                <c:pt idx="963">
                  <c:v>44853</c:v>
                </c:pt>
                <c:pt idx="964">
                  <c:v>44854</c:v>
                </c:pt>
                <c:pt idx="965">
                  <c:v>44855</c:v>
                </c:pt>
                <c:pt idx="966">
                  <c:v>44858</c:v>
                </c:pt>
                <c:pt idx="967">
                  <c:v>44859</c:v>
                </c:pt>
                <c:pt idx="968">
                  <c:v>44860</c:v>
                </c:pt>
                <c:pt idx="969">
                  <c:v>44861</c:v>
                </c:pt>
                <c:pt idx="970">
                  <c:v>44862</c:v>
                </c:pt>
                <c:pt idx="971">
                  <c:v>44865</c:v>
                </c:pt>
                <c:pt idx="972">
                  <c:v>44866</c:v>
                </c:pt>
                <c:pt idx="973">
                  <c:v>44867</c:v>
                </c:pt>
                <c:pt idx="974">
                  <c:v>44868</c:v>
                </c:pt>
                <c:pt idx="975">
                  <c:v>44869</c:v>
                </c:pt>
                <c:pt idx="976">
                  <c:v>44872</c:v>
                </c:pt>
                <c:pt idx="977">
                  <c:v>44873</c:v>
                </c:pt>
                <c:pt idx="978">
                  <c:v>44874</c:v>
                </c:pt>
                <c:pt idx="979">
                  <c:v>44875</c:v>
                </c:pt>
                <c:pt idx="980">
                  <c:v>44876</c:v>
                </c:pt>
                <c:pt idx="981">
                  <c:v>44879</c:v>
                </c:pt>
                <c:pt idx="982">
                  <c:v>44880</c:v>
                </c:pt>
                <c:pt idx="983">
                  <c:v>44881</c:v>
                </c:pt>
                <c:pt idx="984">
                  <c:v>44882</c:v>
                </c:pt>
                <c:pt idx="985">
                  <c:v>44883</c:v>
                </c:pt>
                <c:pt idx="986">
                  <c:v>44886</c:v>
                </c:pt>
                <c:pt idx="987">
                  <c:v>44887</c:v>
                </c:pt>
                <c:pt idx="988">
                  <c:v>44888</c:v>
                </c:pt>
                <c:pt idx="989">
                  <c:v>44889</c:v>
                </c:pt>
                <c:pt idx="990">
                  <c:v>44890</c:v>
                </c:pt>
                <c:pt idx="991">
                  <c:v>44893</c:v>
                </c:pt>
                <c:pt idx="992">
                  <c:v>44894</c:v>
                </c:pt>
                <c:pt idx="993">
                  <c:v>44895</c:v>
                </c:pt>
                <c:pt idx="994">
                  <c:v>44896</c:v>
                </c:pt>
                <c:pt idx="995">
                  <c:v>44897</c:v>
                </c:pt>
                <c:pt idx="996">
                  <c:v>44900</c:v>
                </c:pt>
                <c:pt idx="997">
                  <c:v>44901</c:v>
                </c:pt>
                <c:pt idx="998">
                  <c:v>44902</c:v>
                </c:pt>
                <c:pt idx="999">
                  <c:v>44903</c:v>
                </c:pt>
                <c:pt idx="1000">
                  <c:v>44904</c:v>
                </c:pt>
                <c:pt idx="1001">
                  <c:v>44907</c:v>
                </c:pt>
                <c:pt idx="1002">
                  <c:v>44908</c:v>
                </c:pt>
                <c:pt idx="1003">
                  <c:v>44909</c:v>
                </c:pt>
                <c:pt idx="1004">
                  <c:v>44910</c:v>
                </c:pt>
                <c:pt idx="1005">
                  <c:v>44911</c:v>
                </c:pt>
                <c:pt idx="1006">
                  <c:v>44914</c:v>
                </c:pt>
                <c:pt idx="1007">
                  <c:v>44915</c:v>
                </c:pt>
                <c:pt idx="1008">
                  <c:v>44916</c:v>
                </c:pt>
                <c:pt idx="1009">
                  <c:v>44917</c:v>
                </c:pt>
                <c:pt idx="1010">
                  <c:v>44918</c:v>
                </c:pt>
                <c:pt idx="1011">
                  <c:v>44922</c:v>
                </c:pt>
                <c:pt idx="1012">
                  <c:v>44923</c:v>
                </c:pt>
                <c:pt idx="1013">
                  <c:v>44924</c:v>
                </c:pt>
                <c:pt idx="1014">
                  <c:v>44925</c:v>
                </c:pt>
                <c:pt idx="1015">
                  <c:v>44928</c:v>
                </c:pt>
                <c:pt idx="1016">
                  <c:v>44929</c:v>
                </c:pt>
                <c:pt idx="1017">
                  <c:v>44930</c:v>
                </c:pt>
                <c:pt idx="1018">
                  <c:v>44931</c:v>
                </c:pt>
                <c:pt idx="1019">
                  <c:v>44932</c:v>
                </c:pt>
                <c:pt idx="1020">
                  <c:v>44935</c:v>
                </c:pt>
                <c:pt idx="1021">
                  <c:v>44936</c:v>
                </c:pt>
                <c:pt idx="1022">
                  <c:v>44937</c:v>
                </c:pt>
                <c:pt idx="1023">
                  <c:v>44938</c:v>
                </c:pt>
                <c:pt idx="1024">
                  <c:v>44939</c:v>
                </c:pt>
                <c:pt idx="1025">
                  <c:v>44942</c:v>
                </c:pt>
                <c:pt idx="1026">
                  <c:v>44943</c:v>
                </c:pt>
                <c:pt idx="1027">
                  <c:v>44944</c:v>
                </c:pt>
                <c:pt idx="1028">
                  <c:v>44945</c:v>
                </c:pt>
                <c:pt idx="1029">
                  <c:v>44946</c:v>
                </c:pt>
                <c:pt idx="1030">
                  <c:v>44949</c:v>
                </c:pt>
                <c:pt idx="1031">
                  <c:v>44950</c:v>
                </c:pt>
                <c:pt idx="1032">
                  <c:v>44951</c:v>
                </c:pt>
                <c:pt idx="1033">
                  <c:v>44952</c:v>
                </c:pt>
                <c:pt idx="1034">
                  <c:v>44953</c:v>
                </c:pt>
                <c:pt idx="1035">
                  <c:v>44956</c:v>
                </c:pt>
                <c:pt idx="1036">
                  <c:v>44957</c:v>
                </c:pt>
                <c:pt idx="1037">
                  <c:v>44958</c:v>
                </c:pt>
                <c:pt idx="1038">
                  <c:v>44959</c:v>
                </c:pt>
                <c:pt idx="1039">
                  <c:v>44960</c:v>
                </c:pt>
                <c:pt idx="1040">
                  <c:v>44963</c:v>
                </c:pt>
                <c:pt idx="1041">
                  <c:v>44964</c:v>
                </c:pt>
                <c:pt idx="1042">
                  <c:v>44965</c:v>
                </c:pt>
                <c:pt idx="1043">
                  <c:v>44966</c:v>
                </c:pt>
                <c:pt idx="1044">
                  <c:v>44967</c:v>
                </c:pt>
                <c:pt idx="1045">
                  <c:v>44970</c:v>
                </c:pt>
                <c:pt idx="1046">
                  <c:v>44971</c:v>
                </c:pt>
                <c:pt idx="1047">
                  <c:v>44972</c:v>
                </c:pt>
                <c:pt idx="1048">
                  <c:v>44973</c:v>
                </c:pt>
                <c:pt idx="1049">
                  <c:v>44974</c:v>
                </c:pt>
                <c:pt idx="1050">
                  <c:v>44977</c:v>
                </c:pt>
                <c:pt idx="1051">
                  <c:v>44978</c:v>
                </c:pt>
                <c:pt idx="1052">
                  <c:v>44979</c:v>
                </c:pt>
                <c:pt idx="1053">
                  <c:v>44980</c:v>
                </c:pt>
                <c:pt idx="1054">
                  <c:v>44981</c:v>
                </c:pt>
                <c:pt idx="1055">
                  <c:v>44984</c:v>
                </c:pt>
                <c:pt idx="1056">
                  <c:v>44985</c:v>
                </c:pt>
                <c:pt idx="1057">
                  <c:v>44986</c:v>
                </c:pt>
                <c:pt idx="1058">
                  <c:v>44987</c:v>
                </c:pt>
                <c:pt idx="1059">
                  <c:v>44988</c:v>
                </c:pt>
                <c:pt idx="1060">
                  <c:v>44991</c:v>
                </c:pt>
                <c:pt idx="1061">
                  <c:v>44992</c:v>
                </c:pt>
                <c:pt idx="1062">
                  <c:v>44993</c:v>
                </c:pt>
                <c:pt idx="1063">
                  <c:v>44994</c:v>
                </c:pt>
                <c:pt idx="1064">
                  <c:v>44995</c:v>
                </c:pt>
                <c:pt idx="1065">
                  <c:v>44998</c:v>
                </c:pt>
                <c:pt idx="1066">
                  <c:v>44999</c:v>
                </c:pt>
                <c:pt idx="1067">
                  <c:v>45000</c:v>
                </c:pt>
                <c:pt idx="1068">
                  <c:v>45001</c:v>
                </c:pt>
                <c:pt idx="1069">
                  <c:v>45002</c:v>
                </c:pt>
                <c:pt idx="1070">
                  <c:v>45005</c:v>
                </c:pt>
                <c:pt idx="1071">
                  <c:v>45006</c:v>
                </c:pt>
                <c:pt idx="1072">
                  <c:v>45007</c:v>
                </c:pt>
                <c:pt idx="1073">
                  <c:v>45008</c:v>
                </c:pt>
                <c:pt idx="1074">
                  <c:v>45009</c:v>
                </c:pt>
                <c:pt idx="1075">
                  <c:v>45012</c:v>
                </c:pt>
                <c:pt idx="1076">
                  <c:v>45013</c:v>
                </c:pt>
                <c:pt idx="1077">
                  <c:v>45014</c:v>
                </c:pt>
                <c:pt idx="1078">
                  <c:v>45015</c:v>
                </c:pt>
                <c:pt idx="1079">
                  <c:v>45016</c:v>
                </c:pt>
                <c:pt idx="1080">
                  <c:v>45019</c:v>
                </c:pt>
                <c:pt idx="1081">
                  <c:v>45020</c:v>
                </c:pt>
                <c:pt idx="1082">
                  <c:v>45021</c:v>
                </c:pt>
                <c:pt idx="1083">
                  <c:v>45022</c:v>
                </c:pt>
                <c:pt idx="1084">
                  <c:v>45027</c:v>
                </c:pt>
                <c:pt idx="1085">
                  <c:v>45028</c:v>
                </c:pt>
                <c:pt idx="1086">
                  <c:v>45029</c:v>
                </c:pt>
                <c:pt idx="1087">
                  <c:v>45030</c:v>
                </c:pt>
                <c:pt idx="1088">
                  <c:v>45033</c:v>
                </c:pt>
                <c:pt idx="1089">
                  <c:v>45034</c:v>
                </c:pt>
                <c:pt idx="1090">
                  <c:v>45035</c:v>
                </c:pt>
                <c:pt idx="1091">
                  <c:v>45036</c:v>
                </c:pt>
                <c:pt idx="1092">
                  <c:v>45037</c:v>
                </c:pt>
                <c:pt idx="1093">
                  <c:v>45040</c:v>
                </c:pt>
                <c:pt idx="1094">
                  <c:v>45041</c:v>
                </c:pt>
                <c:pt idx="1095">
                  <c:v>45042</c:v>
                </c:pt>
                <c:pt idx="1096">
                  <c:v>45043</c:v>
                </c:pt>
                <c:pt idx="1097">
                  <c:v>45044</c:v>
                </c:pt>
                <c:pt idx="1098">
                  <c:v>45048</c:v>
                </c:pt>
                <c:pt idx="1099">
                  <c:v>45049</c:v>
                </c:pt>
                <c:pt idx="1100">
                  <c:v>45050</c:v>
                </c:pt>
                <c:pt idx="1101">
                  <c:v>45051</c:v>
                </c:pt>
                <c:pt idx="1102">
                  <c:v>45054</c:v>
                </c:pt>
                <c:pt idx="1103">
                  <c:v>45055</c:v>
                </c:pt>
                <c:pt idx="1104">
                  <c:v>45056</c:v>
                </c:pt>
                <c:pt idx="1105">
                  <c:v>45057</c:v>
                </c:pt>
                <c:pt idx="1106">
                  <c:v>45058</c:v>
                </c:pt>
                <c:pt idx="1107">
                  <c:v>45061</c:v>
                </c:pt>
                <c:pt idx="1108">
                  <c:v>45062</c:v>
                </c:pt>
                <c:pt idx="1109">
                  <c:v>45063</c:v>
                </c:pt>
                <c:pt idx="1110">
                  <c:v>45064</c:v>
                </c:pt>
                <c:pt idx="1111">
                  <c:v>45065</c:v>
                </c:pt>
                <c:pt idx="1112">
                  <c:v>45068</c:v>
                </c:pt>
                <c:pt idx="1113">
                  <c:v>45069</c:v>
                </c:pt>
                <c:pt idx="1114">
                  <c:v>45070</c:v>
                </c:pt>
                <c:pt idx="1115">
                  <c:v>45071</c:v>
                </c:pt>
                <c:pt idx="1116">
                  <c:v>45072</c:v>
                </c:pt>
                <c:pt idx="1117">
                  <c:v>45075</c:v>
                </c:pt>
                <c:pt idx="1118">
                  <c:v>45076</c:v>
                </c:pt>
                <c:pt idx="1119">
                  <c:v>45077</c:v>
                </c:pt>
                <c:pt idx="1120">
                  <c:v>45078</c:v>
                </c:pt>
                <c:pt idx="1121">
                  <c:v>45079</c:v>
                </c:pt>
                <c:pt idx="1122">
                  <c:v>45082</c:v>
                </c:pt>
                <c:pt idx="1123">
                  <c:v>45083</c:v>
                </c:pt>
                <c:pt idx="1124">
                  <c:v>45084</c:v>
                </c:pt>
                <c:pt idx="1125">
                  <c:v>45085</c:v>
                </c:pt>
                <c:pt idx="1126">
                  <c:v>45086</c:v>
                </c:pt>
                <c:pt idx="1127">
                  <c:v>45089</c:v>
                </c:pt>
                <c:pt idx="1128">
                  <c:v>45090</c:v>
                </c:pt>
                <c:pt idx="1129">
                  <c:v>45091</c:v>
                </c:pt>
                <c:pt idx="1130">
                  <c:v>45092</c:v>
                </c:pt>
                <c:pt idx="1131">
                  <c:v>45093</c:v>
                </c:pt>
                <c:pt idx="1132">
                  <c:v>45096</c:v>
                </c:pt>
                <c:pt idx="1133">
                  <c:v>45097</c:v>
                </c:pt>
                <c:pt idx="1134">
                  <c:v>45098</c:v>
                </c:pt>
                <c:pt idx="1135">
                  <c:v>45099</c:v>
                </c:pt>
                <c:pt idx="1136">
                  <c:v>45100</c:v>
                </c:pt>
                <c:pt idx="1137">
                  <c:v>45103</c:v>
                </c:pt>
                <c:pt idx="1138">
                  <c:v>45104</c:v>
                </c:pt>
                <c:pt idx="1139">
                  <c:v>45105</c:v>
                </c:pt>
                <c:pt idx="1140">
                  <c:v>45106</c:v>
                </c:pt>
                <c:pt idx="1141">
                  <c:v>45107</c:v>
                </c:pt>
                <c:pt idx="1142">
                  <c:v>45110</c:v>
                </c:pt>
                <c:pt idx="1143">
                  <c:v>45111</c:v>
                </c:pt>
                <c:pt idx="1144">
                  <c:v>45112</c:v>
                </c:pt>
                <c:pt idx="1145">
                  <c:v>45113</c:v>
                </c:pt>
                <c:pt idx="1146">
                  <c:v>45114</c:v>
                </c:pt>
                <c:pt idx="1147">
                  <c:v>45117</c:v>
                </c:pt>
                <c:pt idx="1148">
                  <c:v>45118</c:v>
                </c:pt>
                <c:pt idx="1149">
                  <c:v>45119</c:v>
                </c:pt>
                <c:pt idx="1150">
                  <c:v>45120</c:v>
                </c:pt>
                <c:pt idx="1151">
                  <c:v>45121</c:v>
                </c:pt>
                <c:pt idx="1152">
                  <c:v>45124</c:v>
                </c:pt>
                <c:pt idx="1153">
                  <c:v>45125</c:v>
                </c:pt>
                <c:pt idx="1154">
                  <c:v>45126</c:v>
                </c:pt>
                <c:pt idx="1155">
                  <c:v>45127</c:v>
                </c:pt>
                <c:pt idx="1156">
                  <c:v>45128</c:v>
                </c:pt>
                <c:pt idx="1157">
                  <c:v>45131</c:v>
                </c:pt>
                <c:pt idx="1158">
                  <c:v>45132</c:v>
                </c:pt>
                <c:pt idx="1159">
                  <c:v>45133</c:v>
                </c:pt>
                <c:pt idx="1160">
                  <c:v>45134</c:v>
                </c:pt>
                <c:pt idx="1161">
                  <c:v>45135</c:v>
                </c:pt>
                <c:pt idx="1162">
                  <c:v>45138</c:v>
                </c:pt>
                <c:pt idx="1163">
                  <c:v>45139</c:v>
                </c:pt>
                <c:pt idx="1164">
                  <c:v>45140</c:v>
                </c:pt>
                <c:pt idx="1165">
                  <c:v>45141</c:v>
                </c:pt>
                <c:pt idx="1166">
                  <c:v>45142</c:v>
                </c:pt>
                <c:pt idx="1167">
                  <c:v>45145</c:v>
                </c:pt>
                <c:pt idx="1168">
                  <c:v>45146</c:v>
                </c:pt>
                <c:pt idx="1169">
                  <c:v>45147</c:v>
                </c:pt>
                <c:pt idx="1170">
                  <c:v>45148</c:v>
                </c:pt>
                <c:pt idx="1171">
                  <c:v>45149</c:v>
                </c:pt>
                <c:pt idx="1172">
                  <c:v>45152</c:v>
                </c:pt>
                <c:pt idx="1173">
                  <c:v>45154</c:v>
                </c:pt>
                <c:pt idx="1174">
                  <c:v>45155</c:v>
                </c:pt>
                <c:pt idx="1175">
                  <c:v>45156</c:v>
                </c:pt>
                <c:pt idx="1176">
                  <c:v>45159</c:v>
                </c:pt>
                <c:pt idx="1177">
                  <c:v>45160</c:v>
                </c:pt>
                <c:pt idx="1178">
                  <c:v>45161</c:v>
                </c:pt>
                <c:pt idx="1179">
                  <c:v>45162</c:v>
                </c:pt>
                <c:pt idx="1180">
                  <c:v>45163</c:v>
                </c:pt>
                <c:pt idx="1181">
                  <c:v>45166</c:v>
                </c:pt>
                <c:pt idx="1182">
                  <c:v>45167</c:v>
                </c:pt>
                <c:pt idx="1183">
                  <c:v>45168</c:v>
                </c:pt>
                <c:pt idx="1184">
                  <c:v>45169</c:v>
                </c:pt>
                <c:pt idx="1185">
                  <c:v>45170</c:v>
                </c:pt>
                <c:pt idx="1186">
                  <c:v>45173</c:v>
                </c:pt>
                <c:pt idx="1187">
                  <c:v>45174</c:v>
                </c:pt>
                <c:pt idx="1188">
                  <c:v>45175</c:v>
                </c:pt>
                <c:pt idx="1189">
                  <c:v>45176</c:v>
                </c:pt>
                <c:pt idx="1190">
                  <c:v>45177</c:v>
                </c:pt>
                <c:pt idx="1191">
                  <c:v>45180</c:v>
                </c:pt>
                <c:pt idx="1192">
                  <c:v>45181</c:v>
                </c:pt>
                <c:pt idx="1193">
                  <c:v>45182</c:v>
                </c:pt>
                <c:pt idx="1194">
                  <c:v>45183</c:v>
                </c:pt>
                <c:pt idx="1195">
                  <c:v>45184</c:v>
                </c:pt>
                <c:pt idx="1196">
                  <c:v>45187</c:v>
                </c:pt>
                <c:pt idx="1197">
                  <c:v>45188</c:v>
                </c:pt>
                <c:pt idx="1198">
                  <c:v>45189</c:v>
                </c:pt>
                <c:pt idx="1199">
                  <c:v>45190</c:v>
                </c:pt>
                <c:pt idx="1200">
                  <c:v>45191</c:v>
                </c:pt>
                <c:pt idx="1201">
                  <c:v>45194</c:v>
                </c:pt>
                <c:pt idx="1202">
                  <c:v>45195</c:v>
                </c:pt>
                <c:pt idx="1203">
                  <c:v>45196</c:v>
                </c:pt>
                <c:pt idx="1204">
                  <c:v>45197</c:v>
                </c:pt>
                <c:pt idx="1205">
                  <c:v>45198</c:v>
                </c:pt>
                <c:pt idx="1206">
                  <c:v>45201</c:v>
                </c:pt>
                <c:pt idx="1207">
                  <c:v>45202</c:v>
                </c:pt>
                <c:pt idx="1208">
                  <c:v>45203</c:v>
                </c:pt>
                <c:pt idx="1209">
                  <c:v>45204</c:v>
                </c:pt>
                <c:pt idx="1210">
                  <c:v>45205</c:v>
                </c:pt>
                <c:pt idx="1211">
                  <c:v>45208</c:v>
                </c:pt>
                <c:pt idx="1212">
                  <c:v>45209</c:v>
                </c:pt>
                <c:pt idx="1213">
                  <c:v>45210</c:v>
                </c:pt>
                <c:pt idx="1214">
                  <c:v>45211</c:v>
                </c:pt>
                <c:pt idx="1215">
                  <c:v>45212</c:v>
                </c:pt>
                <c:pt idx="1216">
                  <c:v>45215</c:v>
                </c:pt>
                <c:pt idx="1217">
                  <c:v>45216</c:v>
                </c:pt>
                <c:pt idx="1218">
                  <c:v>45217</c:v>
                </c:pt>
                <c:pt idx="1219">
                  <c:v>45218</c:v>
                </c:pt>
                <c:pt idx="1220">
                  <c:v>45219</c:v>
                </c:pt>
                <c:pt idx="1221">
                  <c:v>45222</c:v>
                </c:pt>
                <c:pt idx="1222">
                  <c:v>45223</c:v>
                </c:pt>
                <c:pt idx="1223">
                  <c:v>45224</c:v>
                </c:pt>
                <c:pt idx="1224">
                  <c:v>45225</c:v>
                </c:pt>
                <c:pt idx="1225">
                  <c:v>45226</c:v>
                </c:pt>
                <c:pt idx="1226">
                  <c:v>45229</c:v>
                </c:pt>
                <c:pt idx="1227">
                  <c:v>45230</c:v>
                </c:pt>
                <c:pt idx="1228">
                  <c:v>45231</c:v>
                </c:pt>
                <c:pt idx="1229">
                  <c:v>45232</c:v>
                </c:pt>
                <c:pt idx="1230">
                  <c:v>45233</c:v>
                </c:pt>
                <c:pt idx="1231">
                  <c:v>45236</c:v>
                </c:pt>
                <c:pt idx="1232">
                  <c:v>45237</c:v>
                </c:pt>
                <c:pt idx="1233">
                  <c:v>45238</c:v>
                </c:pt>
                <c:pt idx="1234">
                  <c:v>45239</c:v>
                </c:pt>
                <c:pt idx="1235">
                  <c:v>45240</c:v>
                </c:pt>
                <c:pt idx="1236">
                  <c:v>45243</c:v>
                </c:pt>
                <c:pt idx="1237">
                  <c:v>45244</c:v>
                </c:pt>
                <c:pt idx="1238">
                  <c:v>45245</c:v>
                </c:pt>
                <c:pt idx="1239">
                  <c:v>45246</c:v>
                </c:pt>
                <c:pt idx="1240">
                  <c:v>45247</c:v>
                </c:pt>
                <c:pt idx="1241">
                  <c:v>45250</c:v>
                </c:pt>
                <c:pt idx="1242">
                  <c:v>45251</c:v>
                </c:pt>
                <c:pt idx="1243">
                  <c:v>45252</c:v>
                </c:pt>
                <c:pt idx="1244">
                  <c:v>45253</c:v>
                </c:pt>
                <c:pt idx="1245">
                  <c:v>45254</c:v>
                </c:pt>
                <c:pt idx="1246">
                  <c:v>45257</c:v>
                </c:pt>
                <c:pt idx="1247">
                  <c:v>45258</c:v>
                </c:pt>
                <c:pt idx="1248">
                  <c:v>45259</c:v>
                </c:pt>
                <c:pt idx="1249">
                  <c:v>45260</c:v>
                </c:pt>
                <c:pt idx="1250">
                  <c:v>45261</c:v>
                </c:pt>
                <c:pt idx="1251">
                  <c:v>45264</c:v>
                </c:pt>
                <c:pt idx="1252">
                  <c:v>45265</c:v>
                </c:pt>
                <c:pt idx="1253">
                  <c:v>45266</c:v>
                </c:pt>
                <c:pt idx="1254">
                  <c:v>45267</c:v>
                </c:pt>
                <c:pt idx="1255">
                  <c:v>45268</c:v>
                </c:pt>
                <c:pt idx="1256">
                  <c:v>45271</c:v>
                </c:pt>
                <c:pt idx="1257">
                  <c:v>45272</c:v>
                </c:pt>
                <c:pt idx="1258">
                  <c:v>45273</c:v>
                </c:pt>
                <c:pt idx="1259">
                  <c:v>45274</c:v>
                </c:pt>
                <c:pt idx="1260">
                  <c:v>45275</c:v>
                </c:pt>
                <c:pt idx="1261">
                  <c:v>45278</c:v>
                </c:pt>
                <c:pt idx="1262">
                  <c:v>45279</c:v>
                </c:pt>
                <c:pt idx="1263">
                  <c:v>45280</c:v>
                </c:pt>
                <c:pt idx="1264">
                  <c:v>45281</c:v>
                </c:pt>
                <c:pt idx="1265">
                  <c:v>45282</c:v>
                </c:pt>
                <c:pt idx="1266">
                  <c:v>45287</c:v>
                </c:pt>
                <c:pt idx="1267">
                  <c:v>45288</c:v>
                </c:pt>
                <c:pt idx="1268">
                  <c:v>45289</c:v>
                </c:pt>
              </c:numCache>
            </c:numRef>
          </c:cat>
          <c:val>
            <c:numRef>
              <c:f>Volatilità!$B$2:$B$1270</c:f>
              <c:numCache>
                <c:formatCode>_("€"* #,##0.00_);_("€"* \(#,##0.00\);_("€"* "-"??_);_(@_)</c:formatCode>
                <c:ptCount val="1269"/>
                <c:pt idx="0">
                  <c:v>86.52</c:v>
                </c:pt>
                <c:pt idx="1">
                  <c:v>85.6</c:v>
                </c:pt>
                <c:pt idx="2">
                  <c:v>89.4</c:v>
                </c:pt>
                <c:pt idx="3">
                  <c:v>91.32</c:v>
                </c:pt>
                <c:pt idx="4">
                  <c:v>94.14</c:v>
                </c:pt>
                <c:pt idx="5">
                  <c:v>96.7</c:v>
                </c:pt>
                <c:pt idx="6">
                  <c:v>96.36</c:v>
                </c:pt>
                <c:pt idx="7">
                  <c:v>96.76</c:v>
                </c:pt>
                <c:pt idx="8">
                  <c:v>96.36</c:v>
                </c:pt>
                <c:pt idx="9">
                  <c:v>98.28</c:v>
                </c:pt>
                <c:pt idx="10">
                  <c:v>99.26</c:v>
                </c:pt>
                <c:pt idx="11">
                  <c:v>99.52</c:v>
                </c:pt>
                <c:pt idx="12">
                  <c:v>99.5</c:v>
                </c:pt>
                <c:pt idx="13">
                  <c:v>100.5</c:v>
                </c:pt>
                <c:pt idx="14">
                  <c:v>98.42</c:v>
                </c:pt>
                <c:pt idx="15">
                  <c:v>96.84</c:v>
                </c:pt>
                <c:pt idx="16">
                  <c:v>99.04</c:v>
                </c:pt>
                <c:pt idx="17">
                  <c:v>97.98</c:v>
                </c:pt>
                <c:pt idx="18">
                  <c:v>95.7</c:v>
                </c:pt>
                <c:pt idx="19">
                  <c:v>96.1</c:v>
                </c:pt>
                <c:pt idx="20">
                  <c:v>97.82</c:v>
                </c:pt>
                <c:pt idx="21">
                  <c:v>108.6</c:v>
                </c:pt>
                <c:pt idx="22">
                  <c:v>110.6</c:v>
                </c:pt>
                <c:pt idx="23">
                  <c:v>110.35</c:v>
                </c:pt>
                <c:pt idx="24">
                  <c:v>112.25</c:v>
                </c:pt>
                <c:pt idx="25">
                  <c:v>111.85</c:v>
                </c:pt>
                <c:pt idx="26">
                  <c:v>109</c:v>
                </c:pt>
                <c:pt idx="27">
                  <c:v>108.95</c:v>
                </c:pt>
                <c:pt idx="28">
                  <c:v>109.55</c:v>
                </c:pt>
                <c:pt idx="29">
                  <c:v>111.1</c:v>
                </c:pt>
                <c:pt idx="30">
                  <c:v>110.75</c:v>
                </c:pt>
                <c:pt idx="31">
                  <c:v>110.35</c:v>
                </c:pt>
                <c:pt idx="32">
                  <c:v>111.3</c:v>
                </c:pt>
                <c:pt idx="33">
                  <c:v>111.35</c:v>
                </c:pt>
                <c:pt idx="34">
                  <c:v>111.2</c:v>
                </c:pt>
                <c:pt idx="35">
                  <c:v>110.9</c:v>
                </c:pt>
                <c:pt idx="36">
                  <c:v>111.3</c:v>
                </c:pt>
                <c:pt idx="37">
                  <c:v>111.1</c:v>
                </c:pt>
                <c:pt idx="38">
                  <c:v>112.15</c:v>
                </c:pt>
                <c:pt idx="39">
                  <c:v>113.6</c:v>
                </c:pt>
                <c:pt idx="40">
                  <c:v>112.65</c:v>
                </c:pt>
                <c:pt idx="41">
                  <c:v>113.15</c:v>
                </c:pt>
                <c:pt idx="42">
                  <c:v>114.7</c:v>
                </c:pt>
                <c:pt idx="43">
                  <c:v>115.9</c:v>
                </c:pt>
                <c:pt idx="44">
                  <c:v>115.75</c:v>
                </c:pt>
                <c:pt idx="45">
                  <c:v>114.9</c:v>
                </c:pt>
                <c:pt idx="46">
                  <c:v>114.7</c:v>
                </c:pt>
                <c:pt idx="47">
                  <c:v>114</c:v>
                </c:pt>
                <c:pt idx="48">
                  <c:v>115.7</c:v>
                </c:pt>
                <c:pt idx="49">
                  <c:v>115.4</c:v>
                </c:pt>
                <c:pt idx="50">
                  <c:v>114.8</c:v>
                </c:pt>
                <c:pt idx="51">
                  <c:v>115.75</c:v>
                </c:pt>
                <c:pt idx="52">
                  <c:v>116.6</c:v>
                </c:pt>
                <c:pt idx="53">
                  <c:v>116.35</c:v>
                </c:pt>
                <c:pt idx="54">
                  <c:v>116.65</c:v>
                </c:pt>
                <c:pt idx="55">
                  <c:v>115.55</c:v>
                </c:pt>
                <c:pt idx="56">
                  <c:v>116.1</c:v>
                </c:pt>
                <c:pt idx="57">
                  <c:v>114.4</c:v>
                </c:pt>
                <c:pt idx="58">
                  <c:v>115.9</c:v>
                </c:pt>
                <c:pt idx="59">
                  <c:v>117.8</c:v>
                </c:pt>
                <c:pt idx="60">
                  <c:v>118.35</c:v>
                </c:pt>
                <c:pt idx="61">
                  <c:v>118</c:v>
                </c:pt>
                <c:pt idx="62">
                  <c:v>119.5</c:v>
                </c:pt>
                <c:pt idx="63">
                  <c:v>120.8</c:v>
                </c:pt>
                <c:pt idx="64">
                  <c:v>121.15</c:v>
                </c:pt>
                <c:pt idx="65">
                  <c:v>121.55</c:v>
                </c:pt>
                <c:pt idx="66">
                  <c:v>121.6</c:v>
                </c:pt>
                <c:pt idx="67">
                  <c:v>121.8</c:v>
                </c:pt>
                <c:pt idx="68">
                  <c:v>121.55</c:v>
                </c:pt>
                <c:pt idx="69">
                  <c:v>120.9</c:v>
                </c:pt>
                <c:pt idx="70">
                  <c:v>121.35</c:v>
                </c:pt>
                <c:pt idx="71">
                  <c:v>121.4</c:v>
                </c:pt>
                <c:pt idx="72">
                  <c:v>122.6</c:v>
                </c:pt>
                <c:pt idx="73">
                  <c:v>120.95</c:v>
                </c:pt>
                <c:pt idx="74">
                  <c:v>121.8</c:v>
                </c:pt>
                <c:pt idx="75">
                  <c:v>120.9</c:v>
                </c:pt>
                <c:pt idx="76">
                  <c:v>123.1</c:v>
                </c:pt>
                <c:pt idx="77">
                  <c:v>123.5</c:v>
                </c:pt>
                <c:pt idx="78">
                  <c:v>122.4</c:v>
                </c:pt>
                <c:pt idx="79">
                  <c:v>121.7</c:v>
                </c:pt>
                <c:pt idx="80">
                  <c:v>120.9</c:v>
                </c:pt>
                <c:pt idx="81">
                  <c:v>120.9</c:v>
                </c:pt>
                <c:pt idx="82">
                  <c:v>120.75</c:v>
                </c:pt>
                <c:pt idx="83">
                  <c:v>120.6</c:v>
                </c:pt>
                <c:pt idx="84">
                  <c:v>119.8</c:v>
                </c:pt>
                <c:pt idx="85">
                  <c:v>118.4</c:v>
                </c:pt>
                <c:pt idx="86">
                  <c:v>123</c:v>
                </c:pt>
                <c:pt idx="87">
                  <c:v>126.25</c:v>
                </c:pt>
                <c:pt idx="88">
                  <c:v>124.95</c:v>
                </c:pt>
                <c:pt idx="89">
                  <c:v>124.7</c:v>
                </c:pt>
                <c:pt idx="90">
                  <c:v>122.45</c:v>
                </c:pt>
                <c:pt idx="91">
                  <c:v>126.5</c:v>
                </c:pt>
                <c:pt idx="92">
                  <c:v>128</c:v>
                </c:pt>
                <c:pt idx="93">
                  <c:v>128.94999999999999</c:v>
                </c:pt>
                <c:pt idx="94">
                  <c:v>128.55000000000001</c:v>
                </c:pt>
                <c:pt idx="95">
                  <c:v>126.65</c:v>
                </c:pt>
                <c:pt idx="96">
                  <c:v>128.44999999999999</c:v>
                </c:pt>
                <c:pt idx="97">
                  <c:v>128.15</c:v>
                </c:pt>
                <c:pt idx="98">
                  <c:v>126.85</c:v>
                </c:pt>
                <c:pt idx="99">
                  <c:v>128</c:v>
                </c:pt>
                <c:pt idx="100">
                  <c:v>127.85</c:v>
                </c:pt>
                <c:pt idx="101">
                  <c:v>129.05000000000001</c:v>
                </c:pt>
                <c:pt idx="102">
                  <c:v>127.3</c:v>
                </c:pt>
                <c:pt idx="103">
                  <c:v>128</c:v>
                </c:pt>
                <c:pt idx="104">
                  <c:v>127.6</c:v>
                </c:pt>
                <c:pt idx="105">
                  <c:v>127.35</c:v>
                </c:pt>
                <c:pt idx="106">
                  <c:v>127.6</c:v>
                </c:pt>
                <c:pt idx="107">
                  <c:v>128.80000000000001</c:v>
                </c:pt>
                <c:pt idx="108">
                  <c:v>131.19999999999999</c:v>
                </c:pt>
                <c:pt idx="109">
                  <c:v>132.85</c:v>
                </c:pt>
                <c:pt idx="110">
                  <c:v>136.30000000000001</c:v>
                </c:pt>
                <c:pt idx="111">
                  <c:v>136.75</c:v>
                </c:pt>
                <c:pt idx="112">
                  <c:v>136.55000000000001</c:v>
                </c:pt>
                <c:pt idx="113">
                  <c:v>136</c:v>
                </c:pt>
                <c:pt idx="114">
                  <c:v>136.9</c:v>
                </c:pt>
                <c:pt idx="115">
                  <c:v>141.4</c:v>
                </c:pt>
                <c:pt idx="116">
                  <c:v>139.80000000000001</c:v>
                </c:pt>
                <c:pt idx="117">
                  <c:v>143</c:v>
                </c:pt>
                <c:pt idx="118">
                  <c:v>143.25</c:v>
                </c:pt>
                <c:pt idx="119">
                  <c:v>143.1</c:v>
                </c:pt>
                <c:pt idx="120">
                  <c:v>141.55000000000001</c:v>
                </c:pt>
                <c:pt idx="121">
                  <c:v>139.80000000000001</c:v>
                </c:pt>
                <c:pt idx="122">
                  <c:v>140.80000000000001</c:v>
                </c:pt>
                <c:pt idx="123">
                  <c:v>142.80000000000001</c:v>
                </c:pt>
                <c:pt idx="124">
                  <c:v>144.05000000000001</c:v>
                </c:pt>
                <c:pt idx="125">
                  <c:v>146.05000000000001</c:v>
                </c:pt>
                <c:pt idx="126">
                  <c:v>148.6</c:v>
                </c:pt>
                <c:pt idx="127">
                  <c:v>148.19999999999999</c:v>
                </c:pt>
                <c:pt idx="128">
                  <c:v>147.30000000000001</c:v>
                </c:pt>
                <c:pt idx="129">
                  <c:v>148.30000000000001</c:v>
                </c:pt>
                <c:pt idx="130">
                  <c:v>147.15</c:v>
                </c:pt>
                <c:pt idx="131">
                  <c:v>148.4</c:v>
                </c:pt>
                <c:pt idx="132">
                  <c:v>147.85</c:v>
                </c:pt>
                <c:pt idx="133">
                  <c:v>148</c:v>
                </c:pt>
                <c:pt idx="134">
                  <c:v>149.30000000000001</c:v>
                </c:pt>
                <c:pt idx="135">
                  <c:v>151.30000000000001</c:v>
                </c:pt>
                <c:pt idx="136">
                  <c:v>150.35</c:v>
                </c:pt>
                <c:pt idx="137">
                  <c:v>149.55000000000001</c:v>
                </c:pt>
                <c:pt idx="138">
                  <c:v>148.65</c:v>
                </c:pt>
                <c:pt idx="139">
                  <c:v>149.30000000000001</c:v>
                </c:pt>
                <c:pt idx="140">
                  <c:v>151</c:v>
                </c:pt>
                <c:pt idx="141">
                  <c:v>150</c:v>
                </c:pt>
                <c:pt idx="142">
                  <c:v>149</c:v>
                </c:pt>
                <c:pt idx="143">
                  <c:v>148.55000000000001</c:v>
                </c:pt>
                <c:pt idx="144">
                  <c:v>147.6</c:v>
                </c:pt>
                <c:pt idx="145">
                  <c:v>144.19999999999999</c:v>
                </c:pt>
                <c:pt idx="146">
                  <c:v>145.65</c:v>
                </c:pt>
                <c:pt idx="147">
                  <c:v>149.4</c:v>
                </c:pt>
                <c:pt idx="148">
                  <c:v>142.9</c:v>
                </c:pt>
                <c:pt idx="149">
                  <c:v>140.85</c:v>
                </c:pt>
                <c:pt idx="150">
                  <c:v>138.05000000000001</c:v>
                </c:pt>
                <c:pt idx="151">
                  <c:v>140.30000000000001</c:v>
                </c:pt>
                <c:pt idx="152">
                  <c:v>143.1</c:v>
                </c:pt>
                <c:pt idx="153">
                  <c:v>140.1</c:v>
                </c:pt>
                <c:pt idx="154">
                  <c:v>141.9</c:v>
                </c:pt>
                <c:pt idx="155">
                  <c:v>143.6</c:v>
                </c:pt>
                <c:pt idx="156">
                  <c:v>140.19999999999999</c:v>
                </c:pt>
                <c:pt idx="157">
                  <c:v>140.05000000000001</c:v>
                </c:pt>
                <c:pt idx="158">
                  <c:v>141.69999999999999</c:v>
                </c:pt>
                <c:pt idx="159">
                  <c:v>139.55000000000001</c:v>
                </c:pt>
                <c:pt idx="160">
                  <c:v>141.80000000000001</c:v>
                </c:pt>
                <c:pt idx="161">
                  <c:v>139.80000000000001</c:v>
                </c:pt>
                <c:pt idx="162">
                  <c:v>137.94999999999999</c:v>
                </c:pt>
                <c:pt idx="163">
                  <c:v>140.75</c:v>
                </c:pt>
                <c:pt idx="164">
                  <c:v>144.94999999999999</c:v>
                </c:pt>
                <c:pt idx="165">
                  <c:v>142.69999999999999</c:v>
                </c:pt>
                <c:pt idx="166">
                  <c:v>143.75</c:v>
                </c:pt>
                <c:pt idx="167">
                  <c:v>143.19999999999999</c:v>
                </c:pt>
                <c:pt idx="168">
                  <c:v>143.85</c:v>
                </c:pt>
                <c:pt idx="169">
                  <c:v>144.80000000000001</c:v>
                </c:pt>
                <c:pt idx="170">
                  <c:v>145.55000000000001</c:v>
                </c:pt>
                <c:pt idx="171">
                  <c:v>146.80000000000001</c:v>
                </c:pt>
                <c:pt idx="172">
                  <c:v>148.5</c:v>
                </c:pt>
                <c:pt idx="173">
                  <c:v>146.30000000000001</c:v>
                </c:pt>
                <c:pt idx="174">
                  <c:v>137.55000000000001</c:v>
                </c:pt>
                <c:pt idx="175">
                  <c:v>138.85</c:v>
                </c:pt>
                <c:pt idx="176">
                  <c:v>139.19999999999999</c:v>
                </c:pt>
                <c:pt idx="177">
                  <c:v>138.85</c:v>
                </c:pt>
                <c:pt idx="178">
                  <c:v>137.19999999999999</c:v>
                </c:pt>
                <c:pt idx="179">
                  <c:v>138.85</c:v>
                </c:pt>
                <c:pt idx="180">
                  <c:v>139.6</c:v>
                </c:pt>
                <c:pt idx="181">
                  <c:v>139.55000000000001</c:v>
                </c:pt>
                <c:pt idx="182">
                  <c:v>138.69999999999999</c:v>
                </c:pt>
                <c:pt idx="183">
                  <c:v>138.44999999999999</c:v>
                </c:pt>
                <c:pt idx="184">
                  <c:v>137.05000000000001</c:v>
                </c:pt>
                <c:pt idx="185">
                  <c:v>136.35</c:v>
                </c:pt>
                <c:pt idx="186">
                  <c:v>138.30000000000001</c:v>
                </c:pt>
                <c:pt idx="187">
                  <c:v>140.25</c:v>
                </c:pt>
                <c:pt idx="188">
                  <c:v>141.55000000000001</c:v>
                </c:pt>
                <c:pt idx="189">
                  <c:v>138.69999999999999</c:v>
                </c:pt>
                <c:pt idx="190">
                  <c:v>133.25</c:v>
                </c:pt>
                <c:pt idx="191">
                  <c:v>136.69999999999999</c:v>
                </c:pt>
                <c:pt idx="192">
                  <c:v>136.55000000000001</c:v>
                </c:pt>
                <c:pt idx="193">
                  <c:v>134.80000000000001</c:v>
                </c:pt>
                <c:pt idx="194">
                  <c:v>135.75</c:v>
                </c:pt>
                <c:pt idx="195">
                  <c:v>136.4</c:v>
                </c:pt>
                <c:pt idx="196">
                  <c:v>139.9</c:v>
                </c:pt>
                <c:pt idx="197">
                  <c:v>140.25</c:v>
                </c:pt>
                <c:pt idx="198">
                  <c:v>142.30000000000001</c:v>
                </c:pt>
                <c:pt idx="199">
                  <c:v>145.15</c:v>
                </c:pt>
                <c:pt idx="200">
                  <c:v>142.69999999999999</c:v>
                </c:pt>
                <c:pt idx="201">
                  <c:v>140.05000000000001</c:v>
                </c:pt>
                <c:pt idx="202">
                  <c:v>140</c:v>
                </c:pt>
                <c:pt idx="203">
                  <c:v>140.5</c:v>
                </c:pt>
                <c:pt idx="204">
                  <c:v>137.30000000000001</c:v>
                </c:pt>
                <c:pt idx="205">
                  <c:v>139.75</c:v>
                </c:pt>
                <c:pt idx="206">
                  <c:v>140.25</c:v>
                </c:pt>
                <c:pt idx="207">
                  <c:v>142.15</c:v>
                </c:pt>
                <c:pt idx="208">
                  <c:v>142</c:v>
                </c:pt>
                <c:pt idx="209">
                  <c:v>142.44999999999999</c:v>
                </c:pt>
                <c:pt idx="210">
                  <c:v>143.44999999999999</c:v>
                </c:pt>
                <c:pt idx="211">
                  <c:v>144.44999999999999</c:v>
                </c:pt>
                <c:pt idx="212">
                  <c:v>153.85</c:v>
                </c:pt>
                <c:pt idx="213">
                  <c:v>149.75</c:v>
                </c:pt>
                <c:pt idx="214">
                  <c:v>149.80000000000001</c:v>
                </c:pt>
                <c:pt idx="215">
                  <c:v>150.15</c:v>
                </c:pt>
                <c:pt idx="216">
                  <c:v>149.6</c:v>
                </c:pt>
                <c:pt idx="217">
                  <c:v>148.69999999999999</c:v>
                </c:pt>
                <c:pt idx="218">
                  <c:v>149.65</c:v>
                </c:pt>
                <c:pt idx="219">
                  <c:v>148.94999999999999</c:v>
                </c:pt>
                <c:pt idx="220">
                  <c:v>149.69999999999999</c:v>
                </c:pt>
                <c:pt idx="221">
                  <c:v>151.05000000000001</c:v>
                </c:pt>
                <c:pt idx="222">
                  <c:v>149.25</c:v>
                </c:pt>
                <c:pt idx="223">
                  <c:v>147.9</c:v>
                </c:pt>
                <c:pt idx="224">
                  <c:v>149.25</c:v>
                </c:pt>
                <c:pt idx="225">
                  <c:v>150</c:v>
                </c:pt>
                <c:pt idx="226">
                  <c:v>149.44999999999999</c:v>
                </c:pt>
                <c:pt idx="227">
                  <c:v>151.69999999999999</c:v>
                </c:pt>
                <c:pt idx="228">
                  <c:v>153.94999999999999</c:v>
                </c:pt>
                <c:pt idx="229">
                  <c:v>155.1</c:v>
                </c:pt>
                <c:pt idx="230">
                  <c:v>153.35</c:v>
                </c:pt>
                <c:pt idx="231">
                  <c:v>153.4</c:v>
                </c:pt>
                <c:pt idx="232">
                  <c:v>148.19999999999999</c:v>
                </c:pt>
                <c:pt idx="233">
                  <c:v>151.1</c:v>
                </c:pt>
                <c:pt idx="234">
                  <c:v>151.55000000000001</c:v>
                </c:pt>
                <c:pt idx="235">
                  <c:v>150.80000000000001</c:v>
                </c:pt>
                <c:pt idx="236">
                  <c:v>150.80000000000001</c:v>
                </c:pt>
                <c:pt idx="237">
                  <c:v>147.9</c:v>
                </c:pt>
                <c:pt idx="238">
                  <c:v>149.1</c:v>
                </c:pt>
                <c:pt idx="239">
                  <c:v>149</c:v>
                </c:pt>
                <c:pt idx="240">
                  <c:v>149.75</c:v>
                </c:pt>
                <c:pt idx="241">
                  <c:v>147.5</c:v>
                </c:pt>
                <c:pt idx="242">
                  <c:v>148.15</c:v>
                </c:pt>
                <c:pt idx="243">
                  <c:v>149.80000000000001</c:v>
                </c:pt>
                <c:pt idx="244">
                  <c:v>150</c:v>
                </c:pt>
                <c:pt idx="245">
                  <c:v>149.85</c:v>
                </c:pt>
                <c:pt idx="246">
                  <c:v>151</c:v>
                </c:pt>
                <c:pt idx="247">
                  <c:v>152.1</c:v>
                </c:pt>
                <c:pt idx="248">
                  <c:v>152</c:v>
                </c:pt>
                <c:pt idx="249">
                  <c:v>147.9</c:v>
                </c:pt>
                <c:pt idx="250">
                  <c:v>149.55000000000001</c:v>
                </c:pt>
                <c:pt idx="251">
                  <c:v>149.5</c:v>
                </c:pt>
                <c:pt idx="252">
                  <c:v>148.19999999999999</c:v>
                </c:pt>
                <c:pt idx="253">
                  <c:v>148.80000000000001</c:v>
                </c:pt>
                <c:pt idx="254">
                  <c:v>151.6</c:v>
                </c:pt>
                <c:pt idx="255">
                  <c:v>152.75</c:v>
                </c:pt>
                <c:pt idx="256">
                  <c:v>156</c:v>
                </c:pt>
                <c:pt idx="257">
                  <c:v>155.65</c:v>
                </c:pt>
                <c:pt idx="258">
                  <c:v>156.25</c:v>
                </c:pt>
                <c:pt idx="259">
                  <c:v>155.19999999999999</c:v>
                </c:pt>
                <c:pt idx="260">
                  <c:v>154.25</c:v>
                </c:pt>
                <c:pt idx="261">
                  <c:v>157.1</c:v>
                </c:pt>
                <c:pt idx="262">
                  <c:v>157.25</c:v>
                </c:pt>
                <c:pt idx="263">
                  <c:v>155.1</c:v>
                </c:pt>
                <c:pt idx="264">
                  <c:v>156.55000000000001</c:v>
                </c:pt>
                <c:pt idx="265">
                  <c:v>155.30000000000001</c:v>
                </c:pt>
                <c:pt idx="266">
                  <c:v>157</c:v>
                </c:pt>
                <c:pt idx="267">
                  <c:v>151.19999999999999</c:v>
                </c:pt>
                <c:pt idx="268">
                  <c:v>156.35</c:v>
                </c:pt>
                <c:pt idx="269">
                  <c:v>156.6</c:v>
                </c:pt>
                <c:pt idx="270">
                  <c:v>154.4</c:v>
                </c:pt>
                <c:pt idx="271">
                  <c:v>152.5</c:v>
                </c:pt>
                <c:pt idx="272">
                  <c:v>154.25</c:v>
                </c:pt>
                <c:pt idx="273">
                  <c:v>150.69999999999999</c:v>
                </c:pt>
                <c:pt idx="274">
                  <c:v>153.30000000000001</c:v>
                </c:pt>
                <c:pt idx="275">
                  <c:v>153.4</c:v>
                </c:pt>
                <c:pt idx="276">
                  <c:v>153.15</c:v>
                </c:pt>
                <c:pt idx="277">
                  <c:v>153.25</c:v>
                </c:pt>
                <c:pt idx="278">
                  <c:v>156.6</c:v>
                </c:pt>
                <c:pt idx="279">
                  <c:v>159.55000000000001</c:v>
                </c:pt>
                <c:pt idx="280">
                  <c:v>158.65</c:v>
                </c:pt>
                <c:pt idx="281">
                  <c:v>159.75</c:v>
                </c:pt>
                <c:pt idx="282">
                  <c:v>163.25</c:v>
                </c:pt>
                <c:pt idx="283">
                  <c:v>164.95</c:v>
                </c:pt>
                <c:pt idx="284">
                  <c:v>167.2</c:v>
                </c:pt>
                <c:pt idx="285">
                  <c:v>164.15</c:v>
                </c:pt>
                <c:pt idx="286">
                  <c:v>159.80000000000001</c:v>
                </c:pt>
                <c:pt idx="287">
                  <c:v>151.30000000000001</c:v>
                </c:pt>
                <c:pt idx="288">
                  <c:v>151</c:v>
                </c:pt>
                <c:pt idx="289">
                  <c:v>150.15</c:v>
                </c:pt>
                <c:pt idx="290">
                  <c:v>144.5</c:v>
                </c:pt>
                <c:pt idx="291">
                  <c:v>141.55000000000001</c:v>
                </c:pt>
                <c:pt idx="292">
                  <c:v>141.15</c:v>
                </c:pt>
                <c:pt idx="293">
                  <c:v>143.30000000000001</c:v>
                </c:pt>
                <c:pt idx="294">
                  <c:v>142</c:v>
                </c:pt>
                <c:pt idx="295">
                  <c:v>139.94999999999999</c:v>
                </c:pt>
                <c:pt idx="296">
                  <c:v>135</c:v>
                </c:pt>
                <c:pt idx="297">
                  <c:v>124.7</c:v>
                </c:pt>
                <c:pt idx="298">
                  <c:v>125.5</c:v>
                </c:pt>
                <c:pt idx="299">
                  <c:v>129.15</c:v>
                </c:pt>
                <c:pt idx="300">
                  <c:v>115.9</c:v>
                </c:pt>
                <c:pt idx="301">
                  <c:v>123.2</c:v>
                </c:pt>
                <c:pt idx="302">
                  <c:v>122</c:v>
                </c:pt>
                <c:pt idx="303">
                  <c:v>126.15</c:v>
                </c:pt>
                <c:pt idx="304">
                  <c:v>127.5</c:v>
                </c:pt>
                <c:pt idx="305">
                  <c:v>130.4</c:v>
                </c:pt>
                <c:pt idx="306">
                  <c:v>131</c:v>
                </c:pt>
                <c:pt idx="307">
                  <c:v>125.2</c:v>
                </c:pt>
                <c:pt idx="308">
                  <c:v>138.6</c:v>
                </c:pt>
                <c:pt idx="309">
                  <c:v>139.9</c:v>
                </c:pt>
                <c:pt idx="310">
                  <c:v>141.19999999999999</c:v>
                </c:pt>
                <c:pt idx="311">
                  <c:v>137.6</c:v>
                </c:pt>
                <c:pt idx="312">
                  <c:v>139.15</c:v>
                </c:pt>
                <c:pt idx="313">
                  <c:v>141.55000000000001</c:v>
                </c:pt>
                <c:pt idx="314">
                  <c:v>136.65</c:v>
                </c:pt>
                <c:pt idx="315">
                  <c:v>135.35</c:v>
                </c:pt>
                <c:pt idx="316">
                  <c:v>126.4</c:v>
                </c:pt>
                <c:pt idx="317">
                  <c:v>132.5</c:v>
                </c:pt>
                <c:pt idx="318">
                  <c:v>136.35</c:v>
                </c:pt>
                <c:pt idx="319">
                  <c:v>141.25</c:v>
                </c:pt>
                <c:pt idx="320">
                  <c:v>140.6</c:v>
                </c:pt>
                <c:pt idx="321">
                  <c:v>141.44999999999999</c:v>
                </c:pt>
                <c:pt idx="322">
                  <c:v>137.6</c:v>
                </c:pt>
                <c:pt idx="323">
                  <c:v>142.94999999999999</c:v>
                </c:pt>
                <c:pt idx="324">
                  <c:v>148.6</c:v>
                </c:pt>
                <c:pt idx="325">
                  <c:v>145.6</c:v>
                </c:pt>
                <c:pt idx="326">
                  <c:v>142.6</c:v>
                </c:pt>
                <c:pt idx="327">
                  <c:v>145.30000000000001</c:v>
                </c:pt>
                <c:pt idx="328">
                  <c:v>146.55000000000001</c:v>
                </c:pt>
                <c:pt idx="329">
                  <c:v>144.05000000000001</c:v>
                </c:pt>
                <c:pt idx="330">
                  <c:v>147</c:v>
                </c:pt>
                <c:pt idx="331">
                  <c:v>145.9</c:v>
                </c:pt>
                <c:pt idx="332">
                  <c:v>146.35</c:v>
                </c:pt>
                <c:pt idx="333">
                  <c:v>143.4</c:v>
                </c:pt>
                <c:pt idx="334">
                  <c:v>145.5</c:v>
                </c:pt>
                <c:pt idx="335">
                  <c:v>144.6</c:v>
                </c:pt>
                <c:pt idx="336">
                  <c:v>146.5</c:v>
                </c:pt>
                <c:pt idx="337">
                  <c:v>145.65</c:v>
                </c:pt>
                <c:pt idx="338">
                  <c:v>146.44999999999999</c:v>
                </c:pt>
                <c:pt idx="339">
                  <c:v>147.65</c:v>
                </c:pt>
                <c:pt idx="340">
                  <c:v>146.15</c:v>
                </c:pt>
                <c:pt idx="341">
                  <c:v>144</c:v>
                </c:pt>
                <c:pt idx="342">
                  <c:v>142.19999999999999</c:v>
                </c:pt>
                <c:pt idx="343">
                  <c:v>144.9</c:v>
                </c:pt>
                <c:pt idx="344">
                  <c:v>150.15</c:v>
                </c:pt>
                <c:pt idx="345">
                  <c:v>146.1</c:v>
                </c:pt>
                <c:pt idx="346">
                  <c:v>145.25</c:v>
                </c:pt>
                <c:pt idx="347">
                  <c:v>144.6</c:v>
                </c:pt>
                <c:pt idx="348">
                  <c:v>146.80000000000001</c:v>
                </c:pt>
                <c:pt idx="349">
                  <c:v>149.4</c:v>
                </c:pt>
                <c:pt idx="350">
                  <c:v>149.4</c:v>
                </c:pt>
                <c:pt idx="351">
                  <c:v>147.65</c:v>
                </c:pt>
                <c:pt idx="352">
                  <c:v>151.80000000000001</c:v>
                </c:pt>
                <c:pt idx="353">
                  <c:v>151.9</c:v>
                </c:pt>
                <c:pt idx="354">
                  <c:v>152.5</c:v>
                </c:pt>
                <c:pt idx="355">
                  <c:v>157.05000000000001</c:v>
                </c:pt>
                <c:pt idx="356">
                  <c:v>155.19999999999999</c:v>
                </c:pt>
                <c:pt idx="357">
                  <c:v>153.9</c:v>
                </c:pt>
                <c:pt idx="358">
                  <c:v>151.6</c:v>
                </c:pt>
                <c:pt idx="359">
                  <c:v>153.35</c:v>
                </c:pt>
                <c:pt idx="360">
                  <c:v>154.5</c:v>
                </c:pt>
                <c:pt idx="361">
                  <c:v>148.94999999999999</c:v>
                </c:pt>
                <c:pt idx="362">
                  <c:v>148.65</c:v>
                </c:pt>
                <c:pt idx="363">
                  <c:v>148.19999999999999</c:v>
                </c:pt>
                <c:pt idx="364">
                  <c:v>152.19999999999999</c:v>
                </c:pt>
                <c:pt idx="365">
                  <c:v>150.9</c:v>
                </c:pt>
                <c:pt idx="366">
                  <c:v>150.69999999999999</c:v>
                </c:pt>
                <c:pt idx="367">
                  <c:v>151.69999999999999</c:v>
                </c:pt>
                <c:pt idx="368">
                  <c:v>152.1</c:v>
                </c:pt>
                <c:pt idx="369">
                  <c:v>154.6</c:v>
                </c:pt>
                <c:pt idx="370">
                  <c:v>149.55000000000001</c:v>
                </c:pt>
                <c:pt idx="371">
                  <c:v>149.9</c:v>
                </c:pt>
                <c:pt idx="372">
                  <c:v>151.4</c:v>
                </c:pt>
                <c:pt idx="373">
                  <c:v>151.9</c:v>
                </c:pt>
                <c:pt idx="374">
                  <c:v>151.85</c:v>
                </c:pt>
                <c:pt idx="375">
                  <c:v>151.44999999999999</c:v>
                </c:pt>
                <c:pt idx="376">
                  <c:v>154.9</c:v>
                </c:pt>
                <c:pt idx="377">
                  <c:v>153.6</c:v>
                </c:pt>
                <c:pt idx="378">
                  <c:v>156.6</c:v>
                </c:pt>
                <c:pt idx="379">
                  <c:v>155.55000000000001</c:v>
                </c:pt>
                <c:pt idx="380">
                  <c:v>154.5</c:v>
                </c:pt>
                <c:pt idx="381">
                  <c:v>154.69999999999999</c:v>
                </c:pt>
                <c:pt idx="382">
                  <c:v>157</c:v>
                </c:pt>
                <c:pt idx="383">
                  <c:v>158.55000000000001</c:v>
                </c:pt>
                <c:pt idx="384">
                  <c:v>155.30000000000001</c:v>
                </c:pt>
                <c:pt idx="385">
                  <c:v>157.25</c:v>
                </c:pt>
                <c:pt idx="386">
                  <c:v>154.9</c:v>
                </c:pt>
                <c:pt idx="387">
                  <c:v>154.1</c:v>
                </c:pt>
                <c:pt idx="388">
                  <c:v>157</c:v>
                </c:pt>
                <c:pt idx="389">
                  <c:v>159</c:v>
                </c:pt>
                <c:pt idx="390">
                  <c:v>158.25</c:v>
                </c:pt>
                <c:pt idx="391">
                  <c:v>159.30000000000001</c:v>
                </c:pt>
                <c:pt idx="392">
                  <c:v>154.5</c:v>
                </c:pt>
                <c:pt idx="393">
                  <c:v>155.05000000000001</c:v>
                </c:pt>
                <c:pt idx="394">
                  <c:v>153.15</c:v>
                </c:pt>
                <c:pt idx="395">
                  <c:v>153.75</c:v>
                </c:pt>
                <c:pt idx="396">
                  <c:v>152.85</c:v>
                </c:pt>
                <c:pt idx="397">
                  <c:v>151.35</c:v>
                </c:pt>
                <c:pt idx="398">
                  <c:v>157.19999999999999</c:v>
                </c:pt>
                <c:pt idx="399">
                  <c:v>157.75</c:v>
                </c:pt>
                <c:pt idx="400">
                  <c:v>157.69999999999999</c:v>
                </c:pt>
                <c:pt idx="401">
                  <c:v>156.69999999999999</c:v>
                </c:pt>
                <c:pt idx="402">
                  <c:v>158.19999999999999</c:v>
                </c:pt>
                <c:pt idx="403">
                  <c:v>156.15</c:v>
                </c:pt>
                <c:pt idx="404">
                  <c:v>159</c:v>
                </c:pt>
                <c:pt idx="405">
                  <c:v>163.25</c:v>
                </c:pt>
                <c:pt idx="406">
                  <c:v>165</c:v>
                </c:pt>
                <c:pt idx="407">
                  <c:v>164.1</c:v>
                </c:pt>
                <c:pt idx="408">
                  <c:v>166.85</c:v>
                </c:pt>
                <c:pt idx="409">
                  <c:v>165.1</c:v>
                </c:pt>
                <c:pt idx="410">
                  <c:v>163.80000000000001</c:v>
                </c:pt>
                <c:pt idx="411">
                  <c:v>163.95</c:v>
                </c:pt>
                <c:pt idx="412">
                  <c:v>164</c:v>
                </c:pt>
                <c:pt idx="413">
                  <c:v>165.9</c:v>
                </c:pt>
                <c:pt idx="414">
                  <c:v>166.2</c:v>
                </c:pt>
                <c:pt idx="415">
                  <c:v>167.6</c:v>
                </c:pt>
                <c:pt idx="416">
                  <c:v>165.35</c:v>
                </c:pt>
                <c:pt idx="417">
                  <c:v>164.4</c:v>
                </c:pt>
                <c:pt idx="418">
                  <c:v>163.19999999999999</c:v>
                </c:pt>
                <c:pt idx="419">
                  <c:v>163.05000000000001</c:v>
                </c:pt>
                <c:pt idx="420">
                  <c:v>165.1</c:v>
                </c:pt>
                <c:pt idx="421">
                  <c:v>162.05000000000001</c:v>
                </c:pt>
                <c:pt idx="422">
                  <c:v>160.69999999999999</c:v>
                </c:pt>
                <c:pt idx="423">
                  <c:v>162.85</c:v>
                </c:pt>
                <c:pt idx="424">
                  <c:v>160.94999999999999</c:v>
                </c:pt>
                <c:pt idx="425">
                  <c:v>160.9</c:v>
                </c:pt>
                <c:pt idx="426">
                  <c:v>160.19999999999999</c:v>
                </c:pt>
                <c:pt idx="427">
                  <c:v>162</c:v>
                </c:pt>
                <c:pt idx="428">
                  <c:v>161.4</c:v>
                </c:pt>
                <c:pt idx="429">
                  <c:v>162.19999999999999</c:v>
                </c:pt>
                <c:pt idx="430">
                  <c:v>160.85</c:v>
                </c:pt>
                <c:pt idx="431">
                  <c:v>160.5</c:v>
                </c:pt>
                <c:pt idx="432">
                  <c:v>159.1</c:v>
                </c:pt>
                <c:pt idx="433">
                  <c:v>154.44999999999999</c:v>
                </c:pt>
                <c:pt idx="434">
                  <c:v>156.05000000000001</c:v>
                </c:pt>
                <c:pt idx="435">
                  <c:v>156.30000000000001</c:v>
                </c:pt>
                <c:pt idx="436">
                  <c:v>157.05000000000001</c:v>
                </c:pt>
                <c:pt idx="437">
                  <c:v>155.05000000000001</c:v>
                </c:pt>
                <c:pt idx="438">
                  <c:v>157.35</c:v>
                </c:pt>
                <c:pt idx="439">
                  <c:v>156.15</c:v>
                </c:pt>
                <c:pt idx="440">
                  <c:v>156.65</c:v>
                </c:pt>
                <c:pt idx="441">
                  <c:v>156.9</c:v>
                </c:pt>
                <c:pt idx="442">
                  <c:v>155.4</c:v>
                </c:pt>
                <c:pt idx="443">
                  <c:v>153.80000000000001</c:v>
                </c:pt>
                <c:pt idx="444">
                  <c:v>152.4</c:v>
                </c:pt>
                <c:pt idx="445">
                  <c:v>156.75</c:v>
                </c:pt>
                <c:pt idx="446">
                  <c:v>154.55000000000001</c:v>
                </c:pt>
                <c:pt idx="447">
                  <c:v>154.85</c:v>
                </c:pt>
                <c:pt idx="448">
                  <c:v>156.85</c:v>
                </c:pt>
                <c:pt idx="449">
                  <c:v>157.35</c:v>
                </c:pt>
                <c:pt idx="450">
                  <c:v>157.6</c:v>
                </c:pt>
                <c:pt idx="451">
                  <c:v>158.44999999999999</c:v>
                </c:pt>
                <c:pt idx="452">
                  <c:v>163.85</c:v>
                </c:pt>
                <c:pt idx="453">
                  <c:v>162.85</c:v>
                </c:pt>
                <c:pt idx="454">
                  <c:v>162.80000000000001</c:v>
                </c:pt>
                <c:pt idx="455">
                  <c:v>159.80000000000001</c:v>
                </c:pt>
                <c:pt idx="456">
                  <c:v>161</c:v>
                </c:pt>
                <c:pt idx="457">
                  <c:v>160.5</c:v>
                </c:pt>
                <c:pt idx="458">
                  <c:v>156.35</c:v>
                </c:pt>
                <c:pt idx="459">
                  <c:v>156.94999999999999</c:v>
                </c:pt>
                <c:pt idx="460">
                  <c:v>151.85</c:v>
                </c:pt>
                <c:pt idx="461">
                  <c:v>152.85</c:v>
                </c:pt>
                <c:pt idx="462">
                  <c:v>153.15</c:v>
                </c:pt>
                <c:pt idx="463">
                  <c:v>157.19999999999999</c:v>
                </c:pt>
                <c:pt idx="464">
                  <c:v>168.3</c:v>
                </c:pt>
                <c:pt idx="465">
                  <c:v>172.15</c:v>
                </c:pt>
                <c:pt idx="466">
                  <c:v>174.55</c:v>
                </c:pt>
                <c:pt idx="467">
                  <c:v>174.8</c:v>
                </c:pt>
                <c:pt idx="468">
                  <c:v>178.55</c:v>
                </c:pt>
                <c:pt idx="469">
                  <c:v>173.1</c:v>
                </c:pt>
                <c:pt idx="470">
                  <c:v>177.45</c:v>
                </c:pt>
                <c:pt idx="471">
                  <c:v>176.35</c:v>
                </c:pt>
                <c:pt idx="472">
                  <c:v>174.5</c:v>
                </c:pt>
                <c:pt idx="473">
                  <c:v>175</c:v>
                </c:pt>
                <c:pt idx="474">
                  <c:v>177.2</c:v>
                </c:pt>
                <c:pt idx="475">
                  <c:v>179.75</c:v>
                </c:pt>
                <c:pt idx="476">
                  <c:v>179.95</c:v>
                </c:pt>
                <c:pt idx="477">
                  <c:v>178.5</c:v>
                </c:pt>
                <c:pt idx="478">
                  <c:v>176.5</c:v>
                </c:pt>
                <c:pt idx="479">
                  <c:v>177.85</c:v>
                </c:pt>
                <c:pt idx="480">
                  <c:v>177.4</c:v>
                </c:pt>
                <c:pt idx="481">
                  <c:v>176.8</c:v>
                </c:pt>
                <c:pt idx="482">
                  <c:v>178.55</c:v>
                </c:pt>
                <c:pt idx="483">
                  <c:v>176.8</c:v>
                </c:pt>
                <c:pt idx="484">
                  <c:v>177.15</c:v>
                </c:pt>
                <c:pt idx="485">
                  <c:v>177.4</c:v>
                </c:pt>
                <c:pt idx="486">
                  <c:v>177.8</c:v>
                </c:pt>
                <c:pt idx="487">
                  <c:v>174.2</c:v>
                </c:pt>
                <c:pt idx="488">
                  <c:v>174.05</c:v>
                </c:pt>
                <c:pt idx="489">
                  <c:v>174.65</c:v>
                </c:pt>
                <c:pt idx="490">
                  <c:v>179.55</c:v>
                </c:pt>
                <c:pt idx="491">
                  <c:v>176.2</c:v>
                </c:pt>
                <c:pt idx="492">
                  <c:v>176.75</c:v>
                </c:pt>
                <c:pt idx="493">
                  <c:v>178.9</c:v>
                </c:pt>
                <c:pt idx="494">
                  <c:v>181.6</c:v>
                </c:pt>
                <c:pt idx="495">
                  <c:v>182.45</c:v>
                </c:pt>
                <c:pt idx="496">
                  <c:v>183.5</c:v>
                </c:pt>
                <c:pt idx="497">
                  <c:v>184.15</c:v>
                </c:pt>
                <c:pt idx="498">
                  <c:v>181.55</c:v>
                </c:pt>
                <c:pt idx="499">
                  <c:v>186.25</c:v>
                </c:pt>
                <c:pt idx="500">
                  <c:v>186.65</c:v>
                </c:pt>
                <c:pt idx="501">
                  <c:v>187.05</c:v>
                </c:pt>
                <c:pt idx="502">
                  <c:v>189.05</c:v>
                </c:pt>
                <c:pt idx="503">
                  <c:v>188.65</c:v>
                </c:pt>
                <c:pt idx="504">
                  <c:v>187.6</c:v>
                </c:pt>
                <c:pt idx="505">
                  <c:v>183.8</c:v>
                </c:pt>
                <c:pt idx="506">
                  <c:v>181.25</c:v>
                </c:pt>
                <c:pt idx="507">
                  <c:v>179.7</c:v>
                </c:pt>
                <c:pt idx="508">
                  <c:v>180.25</c:v>
                </c:pt>
                <c:pt idx="509">
                  <c:v>179.75</c:v>
                </c:pt>
                <c:pt idx="510">
                  <c:v>179.5</c:v>
                </c:pt>
                <c:pt idx="511">
                  <c:v>180.7</c:v>
                </c:pt>
                <c:pt idx="512">
                  <c:v>180.65</c:v>
                </c:pt>
                <c:pt idx="513">
                  <c:v>176.05</c:v>
                </c:pt>
                <c:pt idx="514">
                  <c:v>176.3</c:v>
                </c:pt>
                <c:pt idx="515">
                  <c:v>172.9</c:v>
                </c:pt>
                <c:pt idx="516">
                  <c:v>175.6</c:v>
                </c:pt>
                <c:pt idx="517">
                  <c:v>177.05</c:v>
                </c:pt>
                <c:pt idx="518">
                  <c:v>174.85</c:v>
                </c:pt>
                <c:pt idx="519">
                  <c:v>173.75</c:v>
                </c:pt>
                <c:pt idx="520">
                  <c:v>172.8</c:v>
                </c:pt>
                <c:pt idx="521">
                  <c:v>171.55</c:v>
                </c:pt>
                <c:pt idx="522">
                  <c:v>171.1</c:v>
                </c:pt>
                <c:pt idx="523">
                  <c:v>172.25</c:v>
                </c:pt>
                <c:pt idx="524">
                  <c:v>176.4</c:v>
                </c:pt>
                <c:pt idx="525">
                  <c:v>171.15</c:v>
                </c:pt>
                <c:pt idx="526">
                  <c:v>164.9</c:v>
                </c:pt>
                <c:pt idx="527">
                  <c:v>169.35</c:v>
                </c:pt>
                <c:pt idx="528">
                  <c:v>168.1</c:v>
                </c:pt>
                <c:pt idx="529">
                  <c:v>172</c:v>
                </c:pt>
                <c:pt idx="530">
                  <c:v>172.3</c:v>
                </c:pt>
                <c:pt idx="531">
                  <c:v>171.4</c:v>
                </c:pt>
                <c:pt idx="532">
                  <c:v>168.8</c:v>
                </c:pt>
                <c:pt idx="533">
                  <c:v>168.75</c:v>
                </c:pt>
                <c:pt idx="534">
                  <c:v>168.3</c:v>
                </c:pt>
                <c:pt idx="535">
                  <c:v>167.15</c:v>
                </c:pt>
                <c:pt idx="536">
                  <c:v>166</c:v>
                </c:pt>
                <c:pt idx="537">
                  <c:v>163.85</c:v>
                </c:pt>
                <c:pt idx="538">
                  <c:v>163.75</c:v>
                </c:pt>
                <c:pt idx="539">
                  <c:v>162.25</c:v>
                </c:pt>
                <c:pt idx="540">
                  <c:v>161.19999999999999</c:v>
                </c:pt>
                <c:pt idx="541">
                  <c:v>161.05000000000001</c:v>
                </c:pt>
                <c:pt idx="542">
                  <c:v>159.65</c:v>
                </c:pt>
                <c:pt idx="543">
                  <c:v>161.5</c:v>
                </c:pt>
                <c:pt idx="544">
                  <c:v>164.15</c:v>
                </c:pt>
                <c:pt idx="545">
                  <c:v>162.05000000000001</c:v>
                </c:pt>
                <c:pt idx="546">
                  <c:v>160.75</c:v>
                </c:pt>
                <c:pt idx="547">
                  <c:v>157.4</c:v>
                </c:pt>
                <c:pt idx="548">
                  <c:v>154.69999999999999</c:v>
                </c:pt>
                <c:pt idx="549">
                  <c:v>161.19999999999999</c:v>
                </c:pt>
                <c:pt idx="550">
                  <c:v>162.9</c:v>
                </c:pt>
                <c:pt idx="551">
                  <c:v>162.19999999999999</c:v>
                </c:pt>
                <c:pt idx="552">
                  <c:v>164.25</c:v>
                </c:pt>
                <c:pt idx="553">
                  <c:v>162.30000000000001</c:v>
                </c:pt>
                <c:pt idx="554">
                  <c:v>163.6</c:v>
                </c:pt>
                <c:pt idx="555">
                  <c:v>165.1</c:v>
                </c:pt>
                <c:pt idx="556">
                  <c:v>163.69999999999999</c:v>
                </c:pt>
                <c:pt idx="557">
                  <c:v>163.25</c:v>
                </c:pt>
                <c:pt idx="558">
                  <c:v>164.1</c:v>
                </c:pt>
                <c:pt idx="559">
                  <c:v>172.1</c:v>
                </c:pt>
                <c:pt idx="560">
                  <c:v>172.5</c:v>
                </c:pt>
                <c:pt idx="561">
                  <c:v>169.55</c:v>
                </c:pt>
                <c:pt idx="562">
                  <c:v>169.75</c:v>
                </c:pt>
                <c:pt idx="563">
                  <c:v>173.4</c:v>
                </c:pt>
                <c:pt idx="564">
                  <c:v>172.9</c:v>
                </c:pt>
                <c:pt idx="565">
                  <c:v>175.2</c:v>
                </c:pt>
                <c:pt idx="566">
                  <c:v>178.35</c:v>
                </c:pt>
                <c:pt idx="567">
                  <c:v>178.05</c:v>
                </c:pt>
                <c:pt idx="568">
                  <c:v>176.3</c:v>
                </c:pt>
                <c:pt idx="569">
                  <c:v>175.4</c:v>
                </c:pt>
                <c:pt idx="570">
                  <c:v>175.2</c:v>
                </c:pt>
                <c:pt idx="571">
                  <c:v>174</c:v>
                </c:pt>
                <c:pt idx="572">
                  <c:v>176.1</c:v>
                </c:pt>
                <c:pt idx="573">
                  <c:v>176.35</c:v>
                </c:pt>
                <c:pt idx="574">
                  <c:v>174.15</c:v>
                </c:pt>
                <c:pt idx="575">
                  <c:v>175.8</c:v>
                </c:pt>
                <c:pt idx="576">
                  <c:v>176.9</c:v>
                </c:pt>
                <c:pt idx="577">
                  <c:v>175.15</c:v>
                </c:pt>
                <c:pt idx="578">
                  <c:v>172.85</c:v>
                </c:pt>
                <c:pt idx="579">
                  <c:v>177.05</c:v>
                </c:pt>
                <c:pt idx="580">
                  <c:v>177.9</c:v>
                </c:pt>
                <c:pt idx="581">
                  <c:v>178</c:v>
                </c:pt>
                <c:pt idx="582">
                  <c:v>179.35</c:v>
                </c:pt>
                <c:pt idx="583">
                  <c:v>180.7</c:v>
                </c:pt>
                <c:pt idx="584">
                  <c:v>179.8</c:v>
                </c:pt>
                <c:pt idx="585">
                  <c:v>178.6</c:v>
                </c:pt>
                <c:pt idx="586">
                  <c:v>178.15</c:v>
                </c:pt>
                <c:pt idx="587">
                  <c:v>182.7</c:v>
                </c:pt>
                <c:pt idx="588">
                  <c:v>168.05</c:v>
                </c:pt>
                <c:pt idx="589">
                  <c:v>170.65</c:v>
                </c:pt>
                <c:pt idx="590">
                  <c:v>165.85</c:v>
                </c:pt>
                <c:pt idx="591">
                  <c:v>165.5</c:v>
                </c:pt>
                <c:pt idx="592">
                  <c:v>165.25</c:v>
                </c:pt>
                <c:pt idx="593">
                  <c:v>162.5</c:v>
                </c:pt>
                <c:pt idx="594">
                  <c:v>163.69999999999999</c:v>
                </c:pt>
                <c:pt idx="595">
                  <c:v>162.75</c:v>
                </c:pt>
                <c:pt idx="596">
                  <c:v>163.25</c:v>
                </c:pt>
                <c:pt idx="597">
                  <c:v>165.25</c:v>
                </c:pt>
                <c:pt idx="598">
                  <c:v>167.7</c:v>
                </c:pt>
                <c:pt idx="599">
                  <c:v>166</c:v>
                </c:pt>
                <c:pt idx="600">
                  <c:v>169.75</c:v>
                </c:pt>
                <c:pt idx="601">
                  <c:v>173.15</c:v>
                </c:pt>
                <c:pt idx="602">
                  <c:v>174.2</c:v>
                </c:pt>
                <c:pt idx="603">
                  <c:v>174.15</c:v>
                </c:pt>
                <c:pt idx="604">
                  <c:v>173.2</c:v>
                </c:pt>
                <c:pt idx="605">
                  <c:v>173.1</c:v>
                </c:pt>
                <c:pt idx="606">
                  <c:v>172.95</c:v>
                </c:pt>
                <c:pt idx="607">
                  <c:v>173.4</c:v>
                </c:pt>
                <c:pt idx="608">
                  <c:v>174.35</c:v>
                </c:pt>
                <c:pt idx="609">
                  <c:v>177.9</c:v>
                </c:pt>
                <c:pt idx="610">
                  <c:v>178.95</c:v>
                </c:pt>
                <c:pt idx="611">
                  <c:v>180.3</c:v>
                </c:pt>
                <c:pt idx="612">
                  <c:v>179.55</c:v>
                </c:pt>
                <c:pt idx="613">
                  <c:v>174.8</c:v>
                </c:pt>
                <c:pt idx="614">
                  <c:v>173.9</c:v>
                </c:pt>
                <c:pt idx="615">
                  <c:v>174</c:v>
                </c:pt>
                <c:pt idx="616">
                  <c:v>168.25</c:v>
                </c:pt>
                <c:pt idx="617">
                  <c:v>167.85</c:v>
                </c:pt>
                <c:pt idx="618">
                  <c:v>166.4</c:v>
                </c:pt>
                <c:pt idx="619">
                  <c:v>169.6</c:v>
                </c:pt>
                <c:pt idx="620">
                  <c:v>169.1</c:v>
                </c:pt>
                <c:pt idx="621">
                  <c:v>170.55</c:v>
                </c:pt>
                <c:pt idx="622">
                  <c:v>168.7</c:v>
                </c:pt>
                <c:pt idx="623">
                  <c:v>167.3</c:v>
                </c:pt>
                <c:pt idx="624">
                  <c:v>169.75</c:v>
                </c:pt>
                <c:pt idx="625">
                  <c:v>170.45</c:v>
                </c:pt>
                <c:pt idx="626">
                  <c:v>171.6</c:v>
                </c:pt>
                <c:pt idx="627">
                  <c:v>173.5</c:v>
                </c:pt>
                <c:pt idx="628">
                  <c:v>174</c:v>
                </c:pt>
                <c:pt idx="629">
                  <c:v>171.7</c:v>
                </c:pt>
                <c:pt idx="630">
                  <c:v>173.95</c:v>
                </c:pt>
                <c:pt idx="631">
                  <c:v>173.1</c:v>
                </c:pt>
                <c:pt idx="632">
                  <c:v>174.4</c:v>
                </c:pt>
                <c:pt idx="633">
                  <c:v>174.85</c:v>
                </c:pt>
                <c:pt idx="634">
                  <c:v>173.7</c:v>
                </c:pt>
                <c:pt idx="635">
                  <c:v>176</c:v>
                </c:pt>
                <c:pt idx="636">
                  <c:v>177.3</c:v>
                </c:pt>
                <c:pt idx="637">
                  <c:v>177.25</c:v>
                </c:pt>
                <c:pt idx="638">
                  <c:v>177.9</c:v>
                </c:pt>
                <c:pt idx="639">
                  <c:v>173.7</c:v>
                </c:pt>
                <c:pt idx="640">
                  <c:v>175.85</c:v>
                </c:pt>
                <c:pt idx="641">
                  <c:v>173.5</c:v>
                </c:pt>
                <c:pt idx="642">
                  <c:v>172.45</c:v>
                </c:pt>
                <c:pt idx="643">
                  <c:v>174.65</c:v>
                </c:pt>
                <c:pt idx="644">
                  <c:v>174.9</c:v>
                </c:pt>
                <c:pt idx="645">
                  <c:v>179.2</c:v>
                </c:pt>
                <c:pt idx="646">
                  <c:v>179.5</c:v>
                </c:pt>
                <c:pt idx="647">
                  <c:v>178.05</c:v>
                </c:pt>
                <c:pt idx="648">
                  <c:v>179.4</c:v>
                </c:pt>
                <c:pt idx="649">
                  <c:v>180.95</c:v>
                </c:pt>
                <c:pt idx="650">
                  <c:v>183.85</c:v>
                </c:pt>
                <c:pt idx="651">
                  <c:v>180.4</c:v>
                </c:pt>
                <c:pt idx="652">
                  <c:v>175.65</c:v>
                </c:pt>
                <c:pt idx="653">
                  <c:v>178.3</c:v>
                </c:pt>
                <c:pt idx="654">
                  <c:v>184.25</c:v>
                </c:pt>
                <c:pt idx="655">
                  <c:v>187.55</c:v>
                </c:pt>
                <c:pt idx="656">
                  <c:v>188.7</c:v>
                </c:pt>
                <c:pt idx="657">
                  <c:v>188.7</c:v>
                </c:pt>
                <c:pt idx="658">
                  <c:v>190.5</c:v>
                </c:pt>
                <c:pt idx="659">
                  <c:v>190.7</c:v>
                </c:pt>
                <c:pt idx="660">
                  <c:v>192.1</c:v>
                </c:pt>
                <c:pt idx="661">
                  <c:v>190.9</c:v>
                </c:pt>
                <c:pt idx="662">
                  <c:v>189.3</c:v>
                </c:pt>
                <c:pt idx="663">
                  <c:v>187.45</c:v>
                </c:pt>
                <c:pt idx="664">
                  <c:v>182.2</c:v>
                </c:pt>
                <c:pt idx="665">
                  <c:v>181.5</c:v>
                </c:pt>
                <c:pt idx="666">
                  <c:v>183.65</c:v>
                </c:pt>
                <c:pt idx="667">
                  <c:v>183.3</c:v>
                </c:pt>
                <c:pt idx="668">
                  <c:v>184.25</c:v>
                </c:pt>
                <c:pt idx="669">
                  <c:v>182.9</c:v>
                </c:pt>
                <c:pt idx="670">
                  <c:v>183.1</c:v>
                </c:pt>
                <c:pt idx="671">
                  <c:v>184.15</c:v>
                </c:pt>
                <c:pt idx="672">
                  <c:v>183.7</c:v>
                </c:pt>
                <c:pt idx="673">
                  <c:v>184.75</c:v>
                </c:pt>
                <c:pt idx="674">
                  <c:v>185.3</c:v>
                </c:pt>
                <c:pt idx="675">
                  <c:v>184.3</c:v>
                </c:pt>
                <c:pt idx="676">
                  <c:v>186.45</c:v>
                </c:pt>
                <c:pt idx="677">
                  <c:v>186.05</c:v>
                </c:pt>
                <c:pt idx="678">
                  <c:v>186.35</c:v>
                </c:pt>
                <c:pt idx="679">
                  <c:v>187.25</c:v>
                </c:pt>
                <c:pt idx="680">
                  <c:v>186</c:v>
                </c:pt>
                <c:pt idx="681">
                  <c:v>184.4</c:v>
                </c:pt>
                <c:pt idx="682">
                  <c:v>187.8</c:v>
                </c:pt>
                <c:pt idx="683">
                  <c:v>187.2</c:v>
                </c:pt>
                <c:pt idx="684">
                  <c:v>187.6</c:v>
                </c:pt>
                <c:pt idx="685">
                  <c:v>184.4</c:v>
                </c:pt>
                <c:pt idx="686">
                  <c:v>181.65</c:v>
                </c:pt>
                <c:pt idx="687">
                  <c:v>183.6</c:v>
                </c:pt>
                <c:pt idx="688">
                  <c:v>183.7</c:v>
                </c:pt>
                <c:pt idx="689">
                  <c:v>184.3</c:v>
                </c:pt>
                <c:pt idx="690">
                  <c:v>184.75</c:v>
                </c:pt>
                <c:pt idx="691">
                  <c:v>184.45</c:v>
                </c:pt>
                <c:pt idx="692">
                  <c:v>180.85</c:v>
                </c:pt>
                <c:pt idx="693">
                  <c:v>180.4</c:v>
                </c:pt>
                <c:pt idx="694">
                  <c:v>180.95</c:v>
                </c:pt>
                <c:pt idx="695">
                  <c:v>179.75</c:v>
                </c:pt>
                <c:pt idx="696">
                  <c:v>177.6</c:v>
                </c:pt>
                <c:pt idx="697">
                  <c:v>180.65</c:v>
                </c:pt>
                <c:pt idx="698">
                  <c:v>179.15</c:v>
                </c:pt>
                <c:pt idx="699">
                  <c:v>183.05</c:v>
                </c:pt>
                <c:pt idx="700">
                  <c:v>184.5</c:v>
                </c:pt>
                <c:pt idx="701">
                  <c:v>187</c:v>
                </c:pt>
                <c:pt idx="702">
                  <c:v>187.45</c:v>
                </c:pt>
                <c:pt idx="703">
                  <c:v>185.1</c:v>
                </c:pt>
                <c:pt idx="704">
                  <c:v>189.3</c:v>
                </c:pt>
                <c:pt idx="705">
                  <c:v>192.15</c:v>
                </c:pt>
                <c:pt idx="706">
                  <c:v>191.25</c:v>
                </c:pt>
                <c:pt idx="707">
                  <c:v>193.4</c:v>
                </c:pt>
                <c:pt idx="708">
                  <c:v>192.05</c:v>
                </c:pt>
                <c:pt idx="709">
                  <c:v>193</c:v>
                </c:pt>
                <c:pt idx="710">
                  <c:v>191.65</c:v>
                </c:pt>
                <c:pt idx="711">
                  <c:v>199.5</c:v>
                </c:pt>
                <c:pt idx="712">
                  <c:v>200.3</c:v>
                </c:pt>
                <c:pt idx="713">
                  <c:v>199</c:v>
                </c:pt>
                <c:pt idx="714">
                  <c:v>203.5</c:v>
                </c:pt>
                <c:pt idx="715">
                  <c:v>205</c:v>
                </c:pt>
                <c:pt idx="716">
                  <c:v>210.6</c:v>
                </c:pt>
                <c:pt idx="717">
                  <c:v>213.1</c:v>
                </c:pt>
                <c:pt idx="718">
                  <c:v>221.6</c:v>
                </c:pt>
                <c:pt idx="719">
                  <c:v>223.7</c:v>
                </c:pt>
                <c:pt idx="720">
                  <c:v>228.8</c:v>
                </c:pt>
                <c:pt idx="721">
                  <c:v>226.5</c:v>
                </c:pt>
                <c:pt idx="722">
                  <c:v>221.7</c:v>
                </c:pt>
                <c:pt idx="723">
                  <c:v>222.1</c:v>
                </c:pt>
                <c:pt idx="724">
                  <c:v>223.4</c:v>
                </c:pt>
                <c:pt idx="725">
                  <c:v>228</c:v>
                </c:pt>
                <c:pt idx="726">
                  <c:v>227.2</c:v>
                </c:pt>
                <c:pt idx="727">
                  <c:v>228.7</c:v>
                </c:pt>
                <c:pt idx="728">
                  <c:v>236.1</c:v>
                </c:pt>
                <c:pt idx="729">
                  <c:v>234.5</c:v>
                </c:pt>
                <c:pt idx="730">
                  <c:v>239.7</c:v>
                </c:pt>
                <c:pt idx="731">
                  <c:v>246.3</c:v>
                </c:pt>
                <c:pt idx="732">
                  <c:v>237</c:v>
                </c:pt>
                <c:pt idx="733">
                  <c:v>237.3</c:v>
                </c:pt>
                <c:pt idx="734">
                  <c:v>238.8</c:v>
                </c:pt>
                <c:pt idx="735">
                  <c:v>231.4</c:v>
                </c:pt>
                <c:pt idx="736">
                  <c:v>235.8</c:v>
                </c:pt>
                <c:pt idx="737">
                  <c:v>231.7</c:v>
                </c:pt>
                <c:pt idx="738">
                  <c:v>232.5</c:v>
                </c:pt>
                <c:pt idx="739">
                  <c:v>230.5</c:v>
                </c:pt>
                <c:pt idx="740">
                  <c:v>229.3</c:v>
                </c:pt>
                <c:pt idx="741">
                  <c:v>230.5</c:v>
                </c:pt>
                <c:pt idx="742">
                  <c:v>237.5</c:v>
                </c:pt>
                <c:pt idx="743">
                  <c:v>234.8</c:v>
                </c:pt>
                <c:pt idx="744">
                  <c:v>232.8</c:v>
                </c:pt>
                <c:pt idx="745">
                  <c:v>229.2</c:v>
                </c:pt>
                <c:pt idx="746">
                  <c:v>229.3</c:v>
                </c:pt>
                <c:pt idx="747">
                  <c:v>225</c:v>
                </c:pt>
                <c:pt idx="748">
                  <c:v>229.1</c:v>
                </c:pt>
                <c:pt idx="749">
                  <c:v>228.9</c:v>
                </c:pt>
                <c:pt idx="750">
                  <c:v>227.3</c:v>
                </c:pt>
                <c:pt idx="751">
                  <c:v>220</c:v>
                </c:pt>
                <c:pt idx="752">
                  <c:v>220.4</c:v>
                </c:pt>
                <c:pt idx="753">
                  <c:v>221.4</c:v>
                </c:pt>
                <c:pt idx="754">
                  <c:v>223.7</c:v>
                </c:pt>
                <c:pt idx="755">
                  <c:v>226.4</c:v>
                </c:pt>
                <c:pt idx="756">
                  <c:v>227.6</c:v>
                </c:pt>
                <c:pt idx="757">
                  <c:v>225.8</c:v>
                </c:pt>
                <c:pt idx="758">
                  <c:v>227.5</c:v>
                </c:pt>
                <c:pt idx="759">
                  <c:v>228.2</c:v>
                </c:pt>
                <c:pt idx="760">
                  <c:v>235.1</c:v>
                </c:pt>
                <c:pt idx="761">
                  <c:v>236.9</c:v>
                </c:pt>
                <c:pt idx="762">
                  <c:v>229.2</c:v>
                </c:pt>
                <c:pt idx="763">
                  <c:v>225.1</c:v>
                </c:pt>
                <c:pt idx="764">
                  <c:v>221</c:v>
                </c:pt>
                <c:pt idx="765">
                  <c:v>223.9</c:v>
                </c:pt>
                <c:pt idx="766">
                  <c:v>226.4</c:v>
                </c:pt>
                <c:pt idx="767">
                  <c:v>222</c:v>
                </c:pt>
                <c:pt idx="768">
                  <c:v>213.4</c:v>
                </c:pt>
                <c:pt idx="769">
                  <c:v>213.5</c:v>
                </c:pt>
                <c:pt idx="770">
                  <c:v>209</c:v>
                </c:pt>
                <c:pt idx="771">
                  <c:v>210.8</c:v>
                </c:pt>
                <c:pt idx="772">
                  <c:v>214.1</c:v>
                </c:pt>
                <c:pt idx="773">
                  <c:v>207.6</c:v>
                </c:pt>
                <c:pt idx="774">
                  <c:v>197.95</c:v>
                </c:pt>
                <c:pt idx="775">
                  <c:v>200.5</c:v>
                </c:pt>
                <c:pt idx="776">
                  <c:v>203.5</c:v>
                </c:pt>
                <c:pt idx="777">
                  <c:v>200.4</c:v>
                </c:pt>
                <c:pt idx="778">
                  <c:v>200.5</c:v>
                </c:pt>
                <c:pt idx="779">
                  <c:v>202.9</c:v>
                </c:pt>
                <c:pt idx="780">
                  <c:v>207.1</c:v>
                </c:pt>
                <c:pt idx="781">
                  <c:v>210.4</c:v>
                </c:pt>
                <c:pt idx="782">
                  <c:v>202.6</c:v>
                </c:pt>
                <c:pt idx="783">
                  <c:v>200</c:v>
                </c:pt>
                <c:pt idx="784">
                  <c:v>197.25</c:v>
                </c:pt>
                <c:pt idx="785">
                  <c:v>197.3</c:v>
                </c:pt>
                <c:pt idx="786">
                  <c:v>203.5</c:v>
                </c:pt>
                <c:pt idx="787">
                  <c:v>198.65</c:v>
                </c:pt>
                <c:pt idx="788">
                  <c:v>194.95</c:v>
                </c:pt>
                <c:pt idx="789">
                  <c:v>193.8</c:v>
                </c:pt>
                <c:pt idx="790">
                  <c:v>198.6</c:v>
                </c:pt>
                <c:pt idx="791">
                  <c:v>195.65</c:v>
                </c:pt>
                <c:pt idx="792">
                  <c:v>196.75</c:v>
                </c:pt>
                <c:pt idx="793">
                  <c:v>194.5</c:v>
                </c:pt>
                <c:pt idx="794">
                  <c:v>191.15</c:v>
                </c:pt>
                <c:pt idx="795">
                  <c:v>191.7</c:v>
                </c:pt>
                <c:pt idx="796">
                  <c:v>192.25</c:v>
                </c:pt>
                <c:pt idx="797">
                  <c:v>188.25</c:v>
                </c:pt>
                <c:pt idx="798">
                  <c:v>190.45</c:v>
                </c:pt>
                <c:pt idx="799">
                  <c:v>192.75</c:v>
                </c:pt>
                <c:pt idx="800">
                  <c:v>189.3</c:v>
                </c:pt>
                <c:pt idx="801">
                  <c:v>188.45</c:v>
                </c:pt>
                <c:pt idx="802">
                  <c:v>185.4</c:v>
                </c:pt>
                <c:pt idx="803">
                  <c:v>180.6</c:v>
                </c:pt>
                <c:pt idx="804">
                  <c:v>170.35</c:v>
                </c:pt>
                <c:pt idx="805">
                  <c:v>165</c:v>
                </c:pt>
                <c:pt idx="806">
                  <c:v>179.7</c:v>
                </c:pt>
                <c:pt idx="807">
                  <c:v>173</c:v>
                </c:pt>
                <c:pt idx="808">
                  <c:v>175.5</c:v>
                </c:pt>
                <c:pt idx="809">
                  <c:v>177.95</c:v>
                </c:pt>
                <c:pt idx="810">
                  <c:v>177.9</c:v>
                </c:pt>
                <c:pt idx="811">
                  <c:v>187.1</c:v>
                </c:pt>
                <c:pt idx="812">
                  <c:v>188.3</c:v>
                </c:pt>
                <c:pt idx="813">
                  <c:v>189.05</c:v>
                </c:pt>
                <c:pt idx="814">
                  <c:v>188.4</c:v>
                </c:pt>
                <c:pt idx="815">
                  <c:v>193.2</c:v>
                </c:pt>
                <c:pt idx="816">
                  <c:v>190.35</c:v>
                </c:pt>
                <c:pt idx="817">
                  <c:v>193.5</c:v>
                </c:pt>
                <c:pt idx="818">
                  <c:v>192.1</c:v>
                </c:pt>
                <c:pt idx="819">
                  <c:v>195.75</c:v>
                </c:pt>
                <c:pt idx="820">
                  <c:v>200.1</c:v>
                </c:pt>
                <c:pt idx="821">
                  <c:v>200.9</c:v>
                </c:pt>
                <c:pt idx="822">
                  <c:v>198.7</c:v>
                </c:pt>
                <c:pt idx="823">
                  <c:v>199.55</c:v>
                </c:pt>
                <c:pt idx="824">
                  <c:v>209.5</c:v>
                </c:pt>
                <c:pt idx="825">
                  <c:v>207.7</c:v>
                </c:pt>
                <c:pt idx="826">
                  <c:v>201.4</c:v>
                </c:pt>
                <c:pt idx="827">
                  <c:v>200.1</c:v>
                </c:pt>
                <c:pt idx="828">
                  <c:v>203.2</c:v>
                </c:pt>
                <c:pt idx="829">
                  <c:v>201.6</c:v>
                </c:pt>
                <c:pt idx="830">
                  <c:v>206.6</c:v>
                </c:pt>
                <c:pt idx="831">
                  <c:v>205.2</c:v>
                </c:pt>
                <c:pt idx="832">
                  <c:v>206.8</c:v>
                </c:pt>
                <c:pt idx="833">
                  <c:v>205.6</c:v>
                </c:pt>
                <c:pt idx="834">
                  <c:v>205.1</c:v>
                </c:pt>
                <c:pt idx="835">
                  <c:v>204.2</c:v>
                </c:pt>
                <c:pt idx="836">
                  <c:v>197.05</c:v>
                </c:pt>
                <c:pt idx="837">
                  <c:v>195.6</c:v>
                </c:pt>
                <c:pt idx="838">
                  <c:v>192.55</c:v>
                </c:pt>
                <c:pt idx="839">
                  <c:v>197.75</c:v>
                </c:pt>
                <c:pt idx="840">
                  <c:v>201.4</c:v>
                </c:pt>
                <c:pt idx="841">
                  <c:v>203</c:v>
                </c:pt>
                <c:pt idx="842">
                  <c:v>198.55</c:v>
                </c:pt>
                <c:pt idx="843">
                  <c:v>203.9</c:v>
                </c:pt>
                <c:pt idx="844">
                  <c:v>192.55</c:v>
                </c:pt>
                <c:pt idx="845">
                  <c:v>191.9</c:v>
                </c:pt>
                <c:pt idx="846">
                  <c:v>188.1</c:v>
                </c:pt>
                <c:pt idx="847">
                  <c:v>182</c:v>
                </c:pt>
                <c:pt idx="848">
                  <c:v>179.45</c:v>
                </c:pt>
                <c:pt idx="849">
                  <c:v>184.1</c:v>
                </c:pt>
                <c:pt idx="850">
                  <c:v>182.2</c:v>
                </c:pt>
                <c:pt idx="851">
                  <c:v>186.9</c:v>
                </c:pt>
                <c:pt idx="852">
                  <c:v>180.4</c:v>
                </c:pt>
                <c:pt idx="853">
                  <c:v>182.8</c:v>
                </c:pt>
                <c:pt idx="854">
                  <c:v>177.05</c:v>
                </c:pt>
                <c:pt idx="855">
                  <c:v>177.1</c:v>
                </c:pt>
                <c:pt idx="856">
                  <c:v>179.4</c:v>
                </c:pt>
                <c:pt idx="857">
                  <c:v>177.8</c:v>
                </c:pt>
                <c:pt idx="858">
                  <c:v>176.5</c:v>
                </c:pt>
                <c:pt idx="859">
                  <c:v>178.35</c:v>
                </c:pt>
                <c:pt idx="860">
                  <c:v>183.8</c:v>
                </c:pt>
                <c:pt idx="861">
                  <c:v>187.2</c:v>
                </c:pt>
                <c:pt idx="862">
                  <c:v>189.55</c:v>
                </c:pt>
                <c:pt idx="863">
                  <c:v>181.4</c:v>
                </c:pt>
                <c:pt idx="864">
                  <c:v>177.65</c:v>
                </c:pt>
                <c:pt idx="865">
                  <c:v>181.25</c:v>
                </c:pt>
                <c:pt idx="866">
                  <c:v>177.7</c:v>
                </c:pt>
                <c:pt idx="867">
                  <c:v>180.55</c:v>
                </c:pt>
                <c:pt idx="868">
                  <c:v>177.05</c:v>
                </c:pt>
                <c:pt idx="869">
                  <c:v>180.9</c:v>
                </c:pt>
                <c:pt idx="870">
                  <c:v>176.5</c:v>
                </c:pt>
                <c:pt idx="871">
                  <c:v>173.65</c:v>
                </c:pt>
                <c:pt idx="872">
                  <c:v>166.2</c:v>
                </c:pt>
                <c:pt idx="873">
                  <c:v>162.65</c:v>
                </c:pt>
                <c:pt idx="874">
                  <c:v>168</c:v>
                </c:pt>
                <c:pt idx="875">
                  <c:v>166.8</c:v>
                </c:pt>
                <c:pt idx="876">
                  <c:v>167.3</c:v>
                </c:pt>
                <c:pt idx="877">
                  <c:v>172</c:v>
                </c:pt>
                <c:pt idx="878">
                  <c:v>174.95</c:v>
                </c:pt>
                <c:pt idx="879">
                  <c:v>174</c:v>
                </c:pt>
                <c:pt idx="880">
                  <c:v>176.1</c:v>
                </c:pt>
                <c:pt idx="881">
                  <c:v>179.7</c:v>
                </c:pt>
                <c:pt idx="882">
                  <c:v>177.7</c:v>
                </c:pt>
                <c:pt idx="883">
                  <c:v>178.85</c:v>
                </c:pt>
                <c:pt idx="884">
                  <c:v>175.4</c:v>
                </c:pt>
                <c:pt idx="885">
                  <c:v>175.2</c:v>
                </c:pt>
                <c:pt idx="886">
                  <c:v>177.65</c:v>
                </c:pt>
                <c:pt idx="887">
                  <c:v>181.9</c:v>
                </c:pt>
                <c:pt idx="888">
                  <c:v>182.2</c:v>
                </c:pt>
                <c:pt idx="889">
                  <c:v>184.15</c:v>
                </c:pt>
                <c:pt idx="890">
                  <c:v>189</c:v>
                </c:pt>
                <c:pt idx="891">
                  <c:v>190.7</c:v>
                </c:pt>
                <c:pt idx="892">
                  <c:v>191</c:v>
                </c:pt>
                <c:pt idx="893">
                  <c:v>189.75</c:v>
                </c:pt>
                <c:pt idx="894">
                  <c:v>189.35</c:v>
                </c:pt>
                <c:pt idx="895">
                  <c:v>188.45</c:v>
                </c:pt>
                <c:pt idx="896">
                  <c:v>193.05</c:v>
                </c:pt>
                <c:pt idx="897">
                  <c:v>195.45</c:v>
                </c:pt>
                <c:pt idx="898">
                  <c:v>196.3</c:v>
                </c:pt>
                <c:pt idx="899">
                  <c:v>193.4</c:v>
                </c:pt>
                <c:pt idx="900">
                  <c:v>197.2</c:v>
                </c:pt>
                <c:pt idx="901">
                  <c:v>197.45</c:v>
                </c:pt>
                <c:pt idx="902">
                  <c:v>198.25</c:v>
                </c:pt>
                <c:pt idx="903">
                  <c:v>194.5</c:v>
                </c:pt>
                <c:pt idx="904">
                  <c:v>196.55</c:v>
                </c:pt>
                <c:pt idx="905">
                  <c:v>204.2</c:v>
                </c:pt>
                <c:pt idx="906">
                  <c:v>206.2</c:v>
                </c:pt>
                <c:pt idx="907">
                  <c:v>206.9</c:v>
                </c:pt>
                <c:pt idx="908">
                  <c:v>209.1</c:v>
                </c:pt>
                <c:pt idx="909">
                  <c:v>212.2</c:v>
                </c:pt>
                <c:pt idx="910">
                  <c:v>210.4</c:v>
                </c:pt>
                <c:pt idx="911">
                  <c:v>208.1</c:v>
                </c:pt>
                <c:pt idx="912">
                  <c:v>210.7</c:v>
                </c:pt>
                <c:pt idx="913">
                  <c:v>206.9</c:v>
                </c:pt>
                <c:pt idx="914">
                  <c:v>208.4</c:v>
                </c:pt>
                <c:pt idx="915">
                  <c:v>209.4</c:v>
                </c:pt>
                <c:pt idx="916">
                  <c:v>209</c:v>
                </c:pt>
                <c:pt idx="917">
                  <c:v>208.1</c:v>
                </c:pt>
                <c:pt idx="918">
                  <c:v>206.3</c:v>
                </c:pt>
                <c:pt idx="919">
                  <c:v>208.8</c:v>
                </c:pt>
                <c:pt idx="920">
                  <c:v>205.3</c:v>
                </c:pt>
                <c:pt idx="921">
                  <c:v>203</c:v>
                </c:pt>
                <c:pt idx="922">
                  <c:v>203.2</c:v>
                </c:pt>
                <c:pt idx="923">
                  <c:v>205.5</c:v>
                </c:pt>
                <c:pt idx="924">
                  <c:v>205.8</c:v>
                </c:pt>
                <c:pt idx="925">
                  <c:v>199.85</c:v>
                </c:pt>
                <c:pt idx="926">
                  <c:v>198.55</c:v>
                </c:pt>
                <c:pt idx="927">
                  <c:v>196</c:v>
                </c:pt>
                <c:pt idx="928">
                  <c:v>193.2</c:v>
                </c:pt>
                <c:pt idx="929">
                  <c:v>191.85</c:v>
                </c:pt>
                <c:pt idx="930">
                  <c:v>196.65</c:v>
                </c:pt>
                <c:pt idx="931">
                  <c:v>190.65</c:v>
                </c:pt>
                <c:pt idx="932">
                  <c:v>191.8</c:v>
                </c:pt>
                <c:pt idx="933">
                  <c:v>194.15</c:v>
                </c:pt>
                <c:pt idx="934">
                  <c:v>194.3</c:v>
                </c:pt>
                <c:pt idx="935">
                  <c:v>195.55</c:v>
                </c:pt>
                <c:pt idx="936">
                  <c:v>199.7</c:v>
                </c:pt>
                <c:pt idx="937">
                  <c:v>195.55</c:v>
                </c:pt>
                <c:pt idx="938">
                  <c:v>200.5</c:v>
                </c:pt>
                <c:pt idx="939">
                  <c:v>199.4</c:v>
                </c:pt>
                <c:pt idx="940">
                  <c:v>196.55</c:v>
                </c:pt>
                <c:pt idx="941">
                  <c:v>196.5</c:v>
                </c:pt>
                <c:pt idx="942">
                  <c:v>193.6</c:v>
                </c:pt>
                <c:pt idx="943">
                  <c:v>196.25</c:v>
                </c:pt>
                <c:pt idx="944">
                  <c:v>191.8</c:v>
                </c:pt>
                <c:pt idx="945">
                  <c:v>190.15</c:v>
                </c:pt>
                <c:pt idx="946">
                  <c:v>194.5</c:v>
                </c:pt>
                <c:pt idx="947">
                  <c:v>196.55</c:v>
                </c:pt>
                <c:pt idx="948">
                  <c:v>195.2</c:v>
                </c:pt>
                <c:pt idx="949">
                  <c:v>190.05</c:v>
                </c:pt>
                <c:pt idx="950">
                  <c:v>191.7</c:v>
                </c:pt>
                <c:pt idx="951">
                  <c:v>189.75</c:v>
                </c:pt>
                <c:pt idx="952">
                  <c:v>196.4</c:v>
                </c:pt>
                <c:pt idx="953">
                  <c:v>193.2</c:v>
                </c:pt>
                <c:pt idx="954">
                  <c:v>194.4</c:v>
                </c:pt>
                <c:pt idx="955">
                  <c:v>189.65</c:v>
                </c:pt>
                <c:pt idx="956">
                  <c:v>187.75</c:v>
                </c:pt>
                <c:pt idx="957">
                  <c:v>190.05</c:v>
                </c:pt>
                <c:pt idx="958">
                  <c:v>188.95</c:v>
                </c:pt>
                <c:pt idx="959">
                  <c:v>186.7</c:v>
                </c:pt>
                <c:pt idx="960">
                  <c:v>187.3</c:v>
                </c:pt>
                <c:pt idx="961">
                  <c:v>191.4</c:v>
                </c:pt>
                <c:pt idx="962">
                  <c:v>193.5</c:v>
                </c:pt>
                <c:pt idx="963">
                  <c:v>191.85</c:v>
                </c:pt>
                <c:pt idx="964">
                  <c:v>192.3</c:v>
                </c:pt>
                <c:pt idx="965">
                  <c:v>190.2</c:v>
                </c:pt>
                <c:pt idx="966">
                  <c:v>194.05</c:v>
                </c:pt>
                <c:pt idx="967">
                  <c:v>199.05</c:v>
                </c:pt>
                <c:pt idx="968">
                  <c:v>197.95</c:v>
                </c:pt>
                <c:pt idx="969">
                  <c:v>197.25</c:v>
                </c:pt>
                <c:pt idx="970">
                  <c:v>198.9</c:v>
                </c:pt>
                <c:pt idx="971">
                  <c:v>199.5</c:v>
                </c:pt>
                <c:pt idx="972">
                  <c:v>199.1</c:v>
                </c:pt>
                <c:pt idx="973">
                  <c:v>195.95</c:v>
                </c:pt>
                <c:pt idx="974">
                  <c:v>196.65</c:v>
                </c:pt>
                <c:pt idx="975">
                  <c:v>201.4</c:v>
                </c:pt>
                <c:pt idx="976">
                  <c:v>200.5</c:v>
                </c:pt>
                <c:pt idx="977">
                  <c:v>204.3</c:v>
                </c:pt>
                <c:pt idx="978">
                  <c:v>203</c:v>
                </c:pt>
                <c:pt idx="979">
                  <c:v>209.2</c:v>
                </c:pt>
                <c:pt idx="980">
                  <c:v>209.8</c:v>
                </c:pt>
                <c:pt idx="981">
                  <c:v>207.9</c:v>
                </c:pt>
                <c:pt idx="982">
                  <c:v>208.2</c:v>
                </c:pt>
                <c:pt idx="983">
                  <c:v>205.9</c:v>
                </c:pt>
                <c:pt idx="984">
                  <c:v>205.9</c:v>
                </c:pt>
                <c:pt idx="985">
                  <c:v>208.2</c:v>
                </c:pt>
                <c:pt idx="986">
                  <c:v>210</c:v>
                </c:pt>
                <c:pt idx="987">
                  <c:v>210.4</c:v>
                </c:pt>
                <c:pt idx="988">
                  <c:v>210.5</c:v>
                </c:pt>
                <c:pt idx="989">
                  <c:v>210.5</c:v>
                </c:pt>
                <c:pt idx="990">
                  <c:v>210</c:v>
                </c:pt>
                <c:pt idx="991">
                  <c:v>210.3</c:v>
                </c:pt>
                <c:pt idx="992">
                  <c:v>208.5</c:v>
                </c:pt>
                <c:pt idx="993">
                  <c:v>211.9</c:v>
                </c:pt>
                <c:pt idx="994">
                  <c:v>216.1</c:v>
                </c:pt>
                <c:pt idx="995">
                  <c:v>214.5</c:v>
                </c:pt>
                <c:pt idx="996">
                  <c:v>215.6</c:v>
                </c:pt>
                <c:pt idx="997">
                  <c:v>210.1</c:v>
                </c:pt>
                <c:pt idx="998">
                  <c:v>209.9</c:v>
                </c:pt>
                <c:pt idx="999">
                  <c:v>209.1</c:v>
                </c:pt>
                <c:pt idx="1000">
                  <c:v>209.4</c:v>
                </c:pt>
                <c:pt idx="1001">
                  <c:v>210.4</c:v>
                </c:pt>
                <c:pt idx="1002">
                  <c:v>212.1</c:v>
                </c:pt>
                <c:pt idx="1003">
                  <c:v>212</c:v>
                </c:pt>
                <c:pt idx="1004">
                  <c:v>209.2</c:v>
                </c:pt>
                <c:pt idx="1005">
                  <c:v>206.5</c:v>
                </c:pt>
                <c:pt idx="1006">
                  <c:v>204.9</c:v>
                </c:pt>
                <c:pt idx="1007">
                  <c:v>201.4</c:v>
                </c:pt>
                <c:pt idx="1008">
                  <c:v>202.6</c:v>
                </c:pt>
                <c:pt idx="1009">
                  <c:v>200.2</c:v>
                </c:pt>
                <c:pt idx="1010">
                  <c:v>198.7</c:v>
                </c:pt>
                <c:pt idx="1011">
                  <c:v>199.05</c:v>
                </c:pt>
                <c:pt idx="1012">
                  <c:v>199.15</c:v>
                </c:pt>
                <c:pt idx="1013">
                  <c:v>203</c:v>
                </c:pt>
                <c:pt idx="1014">
                  <c:v>200.2</c:v>
                </c:pt>
                <c:pt idx="1015">
                  <c:v>202.5</c:v>
                </c:pt>
                <c:pt idx="1016">
                  <c:v>203.8</c:v>
                </c:pt>
                <c:pt idx="1017">
                  <c:v>206.1</c:v>
                </c:pt>
                <c:pt idx="1018">
                  <c:v>205.9</c:v>
                </c:pt>
                <c:pt idx="1019">
                  <c:v>208.9</c:v>
                </c:pt>
                <c:pt idx="1020">
                  <c:v>216</c:v>
                </c:pt>
                <c:pt idx="1021">
                  <c:v>213.5</c:v>
                </c:pt>
                <c:pt idx="1022">
                  <c:v>216.9</c:v>
                </c:pt>
                <c:pt idx="1023">
                  <c:v>216.7</c:v>
                </c:pt>
                <c:pt idx="1024">
                  <c:v>217.6</c:v>
                </c:pt>
                <c:pt idx="1025">
                  <c:v>217.3</c:v>
                </c:pt>
                <c:pt idx="1026">
                  <c:v>221.3</c:v>
                </c:pt>
                <c:pt idx="1027">
                  <c:v>222.7</c:v>
                </c:pt>
                <c:pt idx="1028">
                  <c:v>219.4</c:v>
                </c:pt>
                <c:pt idx="1029">
                  <c:v>222.6</c:v>
                </c:pt>
                <c:pt idx="1030">
                  <c:v>224.1</c:v>
                </c:pt>
                <c:pt idx="1031">
                  <c:v>223.4</c:v>
                </c:pt>
                <c:pt idx="1032">
                  <c:v>224.6</c:v>
                </c:pt>
                <c:pt idx="1033">
                  <c:v>227.5</c:v>
                </c:pt>
                <c:pt idx="1034">
                  <c:v>232.7</c:v>
                </c:pt>
                <c:pt idx="1035">
                  <c:v>232.4</c:v>
                </c:pt>
                <c:pt idx="1036">
                  <c:v>228.9</c:v>
                </c:pt>
                <c:pt idx="1037">
                  <c:v>230</c:v>
                </c:pt>
                <c:pt idx="1038">
                  <c:v>246.8</c:v>
                </c:pt>
                <c:pt idx="1039">
                  <c:v>242</c:v>
                </c:pt>
                <c:pt idx="1040">
                  <c:v>243.8</c:v>
                </c:pt>
                <c:pt idx="1041">
                  <c:v>245.8</c:v>
                </c:pt>
                <c:pt idx="1042">
                  <c:v>247.3</c:v>
                </c:pt>
                <c:pt idx="1043">
                  <c:v>250.2</c:v>
                </c:pt>
                <c:pt idx="1044">
                  <c:v>242.6</c:v>
                </c:pt>
                <c:pt idx="1045">
                  <c:v>246.1</c:v>
                </c:pt>
                <c:pt idx="1046">
                  <c:v>245.7</c:v>
                </c:pt>
                <c:pt idx="1047">
                  <c:v>248.9</c:v>
                </c:pt>
                <c:pt idx="1048">
                  <c:v>250.6</c:v>
                </c:pt>
                <c:pt idx="1049">
                  <c:v>249</c:v>
                </c:pt>
                <c:pt idx="1050">
                  <c:v>247</c:v>
                </c:pt>
                <c:pt idx="1051">
                  <c:v>246.1</c:v>
                </c:pt>
                <c:pt idx="1052">
                  <c:v>245.5</c:v>
                </c:pt>
                <c:pt idx="1053">
                  <c:v>247</c:v>
                </c:pt>
                <c:pt idx="1054">
                  <c:v>244.8</c:v>
                </c:pt>
                <c:pt idx="1055">
                  <c:v>246.9</c:v>
                </c:pt>
                <c:pt idx="1056">
                  <c:v>245.3</c:v>
                </c:pt>
                <c:pt idx="1057">
                  <c:v>246.1</c:v>
                </c:pt>
                <c:pt idx="1058">
                  <c:v>248.5</c:v>
                </c:pt>
                <c:pt idx="1059">
                  <c:v>256.39999999999998</c:v>
                </c:pt>
                <c:pt idx="1060">
                  <c:v>255.7</c:v>
                </c:pt>
                <c:pt idx="1061">
                  <c:v>255</c:v>
                </c:pt>
                <c:pt idx="1062">
                  <c:v>254.9</c:v>
                </c:pt>
                <c:pt idx="1063">
                  <c:v>252.9</c:v>
                </c:pt>
                <c:pt idx="1064">
                  <c:v>248.4</c:v>
                </c:pt>
                <c:pt idx="1065">
                  <c:v>242.3</c:v>
                </c:pt>
                <c:pt idx="1066">
                  <c:v>245</c:v>
                </c:pt>
                <c:pt idx="1067">
                  <c:v>240.8</c:v>
                </c:pt>
                <c:pt idx="1068">
                  <c:v>248</c:v>
                </c:pt>
                <c:pt idx="1069">
                  <c:v>242</c:v>
                </c:pt>
                <c:pt idx="1070">
                  <c:v>243.9</c:v>
                </c:pt>
                <c:pt idx="1071">
                  <c:v>246.9</c:v>
                </c:pt>
                <c:pt idx="1072">
                  <c:v>248</c:v>
                </c:pt>
                <c:pt idx="1073">
                  <c:v>247.7</c:v>
                </c:pt>
                <c:pt idx="1074">
                  <c:v>243.9</c:v>
                </c:pt>
                <c:pt idx="1075">
                  <c:v>247</c:v>
                </c:pt>
                <c:pt idx="1076">
                  <c:v>246</c:v>
                </c:pt>
                <c:pt idx="1077">
                  <c:v>247.7</c:v>
                </c:pt>
                <c:pt idx="1078">
                  <c:v>246.4</c:v>
                </c:pt>
                <c:pt idx="1079">
                  <c:v>249.3</c:v>
                </c:pt>
                <c:pt idx="1080">
                  <c:v>247.8</c:v>
                </c:pt>
                <c:pt idx="1081">
                  <c:v>248.3</c:v>
                </c:pt>
                <c:pt idx="1082">
                  <c:v>248.9</c:v>
                </c:pt>
                <c:pt idx="1083">
                  <c:v>248.9</c:v>
                </c:pt>
                <c:pt idx="1084">
                  <c:v>251.8</c:v>
                </c:pt>
                <c:pt idx="1085">
                  <c:v>252.1</c:v>
                </c:pt>
                <c:pt idx="1086">
                  <c:v>255.2</c:v>
                </c:pt>
                <c:pt idx="1087">
                  <c:v>259.60000000000002</c:v>
                </c:pt>
                <c:pt idx="1088">
                  <c:v>255.5</c:v>
                </c:pt>
                <c:pt idx="1089">
                  <c:v>255.3</c:v>
                </c:pt>
                <c:pt idx="1090">
                  <c:v>254.5</c:v>
                </c:pt>
                <c:pt idx="1091">
                  <c:v>251.7</c:v>
                </c:pt>
                <c:pt idx="1092">
                  <c:v>252.1</c:v>
                </c:pt>
                <c:pt idx="1093">
                  <c:v>254.5</c:v>
                </c:pt>
                <c:pt idx="1094">
                  <c:v>254.3</c:v>
                </c:pt>
                <c:pt idx="1095">
                  <c:v>251.6</c:v>
                </c:pt>
                <c:pt idx="1096">
                  <c:v>251.3</c:v>
                </c:pt>
                <c:pt idx="1097">
                  <c:v>252.3</c:v>
                </c:pt>
                <c:pt idx="1098">
                  <c:v>249.3</c:v>
                </c:pt>
                <c:pt idx="1099">
                  <c:v>253.1</c:v>
                </c:pt>
                <c:pt idx="1100">
                  <c:v>265</c:v>
                </c:pt>
                <c:pt idx="1101">
                  <c:v>269.5</c:v>
                </c:pt>
                <c:pt idx="1102">
                  <c:v>268.89999999999998</c:v>
                </c:pt>
                <c:pt idx="1103">
                  <c:v>269.89999999999998</c:v>
                </c:pt>
                <c:pt idx="1104">
                  <c:v>268</c:v>
                </c:pt>
                <c:pt idx="1105">
                  <c:v>269.39999999999998</c:v>
                </c:pt>
                <c:pt idx="1106">
                  <c:v>272.39999999999998</c:v>
                </c:pt>
                <c:pt idx="1107">
                  <c:v>270.3</c:v>
                </c:pt>
                <c:pt idx="1108">
                  <c:v>270.8</c:v>
                </c:pt>
                <c:pt idx="1109">
                  <c:v>270.3</c:v>
                </c:pt>
                <c:pt idx="1110">
                  <c:v>273.60000000000002</c:v>
                </c:pt>
                <c:pt idx="1111">
                  <c:v>275.89999999999998</c:v>
                </c:pt>
                <c:pt idx="1112">
                  <c:v>278.8</c:v>
                </c:pt>
                <c:pt idx="1113">
                  <c:v>269.5</c:v>
                </c:pt>
                <c:pt idx="1114">
                  <c:v>265.5</c:v>
                </c:pt>
                <c:pt idx="1115">
                  <c:v>266.8</c:v>
                </c:pt>
                <c:pt idx="1116">
                  <c:v>271.7</c:v>
                </c:pt>
                <c:pt idx="1117">
                  <c:v>270</c:v>
                </c:pt>
                <c:pt idx="1118">
                  <c:v>270.3</c:v>
                </c:pt>
                <c:pt idx="1119">
                  <c:v>266.60000000000002</c:v>
                </c:pt>
                <c:pt idx="1120">
                  <c:v>271.3</c:v>
                </c:pt>
                <c:pt idx="1121">
                  <c:v>279.10000000000002</c:v>
                </c:pt>
                <c:pt idx="1122">
                  <c:v>278.2</c:v>
                </c:pt>
                <c:pt idx="1123">
                  <c:v>278.2</c:v>
                </c:pt>
                <c:pt idx="1124">
                  <c:v>276.2</c:v>
                </c:pt>
                <c:pt idx="1125">
                  <c:v>276.60000000000002</c:v>
                </c:pt>
                <c:pt idx="1126">
                  <c:v>276.39999999999998</c:v>
                </c:pt>
                <c:pt idx="1127">
                  <c:v>280</c:v>
                </c:pt>
                <c:pt idx="1128">
                  <c:v>279.5</c:v>
                </c:pt>
                <c:pt idx="1129">
                  <c:v>281.3</c:v>
                </c:pt>
                <c:pt idx="1130">
                  <c:v>280.60000000000002</c:v>
                </c:pt>
                <c:pt idx="1131">
                  <c:v>281.3</c:v>
                </c:pt>
                <c:pt idx="1132">
                  <c:v>281.2</c:v>
                </c:pt>
                <c:pt idx="1133">
                  <c:v>280.3</c:v>
                </c:pt>
                <c:pt idx="1134">
                  <c:v>281</c:v>
                </c:pt>
                <c:pt idx="1135">
                  <c:v>280.10000000000002</c:v>
                </c:pt>
                <c:pt idx="1136">
                  <c:v>282.60000000000002</c:v>
                </c:pt>
                <c:pt idx="1137">
                  <c:v>281.60000000000002</c:v>
                </c:pt>
                <c:pt idx="1138">
                  <c:v>283.89999999999998</c:v>
                </c:pt>
                <c:pt idx="1139">
                  <c:v>291.3</c:v>
                </c:pt>
                <c:pt idx="1140">
                  <c:v>296</c:v>
                </c:pt>
                <c:pt idx="1141">
                  <c:v>299.5</c:v>
                </c:pt>
                <c:pt idx="1142">
                  <c:v>296.3</c:v>
                </c:pt>
                <c:pt idx="1143">
                  <c:v>294.60000000000002</c:v>
                </c:pt>
                <c:pt idx="1144">
                  <c:v>295.8</c:v>
                </c:pt>
                <c:pt idx="1145">
                  <c:v>287.5</c:v>
                </c:pt>
                <c:pt idx="1146">
                  <c:v>288.2</c:v>
                </c:pt>
                <c:pt idx="1147">
                  <c:v>289.5</c:v>
                </c:pt>
                <c:pt idx="1148">
                  <c:v>290.10000000000002</c:v>
                </c:pt>
                <c:pt idx="1149">
                  <c:v>289.60000000000002</c:v>
                </c:pt>
                <c:pt idx="1150">
                  <c:v>288.8</c:v>
                </c:pt>
                <c:pt idx="1151">
                  <c:v>292.89999999999998</c:v>
                </c:pt>
                <c:pt idx="1152">
                  <c:v>292.10000000000002</c:v>
                </c:pt>
                <c:pt idx="1153">
                  <c:v>289</c:v>
                </c:pt>
                <c:pt idx="1154">
                  <c:v>288.2</c:v>
                </c:pt>
                <c:pt idx="1155">
                  <c:v>286</c:v>
                </c:pt>
                <c:pt idx="1156">
                  <c:v>286.7</c:v>
                </c:pt>
                <c:pt idx="1157">
                  <c:v>287</c:v>
                </c:pt>
                <c:pt idx="1158">
                  <c:v>287.10000000000002</c:v>
                </c:pt>
                <c:pt idx="1159">
                  <c:v>286.10000000000002</c:v>
                </c:pt>
                <c:pt idx="1160">
                  <c:v>291.8</c:v>
                </c:pt>
                <c:pt idx="1161">
                  <c:v>292.2</c:v>
                </c:pt>
                <c:pt idx="1162">
                  <c:v>291.39999999999998</c:v>
                </c:pt>
                <c:pt idx="1163">
                  <c:v>289.89999999999998</c:v>
                </c:pt>
                <c:pt idx="1164">
                  <c:v>289</c:v>
                </c:pt>
                <c:pt idx="1165">
                  <c:v>288.10000000000002</c:v>
                </c:pt>
                <c:pt idx="1166">
                  <c:v>285.39999999999998</c:v>
                </c:pt>
                <c:pt idx="1167">
                  <c:v>281.89999999999998</c:v>
                </c:pt>
                <c:pt idx="1168">
                  <c:v>282.60000000000002</c:v>
                </c:pt>
                <c:pt idx="1169">
                  <c:v>282.7</c:v>
                </c:pt>
                <c:pt idx="1170">
                  <c:v>288.5</c:v>
                </c:pt>
                <c:pt idx="1171">
                  <c:v>285.2</c:v>
                </c:pt>
                <c:pt idx="1172">
                  <c:v>288.10000000000002</c:v>
                </c:pt>
                <c:pt idx="1173">
                  <c:v>289.3</c:v>
                </c:pt>
                <c:pt idx="1174">
                  <c:v>284.2</c:v>
                </c:pt>
                <c:pt idx="1175">
                  <c:v>279.60000000000002</c:v>
                </c:pt>
                <c:pt idx="1176">
                  <c:v>285.89999999999998</c:v>
                </c:pt>
                <c:pt idx="1177">
                  <c:v>287.3</c:v>
                </c:pt>
                <c:pt idx="1178">
                  <c:v>287.2</c:v>
                </c:pt>
                <c:pt idx="1179">
                  <c:v>285.7</c:v>
                </c:pt>
                <c:pt idx="1180">
                  <c:v>286.8</c:v>
                </c:pt>
                <c:pt idx="1181">
                  <c:v>289</c:v>
                </c:pt>
                <c:pt idx="1182">
                  <c:v>293.10000000000002</c:v>
                </c:pt>
                <c:pt idx="1183">
                  <c:v>294.2</c:v>
                </c:pt>
                <c:pt idx="1184">
                  <c:v>293</c:v>
                </c:pt>
                <c:pt idx="1185">
                  <c:v>284.2</c:v>
                </c:pt>
                <c:pt idx="1186">
                  <c:v>283.5</c:v>
                </c:pt>
                <c:pt idx="1187">
                  <c:v>285.2</c:v>
                </c:pt>
                <c:pt idx="1188">
                  <c:v>280.8</c:v>
                </c:pt>
                <c:pt idx="1189">
                  <c:v>278.8</c:v>
                </c:pt>
                <c:pt idx="1190">
                  <c:v>279.3</c:v>
                </c:pt>
                <c:pt idx="1191">
                  <c:v>280.39999999999998</c:v>
                </c:pt>
                <c:pt idx="1192">
                  <c:v>279.3</c:v>
                </c:pt>
                <c:pt idx="1193">
                  <c:v>278.2</c:v>
                </c:pt>
                <c:pt idx="1194">
                  <c:v>282</c:v>
                </c:pt>
                <c:pt idx="1195">
                  <c:v>284</c:v>
                </c:pt>
                <c:pt idx="1196">
                  <c:v>279.8</c:v>
                </c:pt>
                <c:pt idx="1197">
                  <c:v>281.5</c:v>
                </c:pt>
                <c:pt idx="1198">
                  <c:v>287.2</c:v>
                </c:pt>
                <c:pt idx="1199">
                  <c:v>273.8</c:v>
                </c:pt>
                <c:pt idx="1200">
                  <c:v>273</c:v>
                </c:pt>
                <c:pt idx="1201">
                  <c:v>272.7</c:v>
                </c:pt>
                <c:pt idx="1202">
                  <c:v>271.10000000000002</c:v>
                </c:pt>
                <c:pt idx="1203">
                  <c:v>272.7</c:v>
                </c:pt>
                <c:pt idx="1204">
                  <c:v>278.3</c:v>
                </c:pt>
                <c:pt idx="1205">
                  <c:v>279.7</c:v>
                </c:pt>
                <c:pt idx="1206">
                  <c:v>282.8</c:v>
                </c:pt>
                <c:pt idx="1207">
                  <c:v>281.2</c:v>
                </c:pt>
                <c:pt idx="1208">
                  <c:v>283.2</c:v>
                </c:pt>
                <c:pt idx="1209">
                  <c:v>282.8</c:v>
                </c:pt>
                <c:pt idx="1210">
                  <c:v>286.2</c:v>
                </c:pt>
                <c:pt idx="1211">
                  <c:v>283</c:v>
                </c:pt>
                <c:pt idx="1212">
                  <c:v>291.3</c:v>
                </c:pt>
                <c:pt idx="1213">
                  <c:v>291.60000000000002</c:v>
                </c:pt>
                <c:pt idx="1214">
                  <c:v>295</c:v>
                </c:pt>
                <c:pt idx="1215">
                  <c:v>297.2</c:v>
                </c:pt>
                <c:pt idx="1216">
                  <c:v>298.39999999999998</c:v>
                </c:pt>
                <c:pt idx="1217">
                  <c:v>293.60000000000002</c:v>
                </c:pt>
                <c:pt idx="1218">
                  <c:v>288.7</c:v>
                </c:pt>
                <c:pt idx="1219">
                  <c:v>285.10000000000002</c:v>
                </c:pt>
                <c:pt idx="1220">
                  <c:v>284.39999999999998</c:v>
                </c:pt>
                <c:pt idx="1221">
                  <c:v>286.10000000000002</c:v>
                </c:pt>
                <c:pt idx="1222">
                  <c:v>284.89999999999998</c:v>
                </c:pt>
                <c:pt idx="1223">
                  <c:v>284.5</c:v>
                </c:pt>
                <c:pt idx="1224">
                  <c:v>283</c:v>
                </c:pt>
                <c:pt idx="1225">
                  <c:v>282.60000000000002</c:v>
                </c:pt>
                <c:pt idx="1226">
                  <c:v>281.8</c:v>
                </c:pt>
                <c:pt idx="1227">
                  <c:v>285.5</c:v>
                </c:pt>
                <c:pt idx="1228">
                  <c:v>287.2</c:v>
                </c:pt>
                <c:pt idx="1229">
                  <c:v>303.3</c:v>
                </c:pt>
                <c:pt idx="1230">
                  <c:v>308.7</c:v>
                </c:pt>
                <c:pt idx="1231">
                  <c:v>311.89999999999998</c:v>
                </c:pt>
                <c:pt idx="1232">
                  <c:v>310.89999999999998</c:v>
                </c:pt>
                <c:pt idx="1233">
                  <c:v>314.3</c:v>
                </c:pt>
                <c:pt idx="1234">
                  <c:v>316</c:v>
                </c:pt>
                <c:pt idx="1235">
                  <c:v>314.7</c:v>
                </c:pt>
                <c:pt idx="1236">
                  <c:v>321</c:v>
                </c:pt>
                <c:pt idx="1237">
                  <c:v>324</c:v>
                </c:pt>
                <c:pt idx="1238">
                  <c:v>325.39999999999998</c:v>
                </c:pt>
                <c:pt idx="1239">
                  <c:v>325.3</c:v>
                </c:pt>
                <c:pt idx="1240">
                  <c:v>329.6</c:v>
                </c:pt>
                <c:pt idx="1241">
                  <c:v>332</c:v>
                </c:pt>
                <c:pt idx="1242">
                  <c:v>330.1</c:v>
                </c:pt>
                <c:pt idx="1243">
                  <c:v>335.3</c:v>
                </c:pt>
                <c:pt idx="1244">
                  <c:v>332.1</c:v>
                </c:pt>
                <c:pt idx="1245">
                  <c:v>336</c:v>
                </c:pt>
                <c:pt idx="1246">
                  <c:v>337.1</c:v>
                </c:pt>
                <c:pt idx="1247">
                  <c:v>336.4</c:v>
                </c:pt>
                <c:pt idx="1248">
                  <c:v>335.4</c:v>
                </c:pt>
                <c:pt idx="1249">
                  <c:v>330.6</c:v>
                </c:pt>
                <c:pt idx="1250">
                  <c:v>328.8</c:v>
                </c:pt>
                <c:pt idx="1251">
                  <c:v>326.89999999999998</c:v>
                </c:pt>
                <c:pt idx="1252">
                  <c:v>335.3</c:v>
                </c:pt>
                <c:pt idx="1253">
                  <c:v>337.1</c:v>
                </c:pt>
                <c:pt idx="1254">
                  <c:v>337</c:v>
                </c:pt>
                <c:pt idx="1255">
                  <c:v>340.7</c:v>
                </c:pt>
                <c:pt idx="1256">
                  <c:v>343.8</c:v>
                </c:pt>
                <c:pt idx="1257">
                  <c:v>342.5</c:v>
                </c:pt>
                <c:pt idx="1258">
                  <c:v>339</c:v>
                </c:pt>
                <c:pt idx="1259">
                  <c:v>331.2</c:v>
                </c:pt>
                <c:pt idx="1260">
                  <c:v>327.5</c:v>
                </c:pt>
                <c:pt idx="1261">
                  <c:v>316.3</c:v>
                </c:pt>
                <c:pt idx="1262">
                  <c:v>317</c:v>
                </c:pt>
                <c:pt idx="1263">
                  <c:v>314.3</c:v>
                </c:pt>
                <c:pt idx="1264">
                  <c:v>306.60000000000002</c:v>
                </c:pt>
                <c:pt idx="1265">
                  <c:v>304.89999999999998</c:v>
                </c:pt>
                <c:pt idx="1266">
                  <c:v>304.39999999999998</c:v>
                </c:pt>
                <c:pt idx="1267">
                  <c:v>304.39999999999998</c:v>
                </c:pt>
                <c:pt idx="1268">
                  <c:v>305.2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8757-4482-9868-FC555DA150D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27071104"/>
        <c:axId val="96481087"/>
      </c:lineChart>
      <c:dateAx>
        <c:axId val="1994488256"/>
        <c:scaling>
          <c:orientation val="minMax"/>
        </c:scaling>
        <c:delete val="0"/>
        <c:axPos val="b"/>
        <c:numFmt formatCode="dd\-mmm\-yy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1994485568"/>
        <c:crosses val="autoZero"/>
        <c:auto val="1"/>
        <c:lblOffset val="100"/>
        <c:baseTimeUnit val="days"/>
      </c:dateAx>
      <c:valAx>
        <c:axId val="19944855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1994488256"/>
        <c:crosses val="autoZero"/>
        <c:crossBetween val="between"/>
        <c:majorUnit val="0.2"/>
      </c:valAx>
      <c:valAx>
        <c:axId val="96481087"/>
        <c:scaling>
          <c:orientation val="minMax"/>
        </c:scaling>
        <c:delete val="0"/>
        <c:axPos val="r"/>
        <c:numFmt formatCode="_(&quot;€&quot;* #,##0.00_);_(&quot;€&quot;* \(#,##0.00\);_(&quot;€&quot;* &quot;-&quot;??_);_(@_)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2027071104"/>
        <c:crosses val="max"/>
        <c:crossBetween val="between"/>
        <c:majorUnit val="50"/>
      </c:valAx>
      <c:dateAx>
        <c:axId val="2027071104"/>
        <c:scaling>
          <c:orientation val="minMax"/>
        </c:scaling>
        <c:delete val="1"/>
        <c:axPos val="b"/>
        <c:numFmt formatCode="dd\-mmm\-yyyy" sourceLinked="1"/>
        <c:majorTickMark val="out"/>
        <c:minorTickMark val="none"/>
        <c:tickLblPos val="nextTo"/>
        <c:crossAx val="96481087"/>
        <c:crosses val="autoZero"/>
        <c:auto val="1"/>
        <c:lblOffset val="100"/>
        <c:baseTimeUnit val="days"/>
      </c:date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it-IT"/>
        </a:p>
      </c:txPr>
    </c:legend>
    <c:plotVisOnly val="1"/>
    <c:dispBlanksAs val="gap"/>
    <c:showDLblsOverMax val="0"/>
  </c:chart>
  <c:spPr>
    <a:solidFill>
      <a:schemeClr val="bg1">
        <a:lumMod val="95000"/>
      </a:schemeClr>
    </a:solidFill>
    <a:ln>
      <a:noFill/>
    </a:ln>
    <a:effectLst/>
  </c:spPr>
  <c:txPr>
    <a:bodyPr/>
    <a:lstStyle/>
    <a:p>
      <a:pPr>
        <a:defRPr/>
      </a:pPr>
      <a:endParaRPr lang="it-IT"/>
    </a:p>
  </c:txPr>
  <c:externalData r:id="rId3">
    <c:autoUpdate val="0"/>
  </c:externalData>
</c:chartSpace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'Rendimenti RACE.MI'!$A$3:$A$1270</cx:f>
        <cx:lvl ptCount="1268">
          <cx:pt idx="0">03-gen-2019</cx:pt>
          <cx:pt idx="1">04-gen-2019</cx:pt>
          <cx:pt idx="2">07-gen-2019</cx:pt>
          <cx:pt idx="3">08-gen-2019</cx:pt>
          <cx:pt idx="4">09-gen-2019</cx:pt>
          <cx:pt idx="5">10-gen-2019</cx:pt>
          <cx:pt idx="6">11-gen-2019</cx:pt>
          <cx:pt idx="7">14-gen-2019</cx:pt>
          <cx:pt idx="8">15-gen-2019</cx:pt>
          <cx:pt idx="9">16-gen-2019</cx:pt>
          <cx:pt idx="10">17-gen-2019</cx:pt>
          <cx:pt idx="11">18-gen-2019</cx:pt>
          <cx:pt idx="12">21-gen-2019</cx:pt>
          <cx:pt idx="13">22-gen-2019</cx:pt>
          <cx:pt idx="14">23-gen-2019</cx:pt>
          <cx:pt idx="15">24-gen-2019</cx:pt>
          <cx:pt idx="16">25-gen-2019</cx:pt>
          <cx:pt idx="17">28-gen-2019</cx:pt>
          <cx:pt idx="18">29-gen-2019</cx:pt>
          <cx:pt idx="19">30-gen-2019</cx:pt>
          <cx:pt idx="20">31-gen-2019</cx:pt>
          <cx:pt idx="21">01-feb-2019</cx:pt>
          <cx:pt idx="22">04-feb-2019</cx:pt>
          <cx:pt idx="23">05-feb-2019</cx:pt>
          <cx:pt idx="24">06-feb-2019</cx:pt>
          <cx:pt idx="25">07-feb-2019</cx:pt>
          <cx:pt idx="26">08-feb-2019</cx:pt>
          <cx:pt idx="27">11-feb-2019</cx:pt>
          <cx:pt idx="28">12-feb-2019</cx:pt>
          <cx:pt idx="29">13-feb-2019</cx:pt>
          <cx:pt idx="30">14-feb-2019</cx:pt>
          <cx:pt idx="31">15-feb-2019</cx:pt>
          <cx:pt idx="32">18-feb-2019</cx:pt>
          <cx:pt idx="33">19-feb-2019</cx:pt>
          <cx:pt idx="34">20-feb-2019</cx:pt>
          <cx:pt idx="35">21-feb-2019</cx:pt>
          <cx:pt idx="36">22-feb-2019</cx:pt>
          <cx:pt idx="37">25-feb-2019</cx:pt>
          <cx:pt idx="38">26-feb-2019</cx:pt>
          <cx:pt idx="39">27-feb-2019</cx:pt>
          <cx:pt idx="40">28-feb-2019</cx:pt>
          <cx:pt idx="41">01-mar-2019</cx:pt>
          <cx:pt idx="42">04-mar-2019</cx:pt>
          <cx:pt idx="43">05-mar-2019</cx:pt>
          <cx:pt idx="44">06-mar-2019</cx:pt>
          <cx:pt idx="45">07-mar-2019</cx:pt>
          <cx:pt idx="46">08-mar-2019</cx:pt>
          <cx:pt idx="47">11-mar-2019</cx:pt>
          <cx:pt idx="48">12-mar-2019</cx:pt>
          <cx:pt idx="49">13-mar-2019</cx:pt>
          <cx:pt idx="50">14-mar-2019</cx:pt>
          <cx:pt idx="51">15-mar-2019</cx:pt>
          <cx:pt idx="52">18-mar-2019</cx:pt>
          <cx:pt idx="53">19-mar-2019</cx:pt>
          <cx:pt idx="54">20-mar-2019</cx:pt>
          <cx:pt idx="55">21-mar-2019</cx:pt>
          <cx:pt idx="56">22-mar-2019</cx:pt>
          <cx:pt idx="57">25-mar-2019</cx:pt>
          <cx:pt idx="58">26-mar-2019</cx:pt>
          <cx:pt idx="59">27-mar-2019</cx:pt>
          <cx:pt idx="60">28-mar-2019</cx:pt>
          <cx:pt idx="61">29-mar-2019</cx:pt>
          <cx:pt idx="62">01-apr-2019</cx:pt>
          <cx:pt idx="63">02-apr-2019</cx:pt>
          <cx:pt idx="64">03-apr-2019</cx:pt>
          <cx:pt idx="65">04-apr-2019</cx:pt>
          <cx:pt idx="66">05-apr-2019</cx:pt>
          <cx:pt idx="67">08-apr-2019</cx:pt>
          <cx:pt idx="68">09-apr-2019</cx:pt>
          <cx:pt idx="69">10-apr-2019</cx:pt>
          <cx:pt idx="70">11-apr-2019</cx:pt>
          <cx:pt idx="71">12-apr-2019</cx:pt>
          <cx:pt idx="72">15-apr-2019</cx:pt>
          <cx:pt idx="73">16-apr-2019</cx:pt>
          <cx:pt idx="74">17-apr-2019</cx:pt>
          <cx:pt idx="75">18-apr-2019</cx:pt>
          <cx:pt idx="76">23-apr-2019</cx:pt>
          <cx:pt idx="77">24-apr-2019</cx:pt>
          <cx:pt idx="78">25-apr-2019</cx:pt>
          <cx:pt idx="79">26-apr-2019</cx:pt>
          <cx:pt idx="80">29-apr-2019</cx:pt>
          <cx:pt idx="81">30-apr-2019</cx:pt>
          <cx:pt idx="82">02-mag-2019</cx:pt>
          <cx:pt idx="83">03-mag-2019</cx:pt>
          <cx:pt idx="84">06-mag-2019</cx:pt>
          <cx:pt idx="85">07-mag-2019</cx:pt>
          <cx:pt idx="86">08-mag-2019</cx:pt>
          <cx:pt idx="87">09-mag-2019</cx:pt>
          <cx:pt idx="88">10-mag-2019</cx:pt>
          <cx:pt idx="89">13-mag-2019</cx:pt>
          <cx:pt idx="90">14-mag-2019</cx:pt>
          <cx:pt idx="91">15-mag-2019</cx:pt>
          <cx:pt idx="92">16-mag-2019</cx:pt>
          <cx:pt idx="93">17-mag-2019</cx:pt>
          <cx:pt idx="94">20-mag-2019</cx:pt>
          <cx:pt idx="95">21-mag-2019</cx:pt>
          <cx:pt idx="96">22-mag-2019</cx:pt>
          <cx:pt idx="97">23-mag-2019</cx:pt>
          <cx:pt idx="98">24-mag-2019</cx:pt>
          <cx:pt idx="99">27-mag-2019</cx:pt>
          <cx:pt idx="100">28-mag-2019</cx:pt>
          <cx:pt idx="101">29-mag-2019</cx:pt>
          <cx:pt idx="102">30-mag-2019</cx:pt>
          <cx:pt idx="103">31-mag-2019</cx:pt>
          <cx:pt idx="104">03-giu-2019</cx:pt>
          <cx:pt idx="105">04-giu-2019</cx:pt>
          <cx:pt idx="106">05-giu-2019</cx:pt>
          <cx:pt idx="107">06-giu-2019</cx:pt>
          <cx:pt idx="108">07-giu-2019</cx:pt>
          <cx:pt idx="109">11-giu-2019</cx:pt>
          <cx:pt idx="110">12-giu-2019</cx:pt>
          <cx:pt idx="111">13-giu-2019</cx:pt>
          <cx:pt idx="112">14-giu-2019</cx:pt>
          <cx:pt idx="113">17-giu-2019</cx:pt>
          <cx:pt idx="114">18-giu-2019</cx:pt>
          <cx:pt idx="115">19-giu-2019</cx:pt>
          <cx:pt idx="116">20-giu-2019</cx:pt>
          <cx:pt idx="117">21-giu-2019</cx:pt>
          <cx:pt idx="118">24-giu-2019</cx:pt>
          <cx:pt idx="119">25-giu-2019</cx:pt>
          <cx:pt idx="120">26-giu-2019</cx:pt>
          <cx:pt idx="121">27-giu-2019</cx:pt>
          <cx:pt idx="122">28-giu-2019</cx:pt>
          <cx:pt idx="123">01-lug-2019</cx:pt>
          <cx:pt idx="124">02-lug-2019</cx:pt>
          <cx:pt idx="125">03-lug-2019</cx:pt>
          <cx:pt idx="126">04-lug-2019</cx:pt>
          <cx:pt idx="127">05-lug-2019</cx:pt>
          <cx:pt idx="128">08-lug-2019</cx:pt>
          <cx:pt idx="129">09-lug-2019</cx:pt>
          <cx:pt idx="130">10-lug-2019</cx:pt>
          <cx:pt idx="131">11-lug-2019</cx:pt>
          <cx:pt idx="132">12-lug-2019</cx:pt>
          <cx:pt idx="133">15-lug-2019</cx:pt>
          <cx:pt idx="134">16-lug-2019</cx:pt>
          <cx:pt idx="135">17-lug-2019</cx:pt>
          <cx:pt idx="136">18-lug-2019</cx:pt>
          <cx:pt idx="137">19-lug-2019</cx:pt>
          <cx:pt idx="138">22-lug-2019</cx:pt>
          <cx:pt idx="139">23-lug-2019</cx:pt>
          <cx:pt idx="140">24-lug-2019</cx:pt>
          <cx:pt idx="141">25-lug-2019</cx:pt>
          <cx:pt idx="142">26-lug-2019</cx:pt>
          <cx:pt idx="143">29-lug-2019</cx:pt>
          <cx:pt idx="144">30-lug-2019</cx:pt>
          <cx:pt idx="145">31-lug-2019</cx:pt>
          <cx:pt idx="146">01-ago-2019</cx:pt>
          <cx:pt idx="147">02-ago-2019</cx:pt>
          <cx:pt idx="148">05-ago-2019</cx:pt>
          <cx:pt idx="149">06-ago-2019</cx:pt>
          <cx:pt idx="150">07-ago-2019</cx:pt>
          <cx:pt idx="151">08-ago-2019</cx:pt>
          <cx:pt idx="152">09-ago-2019</cx:pt>
          <cx:pt idx="153">12-ago-2019</cx:pt>
          <cx:pt idx="154">13-ago-2019</cx:pt>
          <cx:pt idx="155">14-ago-2019</cx:pt>
          <cx:pt idx="156">16-ago-2019</cx:pt>
          <cx:pt idx="157">19-ago-2019</cx:pt>
          <cx:pt idx="158">20-ago-2019</cx:pt>
          <cx:pt idx="159">21-ago-2019</cx:pt>
          <cx:pt idx="160">22-ago-2019</cx:pt>
          <cx:pt idx="161">23-ago-2019</cx:pt>
          <cx:pt idx="162">26-ago-2019</cx:pt>
          <cx:pt idx="163">27-ago-2019</cx:pt>
          <cx:pt idx="164">28-ago-2019</cx:pt>
          <cx:pt idx="165">29-ago-2019</cx:pt>
          <cx:pt idx="166">30-ago-2019</cx:pt>
          <cx:pt idx="167">02-set-2019</cx:pt>
          <cx:pt idx="168">03-set-2019</cx:pt>
          <cx:pt idx="169">04-set-2019</cx:pt>
          <cx:pt idx="170">05-set-2019</cx:pt>
          <cx:pt idx="171">06-set-2019</cx:pt>
          <cx:pt idx="172">09-set-2019</cx:pt>
          <cx:pt idx="173">10-set-2019</cx:pt>
          <cx:pt idx="174">11-set-2019</cx:pt>
          <cx:pt idx="175">12-set-2019</cx:pt>
          <cx:pt idx="176">13-set-2019</cx:pt>
          <cx:pt idx="177">16-set-2019</cx:pt>
          <cx:pt idx="178">17-set-2019</cx:pt>
          <cx:pt idx="179">18-set-2019</cx:pt>
          <cx:pt idx="180">19-set-2019</cx:pt>
          <cx:pt idx="181">20-set-2019</cx:pt>
          <cx:pt idx="182">23-set-2019</cx:pt>
          <cx:pt idx="183">24-set-2019</cx:pt>
          <cx:pt idx="184">25-set-2019</cx:pt>
          <cx:pt idx="185">26-set-2019</cx:pt>
          <cx:pt idx="186">27-set-2019</cx:pt>
          <cx:pt idx="187">30-set-2019</cx:pt>
          <cx:pt idx="188">01-ott-2019</cx:pt>
          <cx:pt idx="189">02-ott-2019</cx:pt>
          <cx:pt idx="190">04-ott-2019</cx:pt>
          <cx:pt idx="191">07-ott-2019</cx:pt>
          <cx:pt idx="192">08-ott-2019</cx:pt>
          <cx:pt idx="193">09-ott-2019</cx:pt>
          <cx:pt idx="194">10-ott-2019</cx:pt>
          <cx:pt idx="195">11-ott-2019</cx:pt>
          <cx:pt idx="196">14-ott-2019</cx:pt>
          <cx:pt idx="197">15-ott-2019</cx:pt>
          <cx:pt idx="198">16-ott-2019</cx:pt>
          <cx:pt idx="199">17-ott-2019</cx:pt>
          <cx:pt idx="200">18-ott-2019</cx:pt>
          <cx:pt idx="201">21-ott-2019</cx:pt>
          <cx:pt idx="202">22-ott-2019</cx:pt>
          <cx:pt idx="203">23-ott-2019</cx:pt>
          <cx:pt idx="204">24-ott-2019</cx:pt>
          <cx:pt idx="205">25-ott-2019</cx:pt>
          <cx:pt idx="206">28-ott-2019</cx:pt>
          <cx:pt idx="207">29-ott-2019</cx:pt>
          <cx:pt idx="208">30-ott-2019</cx:pt>
          <cx:pt idx="209">31-ott-2019</cx:pt>
          <cx:pt idx="210">01-nov-2019</cx:pt>
          <cx:pt idx="211">04-nov-2019</cx:pt>
          <cx:pt idx="212">05-nov-2019</cx:pt>
          <cx:pt idx="213">06-nov-2019</cx:pt>
          <cx:pt idx="214">07-nov-2019</cx:pt>
          <cx:pt idx="215">08-nov-2019</cx:pt>
          <cx:pt idx="216">11-nov-2019</cx:pt>
          <cx:pt idx="217">12-nov-2019</cx:pt>
          <cx:pt idx="218">13-nov-2019</cx:pt>
          <cx:pt idx="219">14-nov-2019</cx:pt>
          <cx:pt idx="220">15-nov-2019</cx:pt>
          <cx:pt idx="221">18-nov-2019</cx:pt>
          <cx:pt idx="222">19-nov-2019</cx:pt>
          <cx:pt idx="223">20-nov-2019</cx:pt>
          <cx:pt idx="224">21-nov-2019</cx:pt>
          <cx:pt idx="225">22-nov-2019</cx:pt>
          <cx:pt idx="226">25-nov-2019</cx:pt>
          <cx:pt idx="227">26-nov-2019</cx:pt>
          <cx:pt idx="228">27-nov-2019</cx:pt>
          <cx:pt idx="229">28-nov-2019</cx:pt>
          <cx:pt idx="230">29-nov-2019</cx:pt>
          <cx:pt idx="231">02-dic-2019</cx:pt>
          <cx:pt idx="232">03-dic-2019</cx:pt>
          <cx:pt idx="233">04-dic-2019</cx:pt>
          <cx:pt idx="234">05-dic-2019</cx:pt>
          <cx:pt idx="235">06-dic-2019</cx:pt>
          <cx:pt idx="236">09-dic-2019</cx:pt>
          <cx:pt idx="237">10-dic-2019</cx:pt>
          <cx:pt idx="238">11-dic-2019</cx:pt>
          <cx:pt idx="239">12-dic-2019</cx:pt>
          <cx:pt idx="240">13-dic-2019</cx:pt>
          <cx:pt idx="241">16-dic-2019</cx:pt>
          <cx:pt idx="242">17-dic-2019</cx:pt>
          <cx:pt idx="243">18-dic-2019</cx:pt>
          <cx:pt idx="244">19-dic-2019</cx:pt>
          <cx:pt idx="245">20-dic-2019</cx:pt>
          <cx:pt idx="246">23-dic-2019</cx:pt>
          <cx:pt idx="247">27-dic-2019</cx:pt>
          <cx:pt idx="248">30-dic-2019</cx:pt>
          <cx:pt idx="249">02-gen-2020</cx:pt>
          <cx:pt idx="250">03-gen-2020</cx:pt>
          <cx:pt idx="251">06-gen-2020</cx:pt>
          <cx:pt idx="252">07-gen-2020</cx:pt>
          <cx:pt idx="253">08-gen-2020</cx:pt>
          <cx:pt idx="254">09-gen-2020</cx:pt>
          <cx:pt idx="255">10-gen-2020</cx:pt>
          <cx:pt idx="256">13-gen-2020</cx:pt>
          <cx:pt idx="257">14-gen-2020</cx:pt>
          <cx:pt idx="258">15-gen-2020</cx:pt>
          <cx:pt idx="259">16-gen-2020</cx:pt>
          <cx:pt idx="260">17-gen-2020</cx:pt>
          <cx:pt idx="261">20-gen-2020</cx:pt>
          <cx:pt idx="262">21-gen-2020</cx:pt>
          <cx:pt idx="263">22-gen-2020</cx:pt>
          <cx:pt idx="264">23-gen-2020</cx:pt>
          <cx:pt idx="265">24-gen-2020</cx:pt>
          <cx:pt idx="266">27-gen-2020</cx:pt>
          <cx:pt idx="267">28-gen-2020</cx:pt>
          <cx:pt idx="268">29-gen-2020</cx:pt>
          <cx:pt idx="269">30-gen-2020</cx:pt>
          <cx:pt idx="270">31-gen-2020</cx:pt>
          <cx:pt idx="271">03-feb-2020</cx:pt>
          <cx:pt idx="272">04-feb-2020</cx:pt>
          <cx:pt idx="273">05-feb-2020</cx:pt>
          <cx:pt idx="274">06-feb-2020</cx:pt>
          <cx:pt idx="275">07-feb-2020</cx:pt>
          <cx:pt idx="276">10-feb-2020</cx:pt>
          <cx:pt idx="277">11-feb-2020</cx:pt>
          <cx:pt idx="278">12-feb-2020</cx:pt>
          <cx:pt idx="279">13-feb-2020</cx:pt>
          <cx:pt idx="280">14-feb-2020</cx:pt>
          <cx:pt idx="281">17-feb-2020</cx:pt>
          <cx:pt idx="282">18-feb-2020</cx:pt>
          <cx:pt idx="283">19-feb-2020</cx:pt>
          <cx:pt idx="284">20-feb-2020</cx:pt>
          <cx:pt idx="285">21-feb-2020</cx:pt>
          <cx:pt idx="286">24-feb-2020</cx:pt>
          <cx:pt idx="287">25-feb-2020</cx:pt>
          <cx:pt idx="288">26-feb-2020</cx:pt>
          <cx:pt idx="289">27-feb-2020</cx:pt>
          <cx:pt idx="290">28-feb-2020</cx:pt>
          <cx:pt idx="291">02-mar-2020</cx:pt>
          <cx:pt idx="292">03-mar-2020</cx:pt>
          <cx:pt idx="293">04-mar-2020</cx:pt>
          <cx:pt idx="294">05-mar-2020</cx:pt>
          <cx:pt idx="295">06-mar-2020</cx:pt>
          <cx:pt idx="296">09-mar-2020</cx:pt>
          <cx:pt idx="297">10-mar-2020</cx:pt>
          <cx:pt idx="298">11-mar-2020</cx:pt>
          <cx:pt idx="299">12-mar-2020</cx:pt>
          <cx:pt idx="300">13-mar-2020</cx:pt>
          <cx:pt idx="301">16-mar-2020</cx:pt>
          <cx:pt idx="302">17-mar-2020</cx:pt>
          <cx:pt idx="303">18-mar-2020</cx:pt>
          <cx:pt idx="304">19-mar-2020</cx:pt>
          <cx:pt idx="305">20-mar-2020</cx:pt>
          <cx:pt idx="306">23-mar-2020</cx:pt>
          <cx:pt idx="307">24-mar-2020</cx:pt>
          <cx:pt idx="308">25-mar-2020</cx:pt>
          <cx:pt idx="309">26-mar-2020</cx:pt>
          <cx:pt idx="310">27-mar-2020</cx:pt>
          <cx:pt idx="311">30-mar-2020</cx:pt>
          <cx:pt idx="312">31-mar-2020</cx:pt>
          <cx:pt idx="313">01-apr-2020</cx:pt>
          <cx:pt idx="314">02-apr-2020</cx:pt>
          <cx:pt idx="315">03-apr-2020</cx:pt>
          <cx:pt idx="316">06-apr-2020</cx:pt>
          <cx:pt idx="317">07-apr-2020</cx:pt>
          <cx:pt idx="318">08-apr-2020</cx:pt>
          <cx:pt idx="319">09-apr-2020</cx:pt>
          <cx:pt idx="320">14-apr-2020</cx:pt>
          <cx:pt idx="321">15-apr-2020</cx:pt>
          <cx:pt idx="322">16-apr-2020</cx:pt>
          <cx:pt idx="323">17-apr-2020</cx:pt>
          <cx:pt idx="324">20-apr-2020</cx:pt>
          <cx:pt idx="325">21-apr-2020</cx:pt>
          <cx:pt idx="326">22-apr-2020</cx:pt>
          <cx:pt idx="327">23-apr-2020</cx:pt>
          <cx:pt idx="328">24-apr-2020</cx:pt>
          <cx:pt idx="329">27-apr-2020</cx:pt>
          <cx:pt idx="330">28-apr-2020</cx:pt>
          <cx:pt idx="331">29-apr-2020</cx:pt>
          <cx:pt idx="332">30-apr-2020</cx:pt>
          <cx:pt idx="333">04-mag-2020</cx:pt>
          <cx:pt idx="334">05-mag-2020</cx:pt>
          <cx:pt idx="335">06-mag-2020</cx:pt>
          <cx:pt idx="336">07-mag-2020</cx:pt>
          <cx:pt idx="337">08-mag-2020</cx:pt>
          <cx:pt idx="338">11-mag-2020</cx:pt>
          <cx:pt idx="339">12-mag-2020</cx:pt>
          <cx:pt idx="340">13-mag-2020</cx:pt>
          <cx:pt idx="341">14-mag-2020</cx:pt>
          <cx:pt idx="342">15-mag-2020</cx:pt>
          <cx:pt idx="343">18-mag-2020</cx:pt>
          <cx:pt idx="344">19-mag-2020</cx:pt>
          <cx:pt idx="345">20-mag-2020</cx:pt>
          <cx:pt idx="346">21-mag-2020</cx:pt>
          <cx:pt idx="347">22-mag-2020</cx:pt>
          <cx:pt idx="348">25-mag-2020</cx:pt>
          <cx:pt idx="349">26-mag-2020</cx:pt>
          <cx:pt idx="350">27-mag-2020</cx:pt>
          <cx:pt idx="351">28-mag-2020</cx:pt>
          <cx:pt idx="352">29-mag-2020</cx:pt>
          <cx:pt idx="353">02-giu-2020</cx:pt>
          <cx:pt idx="354">03-giu-2020</cx:pt>
          <cx:pt idx="355">04-giu-2020</cx:pt>
          <cx:pt idx="356">05-giu-2020</cx:pt>
          <cx:pt idx="357">08-giu-2020</cx:pt>
          <cx:pt idx="358">09-giu-2020</cx:pt>
          <cx:pt idx="359">10-giu-2020</cx:pt>
          <cx:pt idx="360">11-giu-2020</cx:pt>
          <cx:pt idx="361">12-giu-2020</cx:pt>
          <cx:pt idx="362">15-giu-2020</cx:pt>
          <cx:pt idx="363">16-giu-2020</cx:pt>
          <cx:pt idx="364">17-giu-2020</cx:pt>
          <cx:pt idx="365">18-giu-2020</cx:pt>
          <cx:pt idx="366">19-giu-2020</cx:pt>
          <cx:pt idx="367">22-giu-2020</cx:pt>
          <cx:pt idx="368">23-giu-2020</cx:pt>
          <cx:pt idx="369">24-giu-2020</cx:pt>
          <cx:pt idx="370">25-giu-2020</cx:pt>
          <cx:pt idx="371">26-giu-2020</cx:pt>
          <cx:pt idx="372">29-giu-2020</cx:pt>
          <cx:pt idx="373">30-giu-2020</cx:pt>
          <cx:pt idx="374">01-lug-2020</cx:pt>
          <cx:pt idx="375">02-lug-2020</cx:pt>
          <cx:pt idx="376">03-lug-2020</cx:pt>
          <cx:pt idx="377">06-lug-2020</cx:pt>
          <cx:pt idx="378">07-lug-2020</cx:pt>
          <cx:pt idx="379">08-lug-2020</cx:pt>
          <cx:pt idx="380">09-lug-2020</cx:pt>
          <cx:pt idx="381">10-lug-2020</cx:pt>
          <cx:pt idx="382">13-lug-2020</cx:pt>
          <cx:pt idx="383">14-lug-2020</cx:pt>
          <cx:pt idx="384">15-lug-2020</cx:pt>
          <cx:pt idx="385">16-lug-2020</cx:pt>
          <cx:pt idx="386">17-lug-2020</cx:pt>
          <cx:pt idx="387">20-lug-2020</cx:pt>
          <cx:pt idx="388">21-lug-2020</cx:pt>
          <cx:pt idx="389">22-lug-2020</cx:pt>
          <cx:pt idx="390">23-lug-2020</cx:pt>
          <cx:pt idx="391">24-lug-2020</cx:pt>
          <cx:pt idx="392">27-lug-2020</cx:pt>
          <cx:pt idx="393">28-lug-2020</cx:pt>
          <cx:pt idx="394">29-lug-2020</cx:pt>
          <cx:pt idx="395">30-lug-2020</cx:pt>
          <cx:pt idx="396">31-lug-2020</cx:pt>
          <cx:pt idx="397">03-ago-2020</cx:pt>
          <cx:pt idx="398">04-ago-2020</cx:pt>
          <cx:pt idx="399">05-ago-2020</cx:pt>
          <cx:pt idx="400">06-ago-2020</cx:pt>
          <cx:pt idx="401">07-ago-2020</cx:pt>
          <cx:pt idx="402">10-ago-2020</cx:pt>
          <cx:pt idx="403">11-ago-2020</cx:pt>
          <cx:pt idx="404">12-ago-2020</cx:pt>
          <cx:pt idx="405">13-ago-2020</cx:pt>
          <cx:pt idx="406">14-ago-2020</cx:pt>
          <cx:pt idx="407">17-ago-2020</cx:pt>
          <cx:pt idx="408">18-ago-2020</cx:pt>
          <cx:pt idx="409">19-ago-2020</cx:pt>
          <cx:pt idx="410">20-ago-2020</cx:pt>
          <cx:pt idx="411">21-ago-2020</cx:pt>
          <cx:pt idx="412">24-ago-2020</cx:pt>
          <cx:pt idx="413">25-ago-2020</cx:pt>
          <cx:pt idx="414">26-ago-2020</cx:pt>
          <cx:pt idx="415">27-ago-2020</cx:pt>
          <cx:pt idx="416">28-ago-2020</cx:pt>
          <cx:pt idx="417">31-ago-2020</cx:pt>
          <cx:pt idx="418">01-set-2020</cx:pt>
          <cx:pt idx="419">02-set-2020</cx:pt>
          <cx:pt idx="420">03-set-2020</cx:pt>
          <cx:pt idx="421">04-set-2020</cx:pt>
          <cx:pt idx="422">07-set-2020</cx:pt>
          <cx:pt idx="423">08-set-2020</cx:pt>
          <cx:pt idx="424">09-set-2020</cx:pt>
          <cx:pt idx="425">10-set-2020</cx:pt>
          <cx:pt idx="426">11-set-2020</cx:pt>
          <cx:pt idx="427">14-set-2020</cx:pt>
          <cx:pt idx="428">15-set-2020</cx:pt>
          <cx:pt idx="429">16-set-2020</cx:pt>
          <cx:pt idx="430">17-set-2020</cx:pt>
          <cx:pt idx="431">18-set-2020</cx:pt>
          <cx:pt idx="432">21-set-2020</cx:pt>
          <cx:pt idx="433">22-set-2020</cx:pt>
          <cx:pt idx="434">23-set-2020</cx:pt>
          <cx:pt idx="435">24-set-2020</cx:pt>
          <cx:pt idx="436">25-set-2020</cx:pt>
          <cx:pt idx="437">28-set-2020</cx:pt>
          <cx:pt idx="438">29-set-2020</cx:pt>
          <cx:pt idx="439">30-set-2020</cx:pt>
          <cx:pt idx="440">01-ott-2020</cx:pt>
          <cx:pt idx="441">02-ott-2020</cx:pt>
          <cx:pt idx="442">05-ott-2020</cx:pt>
          <cx:pt idx="443">06-ott-2020</cx:pt>
          <cx:pt idx="444">07-ott-2020</cx:pt>
          <cx:pt idx="445">08-ott-2020</cx:pt>
          <cx:pt idx="446">09-ott-2020</cx:pt>
          <cx:pt idx="447">12-ott-2020</cx:pt>
          <cx:pt idx="448">13-ott-2020</cx:pt>
          <cx:pt idx="449">14-ott-2020</cx:pt>
          <cx:pt idx="450">15-ott-2020</cx:pt>
          <cx:pt idx="451">16-ott-2020</cx:pt>
          <cx:pt idx="452">19-ott-2020</cx:pt>
          <cx:pt idx="453">20-ott-2020</cx:pt>
          <cx:pt idx="454">21-ott-2020</cx:pt>
          <cx:pt idx="455">22-ott-2020</cx:pt>
          <cx:pt idx="456">23-ott-2020</cx:pt>
          <cx:pt idx="457">26-ott-2020</cx:pt>
          <cx:pt idx="458">27-ott-2020</cx:pt>
          <cx:pt idx="459">28-ott-2020</cx:pt>
          <cx:pt idx="460">29-ott-2020</cx:pt>
          <cx:pt idx="461">30-ott-2020</cx:pt>
          <cx:pt idx="462">02-nov-2020</cx:pt>
          <cx:pt idx="463">03-nov-2020</cx:pt>
          <cx:pt idx="464">04-nov-2020</cx:pt>
          <cx:pt idx="465">05-nov-2020</cx:pt>
          <cx:pt idx="466">06-nov-2020</cx:pt>
          <cx:pt idx="467">09-nov-2020</cx:pt>
          <cx:pt idx="468">10-nov-2020</cx:pt>
          <cx:pt idx="469">11-nov-2020</cx:pt>
          <cx:pt idx="470">12-nov-2020</cx:pt>
          <cx:pt idx="471">13-nov-2020</cx:pt>
          <cx:pt idx="472">16-nov-2020</cx:pt>
          <cx:pt idx="473">17-nov-2020</cx:pt>
          <cx:pt idx="474">18-nov-2020</cx:pt>
          <cx:pt idx="475">19-nov-2020</cx:pt>
          <cx:pt idx="476">20-nov-2020</cx:pt>
          <cx:pt idx="477">23-nov-2020</cx:pt>
          <cx:pt idx="478">24-nov-2020</cx:pt>
          <cx:pt idx="479">25-nov-2020</cx:pt>
          <cx:pt idx="480">26-nov-2020</cx:pt>
          <cx:pt idx="481">27-nov-2020</cx:pt>
          <cx:pt idx="482">30-nov-2020</cx:pt>
          <cx:pt idx="483">01-dic-2020</cx:pt>
          <cx:pt idx="484">02-dic-2020</cx:pt>
          <cx:pt idx="485">03-dic-2020</cx:pt>
          <cx:pt idx="486">04-dic-2020</cx:pt>
          <cx:pt idx="487">07-dic-2020</cx:pt>
          <cx:pt idx="488">08-dic-2020</cx:pt>
          <cx:pt idx="489">09-dic-2020</cx:pt>
          <cx:pt idx="490">10-dic-2020</cx:pt>
          <cx:pt idx="491">11-dic-2020</cx:pt>
          <cx:pt idx="492">14-dic-2020</cx:pt>
          <cx:pt idx="493">15-dic-2020</cx:pt>
          <cx:pt idx="494">16-dic-2020</cx:pt>
          <cx:pt idx="495">17-dic-2020</cx:pt>
          <cx:pt idx="496">18-dic-2020</cx:pt>
          <cx:pt idx="497">21-dic-2020</cx:pt>
          <cx:pt idx="498">22-dic-2020</cx:pt>
          <cx:pt idx="499">23-dic-2020</cx:pt>
          <cx:pt idx="500">28-dic-2020</cx:pt>
          <cx:pt idx="501">29-dic-2020</cx:pt>
          <cx:pt idx="502">30-dic-2020</cx:pt>
          <cx:pt idx="503">04-gen-2021</cx:pt>
          <cx:pt idx="504">05-gen-2021</cx:pt>
          <cx:pt idx="505">06-gen-2021</cx:pt>
          <cx:pt idx="506">07-gen-2021</cx:pt>
          <cx:pt idx="507">08-gen-2021</cx:pt>
          <cx:pt idx="508">11-gen-2021</cx:pt>
          <cx:pt idx="509">12-gen-2021</cx:pt>
          <cx:pt idx="510">13-gen-2021</cx:pt>
          <cx:pt idx="511">14-gen-2021</cx:pt>
          <cx:pt idx="512">15-gen-2021</cx:pt>
          <cx:pt idx="513">18-gen-2021</cx:pt>
          <cx:pt idx="514">19-gen-2021</cx:pt>
          <cx:pt idx="515">20-gen-2021</cx:pt>
          <cx:pt idx="516">21-gen-2021</cx:pt>
          <cx:pt idx="517">22-gen-2021</cx:pt>
          <cx:pt idx="518">25-gen-2021</cx:pt>
          <cx:pt idx="519">26-gen-2021</cx:pt>
          <cx:pt idx="520">27-gen-2021</cx:pt>
          <cx:pt idx="521">28-gen-2021</cx:pt>
          <cx:pt idx="522">29-gen-2021</cx:pt>
          <cx:pt idx="523">01-feb-2021</cx:pt>
          <cx:pt idx="524">02-feb-2021</cx:pt>
          <cx:pt idx="525">03-feb-2021</cx:pt>
          <cx:pt idx="526">04-feb-2021</cx:pt>
          <cx:pt idx="527">05-feb-2021</cx:pt>
          <cx:pt idx="528">08-feb-2021</cx:pt>
          <cx:pt idx="529">09-feb-2021</cx:pt>
          <cx:pt idx="530">10-feb-2021</cx:pt>
          <cx:pt idx="531">11-feb-2021</cx:pt>
          <cx:pt idx="532">12-feb-2021</cx:pt>
          <cx:pt idx="533">15-feb-2021</cx:pt>
          <cx:pt idx="534">16-feb-2021</cx:pt>
          <cx:pt idx="535">17-feb-2021</cx:pt>
          <cx:pt idx="536">18-feb-2021</cx:pt>
          <cx:pt idx="537">19-feb-2021</cx:pt>
          <cx:pt idx="538">22-feb-2021</cx:pt>
          <cx:pt idx="539">23-feb-2021</cx:pt>
          <cx:pt idx="540">24-feb-2021</cx:pt>
          <cx:pt idx="541">25-feb-2021</cx:pt>
          <cx:pt idx="542">26-feb-2021</cx:pt>
          <cx:pt idx="543">01-mar-2021</cx:pt>
          <cx:pt idx="544">02-mar-2021</cx:pt>
          <cx:pt idx="545">03-mar-2021</cx:pt>
          <cx:pt idx="546">04-mar-2021</cx:pt>
          <cx:pt idx="547">05-mar-2021</cx:pt>
          <cx:pt idx="548">08-mar-2021</cx:pt>
          <cx:pt idx="549">09-mar-2021</cx:pt>
          <cx:pt idx="550">10-mar-2021</cx:pt>
          <cx:pt idx="551">11-mar-2021</cx:pt>
          <cx:pt idx="552">12-mar-2021</cx:pt>
          <cx:pt idx="553">15-mar-2021</cx:pt>
          <cx:pt idx="554">16-mar-2021</cx:pt>
          <cx:pt idx="555">17-mar-2021</cx:pt>
          <cx:pt idx="556">18-mar-2021</cx:pt>
          <cx:pt idx="557">19-mar-2021</cx:pt>
          <cx:pt idx="558">22-mar-2021</cx:pt>
          <cx:pt idx="559">23-mar-2021</cx:pt>
          <cx:pt idx="560">24-mar-2021</cx:pt>
          <cx:pt idx="561">25-mar-2021</cx:pt>
          <cx:pt idx="562">26-mar-2021</cx:pt>
          <cx:pt idx="563">29-mar-2021</cx:pt>
          <cx:pt idx="564">30-mar-2021</cx:pt>
          <cx:pt idx="565">31-mar-2021</cx:pt>
          <cx:pt idx="566">01-apr-2021</cx:pt>
          <cx:pt idx="567">06-apr-2021</cx:pt>
          <cx:pt idx="568">07-apr-2021</cx:pt>
          <cx:pt idx="569">08-apr-2021</cx:pt>
          <cx:pt idx="570">09-apr-2021</cx:pt>
          <cx:pt idx="571">12-apr-2021</cx:pt>
          <cx:pt idx="572">13-apr-2021</cx:pt>
          <cx:pt idx="573">14-apr-2021</cx:pt>
          <cx:pt idx="574">15-apr-2021</cx:pt>
          <cx:pt idx="575">16-apr-2021</cx:pt>
          <cx:pt idx="576">19-apr-2021</cx:pt>
          <cx:pt idx="577">20-apr-2021</cx:pt>
          <cx:pt idx="578">21-apr-2021</cx:pt>
          <cx:pt idx="579">22-apr-2021</cx:pt>
          <cx:pt idx="580">23-apr-2021</cx:pt>
          <cx:pt idx="581">26-apr-2021</cx:pt>
          <cx:pt idx="582">27-apr-2021</cx:pt>
          <cx:pt idx="583">28-apr-2021</cx:pt>
          <cx:pt idx="584">29-apr-2021</cx:pt>
          <cx:pt idx="585">30-apr-2021</cx:pt>
          <cx:pt idx="586">03-mag-2021</cx:pt>
          <cx:pt idx="587">04-mag-2021</cx:pt>
          <cx:pt idx="588">05-mag-2021</cx:pt>
          <cx:pt idx="589">06-mag-2021</cx:pt>
          <cx:pt idx="590">07-mag-2021</cx:pt>
          <cx:pt idx="591">10-mag-2021</cx:pt>
          <cx:pt idx="592">11-mag-2021</cx:pt>
          <cx:pt idx="593">12-mag-2021</cx:pt>
          <cx:pt idx="594">13-mag-2021</cx:pt>
          <cx:pt idx="595">14-mag-2021</cx:pt>
          <cx:pt idx="596">17-mag-2021</cx:pt>
          <cx:pt idx="597">18-mag-2021</cx:pt>
          <cx:pt idx="598">19-mag-2021</cx:pt>
          <cx:pt idx="599">20-mag-2021</cx:pt>
          <cx:pt idx="600">21-mag-2021</cx:pt>
          <cx:pt idx="601">25-mag-2021</cx:pt>
          <cx:pt idx="602">26-mag-2021</cx:pt>
          <cx:pt idx="603">27-mag-2021</cx:pt>
          <cx:pt idx="604">28-mag-2021</cx:pt>
          <cx:pt idx="605">31-mag-2021</cx:pt>
          <cx:pt idx="606">01-giu-2021</cx:pt>
          <cx:pt idx="607">02-giu-2021</cx:pt>
          <cx:pt idx="608">03-giu-2021</cx:pt>
          <cx:pt idx="609">04-giu-2021</cx:pt>
          <cx:pt idx="610">07-giu-2021</cx:pt>
          <cx:pt idx="611">08-giu-2021</cx:pt>
          <cx:pt idx="612">09-giu-2021</cx:pt>
          <cx:pt idx="613">10-giu-2021</cx:pt>
          <cx:pt idx="614">11-giu-2021</cx:pt>
          <cx:pt idx="615">14-giu-2021</cx:pt>
          <cx:pt idx="616">15-giu-2021</cx:pt>
          <cx:pt idx="617">16-giu-2021</cx:pt>
          <cx:pt idx="618">17-giu-2021</cx:pt>
          <cx:pt idx="619">18-giu-2021</cx:pt>
          <cx:pt idx="620">21-giu-2021</cx:pt>
          <cx:pt idx="621">22-giu-2021</cx:pt>
          <cx:pt idx="622">23-giu-2021</cx:pt>
          <cx:pt idx="623">24-giu-2021</cx:pt>
          <cx:pt idx="624">25-giu-2021</cx:pt>
          <cx:pt idx="625">28-giu-2021</cx:pt>
          <cx:pt idx="626">29-giu-2021</cx:pt>
          <cx:pt idx="627">30-giu-2021</cx:pt>
          <cx:pt idx="628">01-lug-2021</cx:pt>
          <cx:pt idx="629">02-lug-2021</cx:pt>
          <cx:pt idx="630">05-lug-2021</cx:pt>
          <cx:pt idx="631">06-lug-2021</cx:pt>
          <cx:pt idx="632">07-lug-2021</cx:pt>
          <cx:pt idx="633">08-lug-2021</cx:pt>
          <cx:pt idx="634">09-lug-2021</cx:pt>
          <cx:pt idx="635">12-lug-2021</cx:pt>
          <cx:pt idx="636">13-lug-2021</cx:pt>
          <cx:pt idx="637">14-lug-2021</cx:pt>
          <cx:pt idx="638">15-lug-2021</cx:pt>
          <cx:pt idx="639">16-lug-2021</cx:pt>
          <cx:pt idx="640">19-lug-2021</cx:pt>
          <cx:pt idx="641">20-lug-2021</cx:pt>
          <cx:pt idx="642">21-lug-2021</cx:pt>
          <cx:pt idx="643">22-lug-2021</cx:pt>
          <cx:pt idx="644">23-lug-2021</cx:pt>
          <cx:pt idx="645">26-lug-2021</cx:pt>
          <cx:pt idx="646">27-lug-2021</cx:pt>
          <cx:pt idx="647">28-lug-2021</cx:pt>
          <cx:pt idx="648">29-lug-2021</cx:pt>
          <cx:pt idx="649">30-lug-2021</cx:pt>
          <cx:pt idx="650">02-ago-2021</cx:pt>
          <cx:pt idx="651">03-ago-2021</cx:pt>
          <cx:pt idx="652">04-ago-2021</cx:pt>
          <cx:pt idx="653">05-ago-2021</cx:pt>
          <cx:pt idx="654">06-ago-2021</cx:pt>
          <cx:pt idx="655">09-ago-2021</cx:pt>
          <cx:pt idx="656">10-ago-2021</cx:pt>
          <cx:pt idx="657">11-ago-2021</cx:pt>
          <cx:pt idx="658">12-ago-2021</cx:pt>
          <cx:pt idx="659">13-ago-2021</cx:pt>
          <cx:pt idx="660">16-ago-2021</cx:pt>
          <cx:pt idx="661">17-ago-2021</cx:pt>
          <cx:pt idx="662">18-ago-2021</cx:pt>
          <cx:pt idx="663">19-ago-2021</cx:pt>
          <cx:pt idx="664">20-ago-2021</cx:pt>
          <cx:pt idx="665">23-ago-2021</cx:pt>
          <cx:pt idx="666">24-ago-2021</cx:pt>
          <cx:pt idx="667">25-ago-2021</cx:pt>
          <cx:pt idx="668">26-ago-2021</cx:pt>
          <cx:pt idx="669">27-ago-2021</cx:pt>
          <cx:pt idx="670">30-ago-2021</cx:pt>
          <cx:pt idx="671">31-ago-2021</cx:pt>
          <cx:pt idx="672">01-set-2021</cx:pt>
          <cx:pt idx="673">02-set-2021</cx:pt>
          <cx:pt idx="674">03-set-2021</cx:pt>
          <cx:pt idx="675">06-set-2021</cx:pt>
          <cx:pt idx="676">07-set-2021</cx:pt>
          <cx:pt idx="677">08-set-2021</cx:pt>
          <cx:pt idx="678">09-set-2021</cx:pt>
          <cx:pt idx="679">10-set-2021</cx:pt>
          <cx:pt idx="680">13-set-2021</cx:pt>
          <cx:pt idx="681">14-set-2021</cx:pt>
          <cx:pt idx="682">15-set-2021</cx:pt>
          <cx:pt idx="683">16-set-2021</cx:pt>
          <cx:pt idx="684">17-set-2021</cx:pt>
          <cx:pt idx="685">20-set-2021</cx:pt>
          <cx:pt idx="686">21-set-2021</cx:pt>
          <cx:pt idx="687">22-set-2021</cx:pt>
          <cx:pt idx="688">23-set-2021</cx:pt>
          <cx:pt idx="689">24-set-2021</cx:pt>
          <cx:pt idx="690">27-set-2021</cx:pt>
          <cx:pt idx="691">28-set-2021</cx:pt>
          <cx:pt idx="692">29-set-2021</cx:pt>
          <cx:pt idx="693">30-set-2021</cx:pt>
          <cx:pt idx="694">01-ott-2021</cx:pt>
          <cx:pt idx="695">04-ott-2021</cx:pt>
          <cx:pt idx="696">05-ott-2021</cx:pt>
          <cx:pt idx="697">06-ott-2021</cx:pt>
          <cx:pt idx="698">07-ott-2021</cx:pt>
          <cx:pt idx="699">08-ott-2021</cx:pt>
          <cx:pt idx="700">11-ott-2021</cx:pt>
          <cx:pt idx="701">12-ott-2021</cx:pt>
          <cx:pt idx="702">13-ott-2021</cx:pt>
          <cx:pt idx="703">14-ott-2021</cx:pt>
          <cx:pt idx="704">15-ott-2021</cx:pt>
          <cx:pt idx="705">18-ott-2021</cx:pt>
          <cx:pt idx="706">19-ott-2021</cx:pt>
          <cx:pt idx="707">20-ott-2021</cx:pt>
          <cx:pt idx="708">21-ott-2021</cx:pt>
          <cx:pt idx="709">22-ott-2021</cx:pt>
          <cx:pt idx="710">25-ott-2021</cx:pt>
          <cx:pt idx="711">26-ott-2021</cx:pt>
          <cx:pt idx="712">27-ott-2021</cx:pt>
          <cx:pt idx="713">28-ott-2021</cx:pt>
          <cx:pt idx="714">29-ott-2021</cx:pt>
          <cx:pt idx="715">01-nov-2021</cx:pt>
          <cx:pt idx="716">02-nov-2021</cx:pt>
          <cx:pt idx="717">03-nov-2021</cx:pt>
          <cx:pt idx="718">04-nov-2021</cx:pt>
          <cx:pt idx="719">05-nov-2021</cx:pt>
          <cx:pt idx="720">08-nov-2021</cx:pt>
          <cx:pt idx="721">09-nov-2021</cx:pt>
          <cx:pt idx="722">10-nov-2021</cx:pt>
          <cx:pt idx="723">11-nov-2021</cx:pt>
          <cx:pt idx="724">12-nov-2021</cx:pt>
          <cx:pt idx="725">15-nov-2021</cx:pt>
          <cx:pt idx="726">16-nov-2021</cx:pt>
          <cx:pt idx="727">17-nov-2021</cx:pt>
          <cx:pt idx="728">18-nov-2021</cx:pt>
          <cx:pt idx="729">19-nov-2021</cx:pt>
          <cx:pt idx="730">22-nov-2021</cx:pt>
          <cx:pt idx="731">23-nov-2021</cx:pt>
          <cx:pt idx="732">24-nov-2021</cx:pt>
          <cx:pt idx="733">25-nov-2021</cx:pt>
          <cx:pt idx="734">26-nov-2021</cx:pt>
          <cx:pt idx="735">29-nov-2021</cx:pt>
          <cx:pt idx="736">30-nov-2021</cx:pt>
          <cx:pt idx="737">01-dic-2021</cx:pt>
          <cx:pt idx="738">02-dic-2021</cx:pt>
          <cx:pt idx="739">03-dic-2021</cx:pt>
          <cx:pt idx="740">06-dic-2021</cx:pt>
          <cx:pt idx="741">07-dic-2021</cx:pt>
          <cx:pt idx="742">08-dic-2021</cx:pt>
          <cx:pt idx="743">09-dic-2021</cx:pt>
          <cx:pt idx="744">10-dic-2021</cx:pt>
          <cx:pt idx="745">13-dic-2021</cx:pt>
          <cx:pt idx="746">14-dic-2021</cx:pt>
          <cx:pt idx="747">15-dic-2021</cx:pt>
          <cx:pt idx="748">16-dic-2021</cx:pt>
          <cx:pt idx="749">17-dic-2021</cx:pt>
          <cx:pt idx="750">20-dic-2021</cx:pt>
          <cx:pt idx="751">21-dic-2021</cx:pt>
          <cx:pt idx="752">22-dic-2021</cx:pt>
          <cx:pt idx="753">23-dic-2021</cx:pt>
          <cx:pt idx="754">27-dic-2021</cx:pt>
          <cx:pt idx="755">28-dic-2021</cx:pt>
          <cx:pt idx="756">29-dic-2021</cx:pt>
          <cx:pt idx="757">30-dic-2021</cx:pt>
          <cx:pt idx="758">03-gen-2022</cx:pt>
          <cx:pt idx="759">04-gen-2022</cx:pt>
          <cx:pt idx="760">05-gen-2022</cx:pt>
          <cx:pt idx="761">06-gen-2022</cx:pt>
          <cx:pt idx="762">07-gen-2022</cx:pt>
          <cx:pt idx="763">10-gen-2022</cx:pt>
          <cx:pt idx="764">11-gen-2022</cx:pt>
          <cx:pt idx="765">12-gen-2022</cx:pt>
          <cx:pt idx="766">13-gen-2022</cx:pt>
          <cx:pt idx="767">14-gen-2022</cx:pt>
          <cx:pt idx="768">17-gen-2022</cx:pt>
          <cx:pt idx="769">18-gen-2022</cx:pt>
          <cx:pt idx="770">19-gen-2022</cx:pt>
          <cx:pt idx="771">20-gen-2022</cx:pt>
          <cx:pt idx="772">21-gen-2022</cx:pt>
          <cx:pt idx="773">24-gen-2022</cx:pt>
          <cx:pt idx="774">25-gen-2022</cx:pt>
          <cx:pt idx="775">26-gen-2022</cx:pt>
          <cx:pt idx="776">27-gen-2022</cx:pt>
          <cx:pt idx="777">28-gen-2022</cx:pt>
          <cx:pt idx="778">31-gen-2022</cx:pt>
          <cx:pt idx="779">01-feb-2022</cx:pt>
          <cx:pt idx="780">02-feb-2022</cx:pt>
          <cx:pt idx="781">03-feb-2022</cx:pt>
          <cx:pt idx="782">04-feb-2022</cx:pt>
          <cx:pt idx="783">07-feb-2022</cx:pt>
          <cx:pt idx="784">08-feb-2022</cx:pt>
          <cx:pt idx="785">09-feb-2022</cx:pt>
          <cx:pt idx="786">10-feb-2022</cx:pt>
          <cx:pt idx="787">11-feb-2022</cx:pt>
          <cx:pt idx="788">14-feb-2022</cx:pt>
          <cx:pt idx="789">15-feb-2022</cx:pt>
          <cx:pt idx="790">16-feb-2022</cx:pt>
          <cx:pt idx="791">17-feb-2022</cx:pt>
          <cx:pt idx="792">18-feb-2022</cx:pt>
          <cx:pt idx="793">21-feb-2022</cx:pt>
          <cx:pt idx="794">22-feb-2022</cx:pt>
          <cx:pt idx="795">23-feb-2022</cx:pt>
          <cx:pt idx="796">24-feb-2022</cx:pt>
          <cx:pt idx="797">25-feb-2022</cx:pt>
          <cx:pt idx="798">28-feb-2022</cx:pt>
          <cx:pt idx="799">01-mar-2022</cx:pt>
          <cx:pt idx="800">02-mar-2022</cx:pt>
          <cx:pt idx="801">03-mar-2022</cx:pt>
          <cx:pt idx="802">04-mar-2022</cx:pt>
          <cx:pt idx="803">07-mar-2022</cx:pt>
          <cx:pt idx="804">08-mar-2022</cx:pt>
          <cx:pt idx="805">09-mar-2022</cx:pt>
          <cx:pt idx="806">10-mar-2022</cx:pt>
          <cx:pt idx="807">11-mar-2022</cx:pt>
          <cx:pt idx="808">14-mar-2022</cx:pt>
          <cx:pt idx="809">15-mar-2022</cx:pt>
          <cx:pt idx="810">16-mar-2022</cx:pt>
          <cx:pt idx="811">17-mar-2022</cx:pt>
          <cx:pt idx="812">18-mar-2022</cx:pt>
          <cx:pt idx="813">21-mar-2022</cx:pt>
          <cx:pt idx="814">22-mar-2022</cx:pt>
          <cx:pt idx="815">23-mar-2022</cx:pt>
          <cx:pt idx="816">24-mar-2022</cx:pt>
          <cx:pt idx="817">25-mar-2022</cx:pt>
          <cx:pt idx="818">28-mar-2022</cx:pt>
          <cx:pt idx="819">29-mar-2022</cx:pt>
          <cx:pt idx="820">30-mar-2022</cx:pt>
          <cx:pt idx="821">31-mar-2022</cx:pt>
          <cx:pt idx="822">01-apr-2022</cx:pt>
          <cx:pt idx="823">04-apr-2022</cx:pt>
          <cx:pt idx="824">05-apr-2022</cx:pt>
          <cx:pt idx="825">06-apr-2022</cx:pt>
          <cx:pt idx="826">07-apr-2022</cx:pt>
          <cx:pt idx="827">08-apr-2022</cx:pt>
          <cx:pt idx="828">11-apr-2022</cx:pt>
          <cx:pt idx="829">12-apr-2022</cx:pt>
          <cx:pt idx="830">13-apr-2022</cx:pt>
          <cx:pt idx="831">14-apr-2022</cx:pt>
          <cx:pt idx="832">19-apr-2022</cx:pt>
          <cx:pt idx="833">20-apr-2022</cx:pt>
          <cx:pt idx="834">21-apr-2022</cx:pt>
          <cx:pt idx="835">22-apr-2022</cx:pt>
          <cx:pt idx="836">25-apr-2022</cx:pt>
          <cx:pt idx="837">26-apr-2022</cx:pt>
          <cx:pt idx="838">27-apr-2022</cx:pt>
          <cx:pt idx="839">28-apr-2022</cx:pt>
          <cx:pt idx="840">29-apr-2022</cx:pt>
          <cx:pt idx="841">02-mag-2022</cx:pt>
          <cx:pt idx="842">03-mag-2022</cx:pt>
          <cx:pt idx="843">04-mag-2022</cx:pt>
          <cx:pt idx="844">05-mag-2022</cx:pt>
          <cx:pt idx="845">06-mag-2022</cx:pt>
          <cx:pt idx="846">09-mag-2022</cx:pt>
          <cx:pt idx="847">10-mag-2022</cx:pt>
          <cx:pt idx="848">11-mag-2022</cx:pt>
          <cx:pt idx="849">12-mag-2022</cx:pt>
          <cx:pt idx="850">13-mag-2022</cx:pt>
          <cx:pt idx="851">16-mag-2022</cx:pt>
          <cx:pt idx="852">17-mag-2022</cx:pt>
          <cx:pt idx="853">18-mag-2022</cx:pt>
          <cx:pt idx="854">19-mag-2022</cx:pt>
          <cx:pt idx="855">20-mag-2022</cx:pt>
          <cx:pt idx="856">23-mag-2022</cx:pt>
          <cx:pt idx="857">24-mag-2022</cx:pt>
          <cx:pt idx="858">25-mag-2022</cx:pt>
          <cx:pt idx="859">26-mag-2022</cx:pt>
          <cx:pt idx="860">27-mag-2022</cx:pt>
          <cx:pt idx="861">30-mag-2022</cx:pt>
          <cx:pt idx="862">31-mag-2022</cx:pt>
          <cx:pt idx="863">01-giu-2022</cx:pt>
          <cx:pt idx="864">02-giu-2022</cx:pt>
          <cx:pt idx="865">03-giu-2022</cx:pt>
          <cx:pt idx="866">06-giu-2022</cx:pt>
          <cx:pt idx="867">07-giu-2022</cx:pt>
          <cx:pt idx="868">08-giu-2022</cx:pt>
          <cx:pt idx="869">09-giu-2022</cx:pt>
          <cx:pt idx="870">10-giu-2022</cx:pt>
          <cx:pt idx="871">13-giu-2022</cx:pt>
          <cx:pt idx="872">14-giu-2022</cx:pt>
          <cx:pt idx="873">15-giu-2022</cx:pt>
          <cx:pt idx="874">16-giu-2022</cx:pt>
          <cx:pt idx="875">17-giu-2022</cx:pt>
          <cx:pt idx="876">20-giu-2022</cx:pt>
          <cx:pt idx="877">21-giu-2022</cx:pt>
          <cx:pt idx="878">22-giu-2022</cx:pt>
          <cx:pt idx="879">23-giu-2022</cx:pt>
          <cx:pt idx="880">24-giu-2022</cx:pt>
          <cx:pt idx="881">27-giu-2022</cx:pt>
          <cx:pt idx="882">28-giu-2022</cx:pt>
          <cx:pt idx="883">29-giu-2022</cx:pt>
          <cx:pt idx="884">30-giu-2022</cx:pt>
          <cx:pt idx="885">01-lug-2022</cx:pt>
          <cx:pt idx="886">04-lug-2022</cx:pt>
          <cx:pt idx="887">05-lug-2022</cx:pt>
          <cx:pt idx="888">06-lug-2022</cx:pt>
          <cx:pt idx="889">07-lug-2022</cx:pt>
          <cx:pt idx="890">08-lug-2022</cx:pt>
          <cx:pt idx="891">11-lug-2022</cx:pt>
          <cx:pt idx="892">12-lug-2022</cx:pt>
          <cx:pt idx="893">13-lug-2022</cx:pt>
          <cx:pt idx="894">14-lug-2022</cx:pt>
          <cx:pt idx="895">15-lug-2022</cx:pt>
          <cx:pt idx="896">18-lug-2022</cx:pt>
          <cx:pt idx="897">19-lug-2022</cx:pt>
          <cx:pt idx="898">20-lug-2022</cx:pt>
          <cx:pt idx="899">21-lug-2022</cx:pt>
          <cx:pt idx="900">22-lug-2022</cx:pt>
          <cx:pt idx="901">25-lug-2022</cx:pt>
          <cx:pt idx="902">26-lug-2022</cx:pt>
          <cx:pt idx="903">27-lug-2022</cx:pt>
          <cx:pt idx="904">28-lug-2022</cx:pt>
          <cx:pt idx="905">29-lug-2022</cx:pt>
          <cx:pt idx="906">01-ago-2022</cx:pt>
          <cx:pt idx="907">02-ago-2022</cx:pt>
          <cx:pt idx="908">03-ago-2022</cx:pt>
          <cx:pt idx="909">04-ago-2022</cx:pt>
          <cx:pt idx="910">05-ago-2022</cx:pt>
          <cx:pt idx="911">08-ago-2022</cx:pt>
          <cx:pt idx="912">09-ago-2022</cx:pt>
          <cx:pt idx="913">10-ago-2022</cx:pt>
          <cx:pt idx="914">11-ago-2022</cx:pt>
          <cx:pt idx="915">12-ago-2022</cx:pt>
          <cx:pt idx="916">16-ago-2022</cx:pt>
          <cx:pt idx="917">17-ago-2022</cx:pt>
          <cx:pt idx="918">18-ago-2022</cx:pt>
          <cx:pt idx="919">19-ago-2022</cx:pt>
          <cx:pt idx="920">22-ago-2022</cx:pt>
          <cx:pt idx="921">23-ago-2022</cx:pt>
          <cx:pt idx="922">24-ago-2022</cx:pt>
          <cx:pt idx="923">25-ago-2022</cx:pt>
          <cx:pt idx="924">26-ago-2022</cx:pt>
          <cx:pt idx="925">29-ago-2022</cx:pt>
          <cx:pt idx="926">30-ago-2022</cx:pt>
          <cx:pt idx="927">31-ago-2022</cx:pt>
          <cx:pt idx="928">01-set-2022</cx:pt>
          <cx:pt idx="929">02-set-2022</cx:pt>
          <cx:pt idx="930">05-set-2022</cx:pt>
          <cx:pt idx="931">06-set-2022</cx:pt>
          <cx:pt idx="932">07-set-2022</cx:pt>
          <cx:pt idx="933">08-set-2022</cx:pt>
          <cx:pt idx="934">09-set-2022</cx:pt>
          <cx:pt idx="935">12-set-2022</cx:pt>
          <cx:pt idx="936">13-set-2022</cx:pt>
          <cx:pt idx="937">14-set-2022</cx:pt>
          <cx:pt idx="938">15-set-2022</cx:pt>
          <cx:pt idx="939">16-set-2022</cx:pt>
          <cx:pt idx="940">19-set-2022</cx:pt>
          <cx:pt idx="941">20-set-2022</cx:pt>
          <cx:pt idx="942">21-set-2022</cx:pt>
          <cx:pt idx="943">22-set-2022</cx:pt>
          <cx:pt idx="944">23-set-2022</cx:pt>
          <cx:pt idx="945">26-set-2022</cx:pt>
          <cx:pt idx="946">27-set-2022</cx:pt>
          <cx:pt idx="947">28-set-2022</cx:pt>
          <cx:pt idx="948">29-set-2022</cx:pt>
          <cx:pt idx="949">30-set-2022</cx:pt>
          <cx:pt idx="950">03-ott-2022</cx:pt>
          <cx:pt idx="951">04-ott-2022</cx:pt>
          <cx:pt idx="952">05-ott-2022</cx:pt>
          <cx:pt idx="953">06-ott-2022</cx:pt>
          <cx:pt idx="954">07-ott-2022</cx:pt>
          <cx:pt idx="955">10-ott-2022</cx:pt>
          <cx:pt idx="956">11-ott-2022</cx:pt>
          <cx:pt idx="957">12-ott-2022</cx:pt>
          <cx:pt idx="958">13-ott-2022</cx:pt>
          <cx:pt idx="959">14-ott-2022</cx:pt>
          <cx:pt idx="960">17-ott-2022</cx:pt>
          <cx:pt idx="961">18-ott-2022</cx:pt>
          <cx:pt idx="962">19-ott-2022</cx:pt>
          <cx:pt idx="963">20-ott-2022</cx:pt>
          <cx:pt idx="964">21-ott-2022</cx:pt>
          <cx:pt idx="965">24-ott-2022</cx:pt>
          <cx:pt idx="966">25-ott-2022</cx:pt>
          <cx:pt idx="967">26-ott-2022</cx:pt>
          <cx:pt idx="968">27-ott-2022</cx:pt>
          <cx:pt idx="969">28-ott-2022</cx:pt>
          <cx:pt idx="970">31-ott-2022</cx:pt>
          <cx:pt idx="971">01-nov-2022</cx:pt>
          <cx:pt idx="972">02-nov-2022</cx:pt>
          <cx:pt idx="973">03-nov-2022</cx:pt>
          <cx:pt idx="974">04-nov-2022</cx:pt>
          <cx:pt idx="975">07-nov-2022</cx:pt>
          <cx:pt idx="976">08-nov-2022</cx:pt>
          <cx:pt idx="977">09-nov-2022</cx:pt>
          <cx:pt idx="978">10-nov-2022</cx:pt>
          <cx:pt idx="979">11-nov-2022</cx:pt>
          <cx:pt idx="980">14-nov-2022</cx:pt>
          <cx:pt idx="981">15-nov-2022</cx:pt>
          <cx:pt idx="982">16-nov-2022</cx:pt>
          <cx:pt idx="983">17-nov-2022</cx:pt>
          <cx:pt idx="984">18-nov-2022</cx:pt>
          <cx:pt idx="985">21-nov-2022</cx:pt>
          <cx:pt idx="986">22-nov-2022</cx:pt>
          <cx:pt idx="987">23-nov-2022</cx:pt>
          <cx:pt idx="988">24-nov-2022</cx:pt>
          <cx:pt idx="989">25-nov-2022</cx:pt>
          <cx:pt idx="990">28-nov-2022</cx:pt>
          <cx:pt idx="991">29-nov-2022</cx:pt>
          <cx:pt idx="992">30-nov-2022</cx:pt>
          <cx:pt idx="993">01-dic-2022</cx:pt>
          <cx:pt idx="994">02-dic-2022</cx:pt>
          <cx:pt idx="995">05-dic-2022</cx:pt>
          <cx:pt idx="996">06-dic-2022</cx:pt>
          <cx:pt idx="997">07-dic-2022</cx:pt>
          <cx:pt idx="998">08-dic-2022</cx:pt>
          <cx:pt idx="999">09-dic-2022</cx:pt>
          <cx:pt idx="1000">12-dic-2022</cx:pt>
          <cx:pt idx="1001">13-dic-2022</cx:pt>
          <cx:pt idx="1002">14-dic-2022</cx:pt>
          <cx:pt idx="1003">15-dic-2022</cx:pt>
          <cx:pt idx="1004">16-dic-2022</cx:pt>
          <cx:pt idx="1005">19-dic-2022</cx:pt>
          <cx:pt idx="1006">20-dic-2022</cx:pt>
          <cx:pt idx="1007">21-dic-2022</cx:pt>
          <cx:pt idx="1008">22-dic-2022</cx:pt>
          <cx:pt idx="1009">23-dic-2022</cx:pt>
          <cx:pt idx="1010">27-dic-2022</cx:pt>
          <cx:pt idx="1011">28-dic-2022</cx:pt>
          <cx:pt idx="1012">29-dic-2022</cx:pt>
          <cx:pt idx="1013">30-dic-2022</cx:pt>
          <cx:pt idx="1014">02-gen-2023</cx:pt>
          <cx:pt idx="1015">03-gen-2023</cx:pt>
          <cx:pt idx="1016">04-gen-2023</cx:pt>
          <cx:pt idx="1017">05-gen-2023</cx:pt>
          <cx:pt idx="1018">06-gen-2023</cx:pt>
          <cx:pt idx="1019">09-gen-2023</cx:pt>
          <cx:pt idx="1020">10-gen-2023</cx:pt>
          <cx:pt idx="1021">11-gen-2023</cx:pt>
          <cx:pt idx="1022">12-gen-2023</cx:pt>
          <cx:pt idx="1023">13-gen-2023</cx:pt>
          <cx:pt idx="1024">16-gen-2023</cx:pt>
          <cx:pt idx="1025">17-gen-2023</cx:pt>
          <cx:pt idx="1026">18-gen-2023</cx:pt>
          <cx:pt idx="1027">19-gen-2023</cx:pt>
          <cx:pt idx="1028">20-gen-2023</cx:pt>
          <cx:pt idx="1029">23-gen-2023</cx:pt>
          <cx:pt idx="1030">24-gen-2023</cx:pt>
          <cx:pt idx="1031">25-gen-2023</cx:pt>
          <cx:pt idx="1032">26-gen-2023</cx:pt>
          <cx:pt idx="1033">27-gen-2023</cx:pt>
          <cx:pt idx="1034">30-gen-2023</cx:pt>
          <cx:pt idx="1035">31-gen-2023</cx:pt>
          <cx:pt idx="1036">01-feb-2023</cx:pt>
          <cx:pt idx="1037">02-feb-2023</cx:pt>
          <cx:pt idx="1038">03-feb-2023</cx:pt>
          <cx:pt idx="1039">06-feb-2023</cx:pt>
          <cx:pt idx="1040">07-feb-2023</cx:pt>
          <cx:pt idx="1041">08-feb-2023</cx:pt>
          <cx:pt idx="1042">09-feb-2023</cx:pt>
          <cx:pt idx="1043">10-feb-2023</cx:pt>
          <cx:pt idx="1044">13-feb-2023</cx:pt>
          <cx:pt idx="1045">14-feb-2023</cx:pt>
          <cx:pt idx="1046">15-feb-2023</cx:pt>
          <cx:pt idx="1047">16-feb-2023</cx:pt>
          <cx:pt idx="1048">17-feb-2023</cx:pt>
          <cx:pt idx="1049">20-feb-2023</cx:pt>
          <cx:pt idx="1050">21-feb-2023</cx:pt>
          <cx:pt idx="1051">22-feb-2023</cx:pt>
          <cx:pt idx="1052">23-feb-2023</cx:pt>
          <cx:pt idx="1053">24-feb-2023</cx:pt>
          <cx:pt idx="1054">27-feb-2023</cx:pt>
          <cx:pt idx="1055">28-feb-2023</cx:pt>
          <cx:pt idx="1056">01-mar-2023</cx:pt>
          <cx:pt idx="1057">02-mar-2023</cx:pt>
          <cx:pt idx="1058">03-mar-2023</cx:pt>
          <cx:pt idx="1059">06-mar-2023</cx:pt>
          <cx:pt idx="1060">07-mar-2023</cx:pt>
          <cx:pt idx="1061">08-mar-2023</cx:pt>
          <cx:pt idx="1062">09-mar-2023</cx:pt>
          <cx:pt idx="1063">10-mar-2023</cx:pt>
          <cx:pt idx="1064">13-mar-2023</cx:pt>
          <cx:pt idx="1065">14-mar-2023</cx:pt>
          <cx:pt idx="1066">15-mar-2023</cx:pt>
          <cx:pt idx="1067">16-mar-2023</cx:pt>
          <cx:pt idx="1068">17-mar-2023</cx:pt>
          <cx:pt idx="1069">20-mar-2023</cx:pt>
          <cx:pt idx="1070">21-mar-2023</cx:pt>
          <cx:pt idx="1071">22-mar-2023</cx:pt>
          <cx:pt idx="1072">23-mar-2023</cx:pt>
          <cx:pt idx="1073">24-mar-2023</cx:pt>
          <cx:pt idx="1074">27-mar-2023</cx:pt>
          <cx:pt idx="1075">28-mar-2023</cx:pt>
          <cx:pt idx="1076">29-mar-2023</cx:pt>
          <cx:pt idx="1077">30-mar-2023</cx:pt>
          <cx:pt idx="1078">31-mar-2023</cx:pt>
          <cx:pt idx="1079">03-apr-2023</cx:pt>
          <cx:pt idx="1080">04-apr-2023</cx:pt>
          <cx:pt idx="1081">05-apr-2023</cx:pt>
          <cx:pt idx="1082">06-apr-2023</cx:pt>
          <cx:pt idx="1083">11-apr-2023</cx:pt>
          <cx:pt idx="1084">12-apr-2023</cx:pt>
          <cx:pt idx="1085">13-apr-2023</cx:pt>
          <cx:pt idx="1086">14-apr-2023</cx:pt>
          <cx:pt idx="1087">17-apr-2023</cx:pt>
          <cx:pt idx="1088">18-apr-2023</cx:pt>
          <cx:pt idx="1089">19-apr-2023</cx:pt>
          <cx:pt idx="1090">20-apr-2023</cx:pt>
          <cx:pt idx="1091">21-apr-2023</cx:pt>
          <cx:pt idx="1092">24-apr-2023</cx:pt>
          <cx:pt idx="1093">25-apr-2023</cx:pt>
          <cx:pt idx="1094">26-apr-2023</cx:pt>
          <cx:pt idx="1095">27-apr-2023</cx:pt>
          <cx:pt idx="1096">28-apr-2023</cx:pt>
          <cx:pt idx="1097">02-mag-2023</cx:pt>
          <cx:pt idx="1098">03-mag-2023</cx:pt>
          <cx:pt idx="1099">04-mag-2023</cx:pt>
          <cx:pt idx="1100">05-mag-2023</cx:pt>
          <cx:pt idx="1101">08-mag-2023</cx:pt>
          <cx:pt idx="1102">09-mag-2023</cx:pt>
          <cx:pt idx="1103">10-mag-2023</cx:pt>
          <cx:pt idx="1104">11-mag-2023</cx:pt>
          <cx:pt idx="1105">12-mag-2023</cx:pt>
          <cx:pt idx="1106">15-mag-2023</cx:pt>
          <cx:pt idx="1107">16-mag-2023</cx:pt>
          <cx:pt idx="1108">17-mag-2023</cx:pt>
          <cx:pt idx="1109">18-mag-2023</cx:pt>
          <cx:pt idx="1110">19-mag-2023</cx:pt>
          <cx:pt idx="1111">22-mag-2023</cx:pt>
          <cx:pt idx="1112">23-mag-2023</cx:pt>
          <cx:pt idx="1113">24-mag-2023</cx:pt>
          <cx:pt idx="1114">25-mag-2023</cx:pt>
          <cx:pt idx="1115">26-mag-2023</cx:pt>
          <cx:pt idx="1116">29-mag-2023</cx:pt>
          <cx:pt idx="1117">30-mag-2023</cx:pt>
          <cx:pt idx="1118">31-mag-2023</cx:pt>
          <cx:pt idx="1119">01-giu-2023</cx:pt>
          <cx:pt idx="1120">02-giu-2023</cx:pt>
          <cx:pt idx="1121">05-giu-2023</cx:pt>
          <cx:pt idx="1122">06-giu-2023</cx:pt>
          <cx:pt idx="1123">07-giu-2023</cx:pt>
          <cx:pt idx="1124">08-giu-2023</cx:pt>
          <cx:pt idx="1125">09-giu-2023</cx:pt>
          <cx:pt idx="1126">12-giu-2023</cx:pt>
          <cx:pt idx="1127">13-giu-2023</cx:pt>
          <cx:pt idx="1128">14-giu-2023</cx:pt>
          <cx:pt idx="1129">15-giu-2023</cx:pt>
          <cx:pt idx="1130">16-giu-2023</cx:pt>
          <cx:pt idx="1131">19-giu-2023</cx:pt>
          <cx:pt idx="1132">20-giu-2023</cx:pt>
          <cx:pt idx="1133">21-giu-2023</cx:pt>
          <cx:pt idx="1134">22-giu-2023</cx:pt>
          <cx:pt idx="1135">23-giu-2023</cx:pt>
          <cx:pt idx="1136">26-giu-2023</cx:pt>
          <cx:pt idx="1137">27-giu-2023</cx:pt>
          <cx:pt idx="1138">28-giu-2023</cx:pt>
          <cx:pt idx="1139">29-giu-2023</cx:pt>
          <cx:pt idx="1140">30-giu-2023</cx:pt>
          <cx:pt idx="1141">03-lug-2023</cx:pt>
          <cx:pt idx="1142">04-lug-2023</cx:pt>
          <cx:pt idx="1143">05-lug-2023</cx:pt>
          <cx:pt idx="1144">06-lug-2023</cx:pt>
          <cx:pt idx="1145">07-lug-2023</cx:pt>
          <cx:pt idx="1146">10-lug-2023</cx:pt>
          <cx:pt idx="1147">11-lug-2023</cx:pt>
          <cx:pt idx="1148">12-lug-2023</cx:pt>
          <cx:pt idx="1149">13-lug-2023</cx:pt>
          <cx:pt idx="1150">14-lug-2023</cx:pt>
          <cx:pt idx="1151">17-lug-2023</cx:pt>
          <cx:pt idx="1152">18-lug-2023</cx:pt>
          <cx:pt idx="1153">19-lug-2023</cx:pt>
          <cx:pt idx="1154">20-lug-2023</cx:pt>
          <cx:pt idx="1155">21-lug-2023</cx:pt>
          <cx:pt idx="1156">24-lug-2023</cx:pt>
          <cx:pt idx="1157">25-lug-2023</cx:pt>
          <cx:pt idx="1158">26-lug-2023</cx:pt>
          <cx:pt idx="1159">27-lug-2023</cx:pt>
          <cx:pt idx="1160">28-lug-2023</cx:pt>
          <cx:pt idx="1161">31-lug-2023</cx:pt>
          <cx:pt idx="1162">01-ago-2023</cx:pt>
          <cx:pt idx="1163">02-ago-2023</cx:pt>
          <cx:pt idx="1164">03-ago-2023</cx:pt>
          <cx:pt idx="1165">04-ago-2023</cx:pt>
          <cx:pt idx="1166">07-ago-2023</cx:pt>
          <cx:pt idx="1167">08-ago-2023</cx:pt>
          <cx:pt idx="1168">09-ago-2023</cx:pt>
          <cx:pt idx="1169">10-ago-2023</cx:pt>
          <cx:pt idx="1170">11-ago-2023</cx:pt>
          <cx:pt idx="1171">14-ago-2023</cx:pt>
          <cx:pt idx="1172">16-ago-2023</cx:pt>
          <cx:pt idx="1173">17-ago-2023</cx:pt>
          <cx:pt idx="1174">18-ago-2023</cx:pt>
          <cx:pt idx="1175">21-ago-2023</cx:pt>
          <cx:pt idx="1176">22-ago-2023</cx:pt>
          <cx:pt idx="1177">23-ago-2023</cx:pt>
          <cx:pt idx="1178">24-ago-2023</cx:pt>
          <cx:pt idx="1179">25-ago-2023</cx:pt>
          <cx:pt idx="1180">28-ago-2023</cx:pt>
          <cx:pt idx="1181">29-ago-2023</cx:pt>
          <cx:pt idx="1182">30-ago-2023</cx:pt>
          <cx:pt idx="1183">31-ago-2023</cx:pt>
          <cx:pt idx="1184">01-set-2023</cx:pt>
          <cx:pt idx="1185">04-set-2023</cx:pt>
          <cx:pt idx="1186">05-set-2023</cx:pt>
          <cx:pt idx="1187">06-set-2023</cx:pt>
          <cx:pt idx="1188">07-set-2023</cx:pt>
          <cx:pt idx="1189">08-set-2023</cx:pt>
          <cx:pt idx="1190">11-set-2023</cx:pt>
          <cx:pt idx="1191">12-set-2023</cx:pt>
          <cx:pt idx="1192">13-set-2023</cx:pt>
          <cx:pt idx="1193">14-set-2023</cx:pt>
          <cx:pt idx="1194">15-set-2023</cx:pt>
          <cx:pt idx="1195">18-set-2023</cx:pt>
          <cx:pt idx="1196">19-set-2023</cx:pt>
          <cx:pt idx="1197">20-set-2023</cx:pt>
          <cx:pt idx="1198">21-set-2023</cx:pt>
          <cx:pt idx="1199">22-set-2023</cx:pt>
          <cx:pt idx="1200">25-set-2023</cx:pt>
          <cx:pt idx="1201">26-set-2023</cx:pt>
          <cx:pt idx="1202">27-set-2023</cx:pt>
          <cx:pt idx="1203">28-set-2023</cx:pt>
          <cx:pt idx="1204">29-set-2023</cx:pt>
          <cx:pt idx="1205">02-ott-2023</cx:pt>
          <cx:pt idx="1206">03-ott-2023</cx:pt>
          <cx:pt idx="1207">04-ott-2023</cx:pt>
          <cx:pt idx="1208">05-ott-2023</cx:pt>
          <cx:pt idx="1209">06-ott-2023</cx:pt>
          <cx:pt idx="1210">09-ott-2023</cx:pt>
          <cx:pt idx="1211">10-ott-2023</cx:pt>
          <cx:pt idx="1212">11-ott-2023</cx:pt>
          <cx:pt idx="1213">12-ott-2023</cx:pt>
          <cx:pt idx="1214">13-ott-2023</cx:pt>
          <cx:pt idx="1215">16-ott-2023</cx:pt>
          <cx:pt idx="1216">17-ott-2023</cx:pt>
          <cx:pt idx="1217">18-ott-2023</cx:pt>
          <cx:pt idx="1218">19-ott-2023</cx:pt>
          <cx:pt idx="1219">20-ott-2023</cx:pt>
          <cx:pt idx="1220">23-ott-2023</cx:pt>
          <cx:pt idx="1221">24-ott-2023</cx:pt>
          <cx:pt idx="1222">25-ott-2023</cx:pt>
          <cx:pt idx="1223">26-ott-2023</cx:pt>
          <cx:pt idx="1224">27-ott-2023</cx:pt>
          <cx:pt idx="1225">30-ott-2023</cx:pt>
          <cx:pt idx="1226">31-ott-2023</cx:pt>
          <cx:pt idx="1227">01-nov-2023</cx:pt>
          <cx:pt idx="1228">02-nov-2023</cx:pt>
          <cx:pt idx="1229">03-nov-2023</cx:pt>
          <cx:pt idx="1230">06-nov-2023</cx:pt>
          <cx:pt idx="1231">07-nov-2023</cx:pt>
          <cx:pt idx="1232">08-nov-2023</cx:pt>
          <cx:pt idx="1233">09-nov-2023</cx:pt>
          <cx:pt idx="1234">10-nov-2023</cx:pt>
          <cx:pt idx="1235">13-nov-2023</cx:pt>
          <cx:pt idx="1236">14-nov-2023</cx:pt>
          <cx:pt idx="1237">15-nov-2023</cx:pt>
          <cx:pt idx="1238">16-nov-2023</cx:pt>
          <cx:pt idx="1239">17-nov-2023</cx:pt>
          <cx:pt idx="1240">20-nov-2023</cx:pt>
          <cx:pt idx="1241">21-nov-2023</cx:pt>
          <cx:pt idx="1242">22-nov-2023</cx:pt>
          <cx:pt idx="1243">23-nov-2023</cx:pt>
          <cx:pt idx="1244">24-nov-2023</cx:pt>
          <cx:pt idx="1245">27-nov-2023</cx:pt>
          <cx:pt idx="1246">28-nov-2023</cx:pt>
          <cx:pt idx="1247">29-nov-2023</cx:pt>
          <cx:pt idx="1248">30-nov-2023</cx:pt>
          <cx:pt idx="1249">01-dic-2023</cx:pt>
          <cx:pt idx="1250">04-dic-2023</cx:pt>
          <cx:pt idx="1251">05-dic-2023</cx:pt>
          <cx:pt idx="1252">06-dic-2023</cx:pt>
          <cx:pt idx="1253">07-dic-2023</cx:pt>
          <cx:pt idx="1254">08-dic-2023</cx:pt>
          <cx:pt idx="1255">11-dic-2023</cx:pt>
          <cx:pt idx="1256">12-dic-2023</cx:pt>
          <cx:pt idx="1257">13-dic-2023</cx:pt>
          <cx:pt idx="1258">14-dic-2023</cx:pt>
          <cx:pt idx="1259">15-dic-2023</cx:pt>
          <cx:pt idx="1260">18-dic-2023</cx:pt>
          <cx:pt idx="1261">19-dic-2023</cx:pt>
          <cx:pt idx="1262">20-dic-2023</cx:pt>
          <cx:pt idx="1263">21-dic-2023</cx:pt>
          <cx:pt idx="1264">22-dic-2023</cx:pt>
          <cx:pt idx="1265">27-dic-2023</cx:pt>
          <cx:pt idx="1266">28-dic-2023</cx:pt>
          <cx:pt idx="1267">29-dic-2023</cx:pt>
        </cx:lvl>
      </cx:strDim>
      <cx:numDim type="val">
        <cx:f>'Rendimenti RACE.MI'!$D$3:$D$1270</cx:f>
        <cx:lvl ptCount="1268" formatCode="0,00%">
          <cx:pt idx="0">-0.010690317937162241</cx:pt>
          <cx:pt idx="1">0.043435399031772626</cx:pt>
          <cx:pt idx="2">0.021249139482126367</cx:pt>
          <cx:pt idx="3">0.030413214311400871</cx:pt>
          <cx:pt idx="4">0.026830366486252366</cx:pt>
          <cx:pt idx="5">-0.0035222247125776818</cx:pt>
          <cx:pt idx="6">0.0041425079951560306</cx:pt>
          <cx:pt idx="7">-0.0041425079951560306</cx:pt>
          <cx:pt idx="8">0.019729369906308136</cx:pt>
          <cx:pt idx="9">0.0099221225063157448</cx:pt>
          <cx:pt idx="10">0.0026159588315746163</cx:pt>
          <cx:pt idx="11">-0.00020098482632224801</cx:pt>
          <cx:pt idx="12">0.010000083334583465</cx:pt>
          <cx:pt idx="13">-0.020913692061298228</cx:pt>
          <cx:pt idx="14">-0.01618390336797404</cx:pt>
          <cx:pt idx="15">0.022463676866427917</cx:pt>
          <cx:pt idx="16">-0.01076043272585725</cx:pt>
          <cx:pt idx="17">-0.02354507775152026</cx:pt>
          <cx:pt idx="18">0.0041710175173381714</cx:pt>
          <cx:pt idx="19">0.017739739134964516</cx:pt>
          <cx:pt idx="20">0.10454235238862353</cx:pt>
          <cx:pt idx="21">0.018248681588399762</cx:pt>
          <cx:pt idx="22">-0.0022629563854890122</cx:pt>
          <cx:pt idx="23">0.017071393919618316</cx:pt>
          <cx:pt idx="24">-0.0035698386862250686</cx:pt>
          <cx:pt idx="25">-0.025810805706995232</cx:pt>
          <cx:pt idx="26">-0.00045882083851456201</cx:pt>
          <cx:pt idx="27">0.005492004650846205</cx:pt>
          <cx:pt idx="28">0.014049630604109353</cx:pt>
          <cx:pt idx="29">-0.0031552877203395724</cx:pt>
          <cx:pt idx="30">-0.0036182762224994391</cx:pt>
          <cx:pt idx="31">0.0085721255787536421</cx:pt>
          <cx:pt idx="32">0.00044913542187785538</cx:pt>
          <cx:pt idx="33">-0.0013480118868951507</cx:pt>
          <cx:pt idx="34">-0.0027014874601603012</cx:pt>
          <cx:pt idx="35">0.0036003639251775965</cx:pt>
          <cx:pt idx="36">-0.0017985616359146306</cx:pt>
          <cx:pt idx="37">0.0094065643206331373</cx:pt>
          <cx:pt idx="38">0.01284624532083356</cx:pt>
          <cx:pt idx="39">-0.0083978394087980135</cx:pt>
          <cx:pt idx="40">0.0044287052012936812</cx:pt>
          <cx:pt idx="41">0.01360565205577835</cx:pt>
          <cx:pt idx="42">0.010407726210380552</cx:pt>
          <cx:pt idx="43">-0.0012950573793624187</cx:pt>
          <cx:pt idx="44">-0.0073705081116335336</cx:pt>
          <cx:pt idx="45">-0.0017421607193846</cx:pt>
          <cx:pt idx="46">-0.0061215757408294991</cx:pt>
          <cx:pt idx="47">0.014802185805135259</cx:pt>
          <cx:pt idx="48">-0.0025962801256316226</cx:pt>
          <cx:pt idx="49">-0.0052128701885330031</cx:pt>
          <cx:pt idx="50">0.0082412090808769989</cx:pt>
          <cx:pt idx="51">0.0073165809500483903</cx:pt>
          <cx:pt idx="52">-0.0021463841680908757</cx:pt>
          <cx:pt idx="53">0.0025751087191379085</cx:pt>
          <cx:pt idx="54">-0.0094746617470491401</cx:pt>
          <cx:pt idx="55">0.0047485519834564727</cx:pt>
          <cx:pt idx="56">-0.014750809758148797</cx:pt>
          <cx:pt idx="57">0.01302667140000846</cx:pt>
          <cx:pt idx="58">0.016260520871780315</cx:pt>
          <cx:pt idx="59">0.004658064742506518</cx:pt>
          <cx:pt idx="60">-0.0029617114943274458</cx:pt>
          <cx:pt idx="61">0.012631746905900521</cx:pt>
          <cx:pt idx="62">0.010819914129148955</cx:pt>
          <cx:pt idx="63">0.0028931617618201955</cx:pt>
          <cx:pt idx="64">0.0032962534995979453</cx:pt>
          <cx:pt idx="65">0.00041126876993402561</cx:pt>
          <cx:pt idx="66">0.0016433857437299082</cx:pt>
          <cx:pt idx="67">-0.0020546545136639338</cx:pt>
          <cx:pt idx="68">-0.0053619431413860497</cx:pt>
          <cx:pt idx="69">0.0037151745518633206</cx:pt>
          <cx:pt idx="70">0.00041194645278785913</cx:pt>
          <cx:pt idx="71">0.0098361448767132487</cx:pt>
          <cx:pt idx="72">-0.013549786446074741</cx:pt>
          <cx:pt idx="73">0.0070031182197602959</cx:pt>
          <cx:pt idx="74">-0.0074165976550499835</cx:pt>
          <cx:pt idx="75">0.018033275569661278</cx:pt>
          <cx:pt idx="76">0.0032441228776241005</cx:pt>
          <cx:pt idx="77">-0.0089467859898064717</cx:pt>
          <cx:pt idx="78">-0.005735370084743785</cx:pt>
          <cx:pt idx="79">-0.0065952423727351217</cx:pt>
          <cx:pt idx="80">0</cx:pt>
          <cx:pt idx="81">-0.0012414650880643308</cx:pt>
          <cx:pt idx="82">-0.0012430082395971098</cx:pt>
          <cx:pt idx="83">-0.0066555986117364796</cx:pt>
          <cx:pt idx="84">-0.01175496323144376</cx:pt>
          <cx:pt idx="85">0.038115632922512077</cx:pt>
          <cx:pt idx="86">0.026079712783052322</cx:pt>
          <cx:pt idx="87">-0.01035041087450761</cx:pt>
          <cx:pt idx="88">-0.0020028045949711526</cx:pt>
          <cx:pt idx="89">-0.018208069287814155</cx:pt>
          <cx:pt idx="90">0.032539524769398476</cx:pt>
          <cx:pt idx="91">0.011787955752041945</cx:pt>
          <cx:pt idx="92">0.0073944684077371647</cx:pt>
          <cx:pt idx="93">-0.0031067986154553751</cx:pt>
          <cx:pt idx="94">-0.014890557264214621</cx:pt>
          <cx:pt idx="95">0.014112347108208745</cx:pt>
          <cx:pt idx="96">-0.0023382707458123875</cx:pt>
          <cx:pt idx="97">-0.010196166764789183</cx:pt>
          <cx:pt idx="98">0.009024977874325657</cx:pt>
          <cx:pt idx="99">-0.0011725621824210108</cx:pt>
          <cx:pt idx="100">0.0093422244274270483</cx:pt>
          <cx:pt idx="101">-0.013653420601261956</cx:pt>
          <cx:pt idx="102">0.0054837583562559189</cx:pt>
          <cx:pt idx="103">-0.0031298930089276311</cx:pt>
          <cx:pt idx="104">-0.0019611694852237349</cx:pt>
          <cx:pt idx="105">0.0019611694852237349</cx:pt>
          <cx:pt idx="106">0.0093604427595641582</cx:pt>
          <cx:pt idx="107">0.018462062839734728</cx:pt>
          <cx:pt idx="108">0.012497795695834313</cx:pt>
          <cx:pt idx="109">0.025637666496664657</cx:pt>
          <cx:pt idx="110">0.0032961025996032234</cx:pt>
          <cx:pt idx="111">-0.0014635933823763381</cx:pt>
          <cx:pt idx="112">-0.0040359621836616455</cx:pt>
          <cx:pt idx="113">0.0065958465583513259</cx:pt>
          <cx:pt idx="114">0.032342021168068946</cx:pt>
          <cx:pt idx="115">-0.01137992366276297</cx:pt>
          <cx:pt idx="116">0.022631800460197304</cx:pt>
          <cx:pt idx="117">0.0017467253349421341</cx:pt>
          <cx:pt idx="118">-0.0010476690324443538</cx:pt>
          <cx:pt idx="119">-0.010890675004495698</cx:pt>
          <cx:pt idx="120">-0.012440181758199387</cx:pt>
          <cx:pt idx="121">0.0071276139242328895</cx:pt>
          <cx:pt idx="122">0.014104606181541968</cx:pt>
          <cx:pt idx="123">0.008715411625052738</cx:pt>
          <cx:pt idx="124">0.013788567303213206</cx:pt>
          <cx:pt idx="125">0.017309103449908214</cx:pt>
          <cx:pt idx="126">-0.0026954194216726179</cx:pt>
          <cx:pt idx="127">-0.0060913893934015917</cx:pt>
          <cx:pt idx="128">0.00676592567530232</cx:pt>
          <cx:pt idx="129">-0.0077847744644046202</cx:pt>
          <cx:pt idx="130">0.0084588560537977031</cx:pt>
          <cx:pt idx="131">-0.0037130844347936787</cx:pt>
          <cx:pt idx="132">0.0010140274656285087</cx:pt>
          <cx:pt idx="133">0.0087454307810297394</cx:pt>
          <cx:pt idx="134">0.013306916249165468</cx:pt>
          <cx:pt idx="135">-0.0062987113597721134</cx:pt>
          <cx:pt idx="136">-0.0053351243585808561</cx:pt>
          <cx:pt idx="137">-0.0060362356318499621</cx:pt>
          <cx:pt idx="138">0.0043631551010374636</cx:pt>
          <cx:pt idx="139">0.01132213226977985</cx:pt>
          <cx:pt idx="140">-0.0066445427186687667</cx:pt>
          <cx:pt idx="141">-0.0066889881507963267</cx:pt>
          <cx:pt idx="142">-0.0030247040368420741</cx:pt>
          <cx:pt idx="143">-0.0064156897422451564</cx:pt>
          <cx:pt idx="144">-0.023304687315523154</cx:pt>
          <cx:pt idx="145">0.010005258554595109</cx:pt>
          <cx:pt idx="146">0.025420789293272961</cx:pt>
          <cx:pt idx="147">-0.044482187762895364</cx:pt>
          <cx:pt idx="148">-0.014449590613439867</cx:pt>
          <cx:pt idx="149">-0.020079555946217909</cx:pt>
          <cx:pt idx="150">0.016167048732251388</cx:pt>
          <cx:pt idx="151">0.019760699453989616</cx:pt>
          <cx:pt idx="152">-0.021187233219443158</cx:pt>
          <cx:pt idx="153">0.012766130823035127</cx:pt>
          <cx:pt idx="154">0.011909072448126778</cx:pt>
          <cx:pt idx="155">-0.023961682013633911</cx:pt>
          <cx:pt idx="156">-0.0010704728943720099</cx:pt>
          <cx:pt idx="157">0.011712644990517163</cx:pt>
          <cx:pt idx="158">-0.015289186714303682</cx:pt>
          <cx:pt idx="159">0.015994654115695894</cx:pt>
          <cx:pt idx="160">-0.014204784298317286</cx:pt>
          <cx:pt idx="161">-0.013321529136415045</cx:pt>
          <cx:pt idx="162">0.020093966356505177</cx:pt>
          <cx:pt idx="163">0.02940358834786494</cx:pt>
          <cx:pt idx="164">-0.015644330884874158</cx:pt>
          <cx:pt idx="165">0.0073311551946693143</cx:pt>
          <cx:pt idx="166">-0.0038334251509146711</cx:pt>
          <cx:pt idx="167">0.004528835471012016</cx:pt>
          <cx:pt idx="168">0.0065823899540591313</cx:pt>
          <cx:pt idx="169">0.0051661902400157445</cx:pt>
          <cx:pt idx="170">0.0085514459887834349</cx:pt>
          <cx:pt idx="171">0.011513842062338853</cx:pt>
          <cx:pt idx="172">-0.014925650216675912</cx:pt>
          <cx:pt idx="173">-0.061671820655495146</cx:pt>
          <cx:pt idx="174">0.0094067263822248393</cx:pt>
          <cx:pt idx="175">0.0025175341475112134</cx:pt>
          <cx:pt idx="176">-0.0025175341475112134</cx:pt>
          <cx:pt idx="177">-0.01195449846102381</cx:pt>
          <cx:pt idx="178">0.01195449846102381</cx:pt>
          <cx:pt idx="179">0.00538697657546372</cx:pt>
          <cx:pt idx="180">-0.00035823034594084646</cx:pt>
          <cx:pt idx="181">-0.0061096326615448504</cx:pt>
          <cx:pt idx="182">-0.001804077703815743</cx:pt>
          <cx:pt idx="183">-0.01016342686817584</cx:pt>
          <cx:pt idx="184">-0.0051207134571971125</cx:pt>
          <cx:pt idx="185">0.014200129379115189</cx:pt>
          <cx:pt idx="186">0.01400130573209335</cx:pt>
          <cx:pt idx="187">0.009226467155103002</cx:pt>
          <cx:pt idx="188">-0.020339684237122846</cx:pt>
          <cx:pt idx="189">-0.040086264274831862</cx:pt>
          <cx:pt idx="190">0.025561680683949817</cx:pt>
          <cx:pt idx="191">-0.0010978958101901526</cx:pt>
          <cx:pt idx="192">-0.012898649441507537</cx:pt>
          <cx:pt idx="193">0.0070227603358379298</cx:pt>
          <cx:pt idx="194">0.0047767865953174393</cx:pt>
          <cx:pt idx="195">0.025336136262073872</cx:pt>
          <cx:pt idx="196">0.002498662731370338</cx:pt>
          <cx:pt idx="197">0.014510960693000285</cx:pt>
          <cx:pt idx="198">0.01983018537483261</cx:pt>
          <cx:pt idx="199">-0.017023165987848365</cx:pt>
          <cx:pt idx="200">-0.018745022776673004</cx:pt>
          <cx:pt idx="201">-0.00035707909681370609</cx:pt>
          <cx:pt idx="202">0.0035650661644970327</cx:pt>
          <cx:pt idx="203">-0.023039175999875816</cx:pt>
          <cx:pt idx="204">0.017686799261283248</cx:pt>
          <cx:pt idx="205">0.0035714323675977155</cx:pt>
          <cx:pt idx="206">0.01345629369420287</cx:pt>
          <cx:pt idx="207">-0.0010557804957480599</cx:pt>
          <cx:pt idx="208">0.0031640033426567626</cx:pt>
          <cx:pt idx="209">0.0069954814834565227</cx:pt>
          <cx:pt idx="210">0.0069468844848703526</cx:pt>
          <cx:pt idx="211">0.063044674855806448</cx:pt>
          <cx:pt idx="212">-0.027010864772492482</cx:pt>
          <cx:pt idx="213">0.00033383408756115784</cx:pt>
          <cx:pt idx="214">0.0023337233462195073</cx:pt>
          <cx:pt idx="215">-0.0036697288889619983</cx:pt>
          <cx:pt idx="216">-0.0060342120742680194</cx:pt>
          <cx:pt idx="217">0.006368380832598497</cx:pt>
          <cx:pt idx="218">-0.0046885551394160174</cx:pt>
          <cx:pt idx="219">0.0050226122662913042</cx:pt>
          <cx:pt idx="220">0.0089776164070984876</cx:pt>
          <cx:pt idx="221">-0.011988155559969904</cx:pt>
          <cx:pt idx="222">-0.0090863825559575062</cx:pt>
          <cx:pt idx="223">0.0090863825559575062</cx:pt>
          <cx:pt idx="224">0.0050125418235440478</cx:pt>
          <cx:pt idx="225">-0.0036734053663085575</cx:pt>
          <cx:pt idx="226">0.014942997624539878</cx:pt>
          <cx:pt idx="227">0.014722988016022676</cx:pt>
          <cx:pt idx="228">0.0074421958119836873</cx:pt>
          <cx:pt idx="229">-0.011347179622232417</cx:pt>
          <cx:pt idx="230">0.00032599837289470912</cx:pt>
          <cx:pt idx="231">-0.034486176071169439</cx:pt>
          <cx:pt idx="232">0.019379156416707843</cx:pt>
          <cx:pt idx="233">0.00297373422511793</cx:pt>
          <cx:pt idx="234">-0.0049611479299560557</cx:pt>
          <cx:pt idx="235">0</cx:pt>
          <cx:pt idx="236">-0.019418085857101808</cx:pt>
          <cx:pt idx="237">0.0080808520539390472</cx:pt>
          <cx:pt idx="238">-0.00067091582523381987</cx:pt>
          <cx:pt idx="239">0.0050209310500992643</cx:pt>
          <cx:pt idx="240">-0.015139061215683647</cx:pt>
          <cx:pt idx="241">0.0043970982396999148</cx:pt>
          <cx:pt idx="242">0.01107579706354489</cx:pt>
          <cx:pt idx="243">0.0013342230131359045</cx:pt>
          <cx:pt idx="244">-0.0010005003335828988</cx:pt>
          <cx:pt idx="245">0.0076450430522516655</cx:pt>
          <cx:pt idx="246">0.0072583624503224087</cx:pt>
          <cx:pt idx="247">-0.00065767841897024226</cx:pt>
          <cx:pt idx="248">-0.027344151129522487</cx:pt>
          <cx:pt idx="249">0.011094415359202969</cx:pt>
          <cx:pt idx="250">-0.00033439224521547573</cx:pt>
          <cx:pt idx="251">-0.0087336799687554034</cx:pt>
          <cx:pt idx="252">0.0040404095370059068</cx:pt>
          <cx:pt idx="253">0.018642350809279229</cx:pt>
          <cx:pt idx="254">0.0075571248434336269</cx:pt>
          <cx:pt idx="255">0.021053409197832273</cx:pt>
          <cx:pt idx="256">-0.0022461103619200173</cx:pt>
          <cx:pt idx="257">0.003847391728894145</cx:pt>
          <cx:pt idx="258">-0.0067426808673927141</cx:pt>
          <cx:pt idx="259">-0.0061399449636212466</cx:pt>
          <cx:pt idx="260">0.018307882476078063</cx:pt>
          <cx:pt idx="261">0.00095435031897483924</cx:pt>
          <cx:pt idx="262">-0.013766825398056959</cx:pt>
          <cx:pt idx="263">0.0093053775899214486</cx:pt>
          <cx:pt idx="264">-0.0080167176177727839</cx:pt>
          <cx:pt idx="265">0.010887075193665829</cx:pt>
          <cx:pt idx="266">-0.037642341602874829</cx:pt>
          <cx:pt idx="267">0.033493620158417059</cx:pt>
          <cx:pt idx="268">0.0015976996528523912</cx:pt>
          <cx:pt idx="269">-0.014148145966026426</cx:pt>
          <cx:pt idx="270">-0.012382041543209432</cx:pt>
          <cx:pt idx="271">0.0114100667380308</cx:pt>
          <cx:pt idx="272">-0.023283557153047418</cx:pt>
          <cx:pt idx="273">0.017105680245318666</cx:pt>
          <cx:pt idx="274">0.00065210305538698776</cx:pt>
          <cx:pt idx="275">-0.0016310556543714938</cx:pt>
          <cx:pt idx="276">0.00065274153753680508</cx:pt>
          <cx:pt idx="277">0.021624208740381512</cx:pt>
          <cx:pt idx="278">0.01866256916755038</cx:pt>
          <cx:pt idx="279">-0.0056568346950482962</cx:pt>
          <cx:pt idx="280">0.0069095752284393797</cx:pt>
          <cx:pt idx="281">0.02167267489889646</cx:pt>
          <cx:pt idx="282">0.010359629518050362</cx:pt>
          <cx:pt idx="283">0.013548302976010618</cx:pt>
          <cx:pt idx="284">-0.018410056702999889</cx:pt>
          <cx:pt idx="285">-0.026857610615427241</cx:pt>
          <cx:pt idx="286">-0.054658412537864187</cx:pt>
          <cx:pt idx="287">-0.0019847839793856181</cx:pt>
          <cx:pt idx="288">-0.0056450423855851639</cx:pt>
          <cx:pt idx="289">-0.03835528687685219</cx:pt>
          <cx:pt idx="290">-0.020626495994577887</cx:pt>
          <cx:pt idx="291">-0.0028298568584110839</cx:pt>
          <cx:pt idx="292">0.01511718013462815</cx:pt>
          <cx:pt idx="293">-0.0091132772328652578</cx:pt>
          <cx:pt idx="294">-0.014541841639798214</cx:pt>
          <cx:pt idx="295">-0.036010437523033012</cx:pt>
          <cx:pt idx="296">-0.079363925752439002</cx:pt>
          <cx:pt idx="297">0.0063949058858483454</cx:pt>
          <cx:pt idx="298">0.028668760970010254</cx:pt>
          <cx:pt idx="299">-0.10824676919614351</cx:pt>
          <cx:pt idx="300">0.061081300753714096</cx:pt>
          <cx:pt idx="301">-0.0097880063661630601</cx:pt>
          <cx:pt idx="302">0.03345063035381024</cx:pt>
          <cx:pt idx="303">0.010644689511414285</cx:pt>
          <cx:pt idx="304">0.022490284894071344</cx:pt>
          <cx:pt idx="305">0.0045906737085985583</cx:pt>
          <cx:pt idx="306">-0.045284864535153346</cx:pt>
          <cx:pt idx="307">0.10167962808980491</cx:pt>
          <cx:pt idx="308">0.0093357949156329667</cx:pt>
          <cx:pt idx="309">0.0092494433877057247</cx:pt>
          <cx:pt idx="310">-0.025826399559898405</cx:pt>
          <cx:pt idx="311">0.01120156247265669</cx:pt>
          <cx:pt idx="312">0.017100523586009331</cx:pt>
          <cx:pt idx="313">-0.035230099183832131</cx:pt>
          <cx:pt idx="314">-0.0095588963137664962</cx:pt>
          <cx:pt idx="315">-0.068412534347553233</cx:pt>
          <cx:pt idx="316">0.047131163713519442</cx:pt>
          <cx:pt idx="317">0.028642463865320877</cx:pt>
          <cx:pt idx="318">0.035306260734953021</cx:pt>
          <cx:pt idx="319">-0.0046123906499859757</cx:pt>
          <cx:pt idx="320">0.0060273183710117806</cx:pt>
          <cx:pt idx="321">-0.027595372248333305</cx:pt>
          <cx:pt idx="322">0.03814399326907747</cx:pt>
          <cx:pt idx="323">0.03876321351533818</cx:pt>
          <cx:pt idx="324">-0.020394996521073239</cx:pt>
          <cx:pt idx="325">-0.020819627782389993</cx:pt>
          <cx:pt idx="326">0.01875706259604204</cx:pt>
          <cx:pt idx="327">0.0085660965806644285</cx:pt>
          <cx:pt idx="328">-0.017206205626364657</cx:pt>
          <cx:pt idx="329">0.020272125248198769</cx:pt>
          <cx:pt idx="330">-0.0075111312499958061</cx:pt>
          <cx:pt idx="331">0.0030795576091549037</cx:pt>
          <cx:pt idx="332">-0.020363084972375489</cx:pt>
          <cx:pt idx="333">0.014538158446027794</cx:pt>
          <cx:pt idx="334">-0.0062047768868831454</cx:pt>
          <cx:pt idx="335">0.013054118732457987</cx:pt>
          <cx:pt idx="336">-0.0058189450516783481</cx:pt>
          <cx:pt idx="337">0.0054775898682981605</cx:pt>
          <cx:pt idx="338">0.0081605349161897323</cx:pt>
          <cx:pt idx="339">-0.01021111663267682</cx:pt>
          <cx:pt idx="340">-0.014820191981254283</cx:pt>
          <cx:pt idx="341">-0.012578782206860595</cx:pt>
          <cx:pt idx="342">0.018809331957496234</cx:pt>
          <cx:pt idx="343">0.035590945102702776</cx:pt>
          <cx:pt idx="344">-0.027343475672685358</cx:pt>
          <cx:pt idx="345">-0.0058349230246328432</cx:pt>
          <cx:pt idx="346">-0.0044850860073566423</cx:pt>
          <cx:pt idx="347">0.015099806455751263</cx:pt>
          <cx:pt idx="348">0.017556156518301336</cx:pt>
          <cx:pt idx="349">0</cx:pt>
          <cx:pt idx="350">-0.011782664508785068</cx:pt>
          <cx:pt idx="351">0.027719256771598033</cx:pt>
          <cx:pt idx="352">0.00065854464019743375</cx:pt>
          <cx:pt idx="353">0.003942186445739182</cx:pt>
          <cx:pt idx="354">0.029399629937189253</cx:pt>
          <cx:pt idx="355">-0.011849618235537207</cx:pt>
          <cx:pt idx="356">-0.0084115669042850172</cx:pt>
          <cx:pt idx="357">-0.015057567636562297</cx:pt>
          <cx:pt idx="358">0.011477417351989594</cx:pt>
          <cx:pt idx="359">0.0074712057775396801</cx:pt>
          <cx:pt idx="360">-0.036583417178508881</cx:pt>
          <cx:pt idx="361">-0.0020161297151846114</cx:pt>
          <cx:pt idx="362">-0.003031836582120917</cx:pt>
          <cx:pt idx="363">0.026632732565599504</cx:pt>
          <cx:pt idx="364">-0.0085780796537822113</cx:pt>
          <cx:pt idx="365">-0.001326260141353508</cx:pt>
          <cx:pt idx="366">0.0066137807220369993</cx:pt>
          <cx:pt idx="367">0.0026333129107598552</cx:pt>
          <cx:pt idx="368">0.016302936888075159</cx:pt>
          <cx:pt idx="369">-0.033210351077364919</cx:pt>
          <cx:pt idx="370">0.002337620032594856</cx:pt>
          <cx:pt idx="371">0.0099569358947970699</cx:pt>
          <cx:pt idx="372">0.0032970685983784165</cx:pt>
          <cx:pt idx="373">-0.00032921810996988654</cx:pt>
          <cx:pt idx="374">-0.0026376540185113484</cx:pt>
          <cx:pt idx="375">0.022524209949576601</cx:pt>
          <cx:pt idx="376">-0.0084279267092508547</cx:pt>
          <cx:pt idx="377">0.019342962843130529</cx:pt>
          <cx:pt idx="378">-0.0067275602130560941</cx:pt>
          <cx:pt idx="379">-0.0067731270058457582</cx:pt>
          <cx:pt idx="380">0.0012936612412195458</cx:pt>
          <cx:pt idx="381">0.014758047769287685</cx:pt>
          <cx:pt idx="382">0.0098241956360487492</cx:pt>
          <cx:pt idx="383">-0.020711270829714579</cx:pt>
          <cx:pt idx="384">0.012478165425908294</cx:pt>
          <cx:pt idx="385">-0.015057148157727518</cx:pt>
          <cx:pt idx="386">-0.0051780050967522584</cx:pt>
          <cx:pt idx="387">0.018644063022237312</cx:pt>
          <cx:pt idx="388">0.012658396871923827</cx:pt>
          <cx:pt idx="389">-0.0047281411959456676</cx:pt>
          <cx:pt idx="390">0.0066131558917170707</cx:pt>
          <cx:pt idx="391">-0.030595120578202462</cx:pt>
          <cx:pt idx="392">0.0035535492086573583</cx:pt>
          <cx:pt idx="393">-0.012329812267673823</cx:pt>
          <cx:pt idx="394">0.0039100734078436616</cx:pt>
          <cx:pt idx="395">-0.0058708583497839584</cx:pt>
          <cx:pt idx="396">-0.0098620128691164766</cx:pt>
          <cx:pt idx="397">0.037923844527378847</cx:pt>
          <cx:pt idx="398">0.0034926214262167576</cx:pt>
          <cx:pt idx="399">-0.00031700745233020911</cx:pt>
          <cx:pt idx="400">-0.0063613446070176494</cx:pt>
          <cx:pt idx="401">0.0095269059715787918</cx:pt>
          <cx:pt idx="402">-0.01304297160446577</cx:pt>
          <cx:pt idx="403">0.018087118491143528</cx:pt>
          <cx:pt idx="404">0.026378565936308718</cx:pt>
          <cx:pt idx="405">0.010662705744040046</cx:pt>
          <cx:pt idx="406">-0.0054694758045350511</cx:pt>
          <cx:pt idx="407">0.016619207101337352</cx:pt>
          <cx:pt idx="408">-0.010543854271300113</cx:pt>
          <cx:pt idx="409">-0.0079051795071132247</cx:pt>
          <cx:pt idx="410">0.00091533187168835184</cx:pt>
          <cx:pt idx="411">0.00030492453354113991</cx:pt>
          <cx:pt idx="412">0.01151876937220031</cx:pt>
          <cx:pt idx="413">0.0018066852249489784</cx:pt>
          <cx:pt idx="414">0.0083883056266342848</cx:pt>
          <cx:pt idx="415">-0.013515748620180901</cx:pt>
          <cx:pt idx="416">-0.0057619568057214465</cx:pt>
          <cx:pt idx="417">-0.0073260400920736046</cx:pt>
          <cx:pt idx="418">-0.00091954029467800069</cx:pt>
          <cx:pt idx="419">0.012494448690754112</cx:pt>
          <cx:pt idx="420">-0.018646421338526231</cx:pt>
          <cx:pt idx="421">-0.0083656568440897416</cx:pt>
          <cx:pt idx="422">0.013290258978775782</cx:pt>
          <cx:pt idx="423">-0.01173577397742509</cx:pt>
          <cx:pt idx="424">-0.00031070374647956811</cx:pt>
          <cx:pt idx="425">-0.0043600193640784823</cx:pt>
          <cx:pt idx="426">0.011173300598124492</cx:pt>
          <cx:pt idx="427">-0.0037105793965350742</cx:pt>
          <cx:pt idx="428">0.0049443858454640832</cx:pt>
          <cx:pt idx="429">-0.0083578879962775687</cx:pt>
          <cx:pt idx="430">-0.0021783111149646928</cx:pt>
          <cx:pt idx="431">-0.0087610072263295535</cx:pt>
          <cx:pt idx="432">-0.02966251597915015</cx:pt>
          <cx:pt idx="433">0.01030604935219781</cx:pt>
          <cx:pt idx="434">0.0016007687106425195</cx:pt>
          <cx:pt idx="435">0.0047869885572247028</cx:pt>
          <cx:pt idx="436">-0.012816580438197889</cx:pt>
          <cx:pt idx="437">0.014724977963957997</cx:pt>
          <cx:pt idx="438">-0.0076555397813278248</cx:pt>
          <cx:pt idx="439">0.0031969336691126671</cx:pt>
          <cx:pt idx="440">0.0015946423407866561</cx:pt>
          <cx:pt idx="441">-0.0096062218054404624</cx:pt>
          <cx:pt idx="442">-0.010349380862002988</cx:pt>
          <cx:pt idx="443">-0.0091444138189977764</cx:pt>
          <cx:pt idx="444">0.028143536260484048</cx:pt>
          <cx:pt idx="445">-0.014134510934904476</cx:pt>
          <cx:pt idx="446">0.0019392378410865163</cx:pt>
          <cx:pt idx="447">0.012833028217475118</cx:pt>
          <cx:pt idx="448">0.003182688873728523</cx:pt>
          <cx:pt idx="449">0.0015875539133629601</cx:pt>
          <cx:pt idx="450">0.0053789087131512758</cx:pt>
          <cx:pt idx="451">0.033512289007893159</cx:pt>
          <cx:pt idx="452">-0.0061218434225809304</cx:pt>
          <cx:pt idx="453">-0.00030707815380193182</cx:pt>
          <cx:pt idx="454">-0.018599420236266262</cx:pt>
          <cx:pt idx="455">0.0074813316522890361</cx:pt>
          <cx:pt idx="456">-0.0031104224143927439</cx:pt>
          <cx:pt idx="457">-0.026196858666220457</cx:pt>
          <cx:pt idx="458">0.0038301993841125537</cx:pt>
          <cx:pt idx="459">-0.03303409179620509</cx:pt>
          <cx:pt idx="460">0.0065638568450863133</cx:pt>
          <cx:pt idx="461">0.0019607849419402967</cx:pt>
          <cx:pt idx="462">0.026101046716322074</cx:pt>
          <cx:pt idx="463">0.068229221201653978</cx:pt>
          <cx:pt idx="464">0.022618088587773144</cx:pt>
          <cx:pt idx="465">0.013845043766512077</cx:pt>
          <cx:pt idx="466">0.0014312296703895555</cx:pt>
          <cx:pt idx="467">0.021226210819023095</cx:pt>
          <cx:pt idx="468">-0.030999211858294018</cx:pt>
          <cx:pt idx="469">0.024819416910341729</cx:pt>
          <cx:pt idx="470">-0.0062182224104443407</cx:pt>
          <cx:pt idx="471">-0.01054591503957969</cx:pt>
          <cx:pt idx="472">0.002861232281032855</cx:pt>
          <cx:pt idx="473">0.012493064247466101</cx:pt>
          <cx:pt idx="474">0.014287958430175607</cx:pt>
          <cx:pt idx="475">0.0011120379238835909</cx:pt>
          <cx:pt idx="476">-0.0080904333053464228</cx:pt>
          <cx:pt idx="477">-0.011267724846342198</cx:pt>
          <cx:pt idx="478">0.0076196220211128818</cx:pt>
          <cx:pt idx="479">-0.0025334285189853034</cx:pt>
          <cx:pt idx="480">-0.0033879196719359683</cx:pt>
          <cx:pt idx="481">0.009849523836915175</cx:pt>
          <cx:pt idx="482">-0.009849523836915175</cx:pt>
          <cx:pt idx="483">0.0019776811079381673</cx:pt>
          <cx:pt idx="484">0.001410238563997801</cx:pt>
          <cx:pt idx="485">0.0022522532043254273</cx:pt>
          <cx:pt idx="486">-0.020455258661401743</cx:pt>
          <cx:pt idx="487">-0.00086145016095429128</cx:pt>
          <cx:pt idx="488">0.0034413569953928302</cx:pt>
          <cx:pt idx="489">0.0276697494192506</cx:pt>
          <cx:pt idx="490">-0.018834007170012157</cx:pt>
          <cx:pt idx="491">0.0031165912746029534</cx:pt>
          <cx:pt idx="492">0.012090685737991436</cx:pt>
          <cx:pt idx="493">0.014979475652519447</cx:pt>
          <cx:pt idx="494">0.004669696715263072</cx:pt>
          <cx:pt idx="495">0.0057385046121689598</cx:pt>
          <cx:pt idx="496">0.0035359753964492313</cx:pt>
          <cx:pt idx="497">-0.014219545030729641</cx:pt>
          <cx:pt idx="498">0.02555875939932406</cx:pt>
          <cx:pt idx="499">0.0021453481009237052</cx:pt>
          <cx:pt idx="500">0.0021407554335626244</cx:pt>
          <cx:pt idx="501">0.010635569542786882</cx:pt>
          <cx:pt idx="502">-0.0021180839266223828</cx:pt>
          <cx:pt idx="503">-0.0055814098381956612</cx:pt>
          <cx:pt idx="504">-0.020463826650537698</cx:pt>
          <cx:pt idx="505">-0.013970916186802462</cx:pt>
          <cx:pt idx="506">-0.0085884999452705557</cx:pt>
          <cx:pt idx="507">0.0030559823755451632</cx:pt>
          <cx:pt idx="508">-0.0027777795639023495</cx:pt>
          <cx:pt idx="509">-0.0013917886728229689</cx:pt>
          <cx:pt idx="510">0.0066629896698495727</cx:pt>
          <cx:pt idx="511">-0.00027674000453359326</cx:pt>
          <cx:pt idx="512">-0.025793411992587778</cx:pt>
          <cx:pt idx="513">0.0014190438027634755</cx:pt>
          <cx:pt idx="514">-0.01947369671457988</cx:pt>
          <cx:pt idx="515">0.015495288511771399</cx:pt>
          <cx:pt idx="516">0.0082234973568962033</cx:pt>
          <cx:pt idx="517">-0.012503715048527653</cx:pt>
          <cx:pt idx="518">-0.006310979064483746</cx:pt>
          <cx:pt idx="519">-0.0054826280749455947</cx:pt>
          <cx:pt idx="520">-0.0072600870654966343</cx:pt>
          <cx:pt idx="521">-0.0026265884063114697</cx:pt>
          <cx:pt idx="522">0.0066987289956204066</cx:pt>
          <cx:pt idx="523">0.023807233678923012</cx:pt>
          <cx:pt idx="524">-0.030213778596496432</cx:pt>
          <cx:pt idx="525">-0.037201135410641406</cx:pt>
          <cx:pt idx="526">0.02662834969822736</cx:pt>
          <cx:pt idx="527">-0.0074085388492104443</cx:pt>
          <cx:pt idx="528">0.022935436398882736</cx:pt>
          <cx:pt idx="529">0.0017426667204309965</cx:pt>
          <cx:pt idx="530">-0.005237137370204259</cx:pt>
          <cx:pt idx="531">-0.015285424001822534</cx:pt>
          <cx:pt idx="532">-0.0002962524092176011</cx:pt>
          <cx:pt idx="533">-0.0026702285558792838</cx:pt>
          <cx:pt idx="534">-0.0068564883306523328</cx:pt>
          <cx:pt idx="535">-0.0069038245095640605</cx:pt>
          <cx:pt idx="536">-0.013036413211720443</cx:pt>
          <cx:pt idx="537">-0.00061050062946232941</cx:pt>
          <cx:pt idx="538">-0.0092025189311613076</cx:pt>
          <cx:pt idx="539">-0.0064925255116721203</cx:pt>
          <cx:pt idx="540">-0.00093095429531953044</cx:pt>
          <cx:pt idx="541">-0.008730956616417096</cx:pt>
          <cx:pt idx="542">0.011521223501920197</cx:pt>
          <cx:pt idx="543">0.016275501284890304</cx:pt>
          <cx:pt idx="544">-0.012875714360045087</cx:pt>
          <cx:pt idx="545">-0.0080545664698270514</cx:pt>
          <cx:pt idx="546">-0.021060027134426562</cx:pt>
          <cx:pt idx="547">-0.01730257840428262</cx:pt>
          <cx:pt idx="548">0.041158072493507447</cx:pt>
          <cx:pt idx="549">0.010490685535471833</cx:pt>
          <cx:pt idx="550">-0.0043063739266866463</cx:pt>
          <cx:pt idx="551">0.012559515683407518</cx:pt>
          <cx:pt idx="552">-0.011943182844174949</cx:pt>
          <cx:pt idx="553">0.0079779496481018342</cx:pt>
          <cx:pt idx="554">0.0091269267574354274</cx:pt>
          <cx:pt idx="555">-0.0085158665489935004</cx:pt>
          <cx:pt idx="556">-0.0027527162205487343</cx:pt>
          <cx:pt idx="557">0.0051932299395049952</cx:pt>
          <cx:pt idx="558">0.047599705121448288</cx:pt>
          <cx:pt idx="559">0.0023215332539212596</cx:pt>
          <cx:pt idx="560">-0.017249367899767165</cx:pt>
          <cx:pt idx="561">0.0011788978671578576</cx:pt>
          <cx:pt idx="562">0.021274297907636353</cx:pt>
          <cx:pt idx="563">-0.0028876716571968331</cx:pt>
          <cx:pt idx="564">0.013214785813046248</cx:pt>
          <cx:pt idx="565">0.017819733302609109</cx:pt>
          <cx:pt idx="566">-0.0016835020811134527</cx:pt>
          <cx:pt idx="567">-0.0098773203199620241</cx:pt>
          <cx:pt idx="568">-0.005118009465742368</cx:pt>
          <cx:pt idx="569">-0.0011409014357912639</cx:pt>
          <cx:pt idx="570">-0.0068728792877621459</cx:pt>
          <cx:pt idx="571">0.011996716287630882</cx:pt>
          <cx:pt idx="572">0.0014186411799013143</cx:pt>
          <cx:pt idx="573">-0.012553659870050637</cx:pt>
          <cx:pt idx="574">0.0094299884390656175</cx:pt>
          <cx:pt idx="575">0.0062376159146637633</cx:pt>
          <cx:pt idx="576">-0.0099418515222442494</cx:pt>
          <cx:pt idx="577">-0.01321858327586245</cx:pt>
          <cx:pt idx="578">0.02400801219027926</cx:pt>
          <cx:pt idx="579">0.0047894161138772873</cx:pt>
          <cx:pt idx="580">0.00056195562029515145</cx:pt>
          <cx:pt idx="581">0.007555653686206476</cx:pt>
          <cx:pt idx="582">0.0074989936198912588</cx:pt>
          <cx:pt idx="583">-0.0049930755606624189</cx:pt>
          <cx:pt idx="584">-0.0066964535951212767</cx:pt>
          <cx:pt idx="585">-0.0025227763905544265</cx:pt>
          <cx:pt idx="586">0.025219571332116608</cx:pt>
          <cx:pt idx="587">-0.083583909212846308</cx:pt>
          <cx:pt idx="588">0.015353121181600926</cx:pt>
          <cx:pt idx="589">-0.028530909959654238</cx:pt>
          <cx:pt idx="590">-0.0021125705759441615</cx:pt>
          <cx:pt idx="591">-0.0015117160853215239</cx:pt>
          <cx:pt idx="592">-0.016781476962004049</cx:pt>
          <cx:pt idx="593">0.0073574826072970723</cx:pt>
          <cx:pt idx="594">-0.0058202032884100419</cx:pt>
          <cx:pt idx="595">0.0030674870678613075</cx:pt>
          <cx:pt idx="596">0.012176710575255711</cx:pt>
          <cx:pt idx="597">0.014717190097367272</cx:pt>
          <cx:pt idx="598">-0.010188880472619566</cx:pt>
          <cx:pt idx="599">0.022338978082261818</cx:pt>
          <cx:pt idx="600">0.019831504409625111</cx:pt>
          <cx:pt idx="601">0.0060457935699718135</cx:pt>
          <cx:pt idx="602">-0.00028706760639174433</cx:pt>
          <cx:pt idx="603">-0.0054700006836760906</cx:pt>
          <cx:pt idx="604">-0.00057753394617066078</cx:pt>
          <cx:pt idx="605">-0.00086692679898625613</cx:pt>
          <cx:pt idx="606">0.0025985289632641795</cx:pt>
          <cx:pt idx="607">0.0054637087752187341</cx:pt>
          <cx:pt idx="608">0.020156821550129322</cx:pt>
          <cx:pt idx="609">0.0058848425402446836</cx:pt>
          <cx:pt idx="610">0.0075156929972370889</cx:pt>
          <cx:pt idx="611">-0.0041684095371801178</cx:pt>
          <cx:pt idx="612">-0.026811257450656711</cx:pt>
          <cx:pt idx="613">-0.0051620418611975083</cx:pt>
          <cx:pt idx="614">0.00057487785429177762</cx:pt>
          <cx:pt idx="615">-0.033604330689692041</cx:pt>
          <cx:pt idx="616">-0.0023802450987933099</cx:pt>
          <cx:pt idx="617">-0.0086761950389355746</cx:pt>
          <cx:pt idx="618">0.019048194970694432</cx:pt>
          <cx:pt idx="619">-0.0029524674532677153</cx:pt>
          <cx:pt idx="620">0.0085382529601201185</cx:pt>
          <cx:pt idx="621">-0.010906519312732676</cx:pt>
          <cx:pt idx="622">-0.0083333815591437599</cx:pt>
          <cx:pt idx="623">0.014538158446026905</cx:pt>
          <cx:pt idx="624">0.0041152321451063401</cx:pt>
          <cx:pt idx="625">0.0067241884699500432</cx:pt>
          <cx:pt idx="626">0.011011412333052029</cx:pt>
          <cx:pt idx="627">0.0028776998276152099</cx:pt>
          <cx:pt idx="628">-0.013306531311099157</cx:pt>
          <cx:pt idx="629">0.013019133694521123</cx:pt>
          <cx:pt idx="630">-0.0048984394157871591</cx:pt>
          <cx:pt idx="631">0.0074820492927152316</cx:pt>
          <cx:pt idx="632">0.0025769520345058083</cx:pt>
          <cx:pt idx="633">-0.0065987902623261263</cx:pt>
          <cx:pt idx="634">0.013154321791092549</cx:pt>
          <cx:pt idx="635">0.0073592180420112285</cx:pt>
          <cx:pt idx="636">-0.00028204766792594427</cx:pt>
          <cx:pt idx="637">0.0036604292595532328</cx:pt>
          <cx:pt idx="638">-0.023891921424731066</cx:pt>
          <cx:pt idx="639">0.01230168567293255</cx:pt>
          <cx:pt idx="640">-0.013453759533077481</cx:pt>
          <cx:pt idx="641">-0.0060702600040638544</cx:pt>
          <cx:pt idx="642">0.012676631869990906</cx:pt>
          <cx:pt idx="643">0.0014304107717153514</cx:pt>
          <cx:pt idx="644">0.024288118516273549</cx:pt>
          <cx:pt idx="645">0.0016727073875033582</cx:pt>
          <cx:pt idx="646">-0.008110798204546299</cx:pt>
          <cx:pt idx="647">0.007553539900908568</cx:pt>
          <cx:pt idx="648">0.0086028003850557866</cx:pt>
          <cx:pt idx="649">0.015899457737529765</cx:pt>
          <cx:pt idx="650">-0.018943600118757509</cx:pt>
          <cx:pt idx="651">-0.026683228916687618</cx:pt>
          <cx:pt idx="652">0.014974146157259227</cx:pt>
          <cx:pt idx="653">0.032826006200350477</cx:pt>
          <cx:pt idx="654">0.017751945458450713</cx:pt>
          <cx:pt idx="655">0.0061129758466078599</cx:pt>
          <cx:pt idx="656">0</cx:pt>
          <cx:pt idx="657">0.0094937421922516307</cx:pt>
          <cx:pt idx="658">0.0010493180396178303</cx:pt>
          <cx:pt idx="659">0.0073145571681374477</cx:pt>
          <cx:pt idx="660">-0.0062663390428090437</cx:pt>
          <cx:pt idx="661">-0.0084166725164251943</cx:pt>
          <cx:pt idx="662">-0.0098209150333561368</cx:pt>
          <cx:pt idx="663">-0.028407158356063</cx:pt>
          <cx:pt idx="664">-0.0038493311209526482</cx:pt>
          <cx:pt idx="665">0.011776118560771209</cx:pt>
          <cx:pt idx="666">-0.0019076174200165497</cx:pt>
          <cx:pt idx="667">0.005169376223785882</cx:pt>
          <cx:pt idx="668">-0.0073539756726255234</cx:pt>
          <cx:pt idx="669">0.0010928962836445066</cx:pt>
          <cx:pt idx="670">0.005718191210609902</cx:pt>
          <cx:pt idx="671">-0.0024466506699942769</cx:pt>
          <cx:pt idx="672">0.0056995676072313373</cx:pt>
          <cx:pt idx="673">0.0029725734630021705</cx:pt>
          <cx:pt idx="674">-0.0054112686155356471</cx:pt>
          <cx:pt idx="675">0.011598241949052124</cx:pt>
          <cx:pt idx="676">-0.0021476518321987825</cx:pt>
          <cx:pt idx="677">0.001611171132635647</cx:pt>
          <cx:pt idx="678">0.004817996472061381</cx:pt>
          <cx:pt idx="679">-0.0066979486841267644</cx:pt>
          <cx:pt idx="680">-0.0086393625907081883</cx:pt>
          <cx:pt idx="681">0.018270255651668954</cx:pt>
          <cx:pt idx="682">-0.0032000027306704482</cx:pt>
          <cx:pt idx="683">0.0021344725286320809</cx:pt>
          <cx:pt idx="684">-0.017204725449630587</cx:pt>
          <cx:pt idx="685">-0.01502555245528292</cx:pt>
          <cx:pt idx="686">0.010677719519179618</cx:pt>
          <cx:pt idx="687">0.00054451403469002457</cx:pt>
          <cx:pt idx="688">0.0032608724546978607</cx:pt>
          <cx:pt idx="689">0.0024386951525334766</cx:pt>
          <cx:pt idx="690">-0.0016251357856269522</cx:pt>
          <cx:pt idx="691">-0.019710465644577901</cx:pt>
          <cx:pt idx="692">-0.0024913507695831782</cx:pt>
          <cx:pt idx="693">0.0030441423812277435</cx:pt>
          <cx:pt idx="694">-0.0066537534085950867</cx:pt>
          <cx:pt idx="695">-0.012033166043086574</cx:pt>
          <cx:pt idx="696">0.017027627035579584</cx:pt>
          <cx:pt idx="697">-0.0083380138426862871</cx:pt>
          <cx:pt idx="698">0.02153589581528248</cx:pt>
          <cx:pt idx="699">0.0078901239143363</cx:pt>
          <cx:pt idx="700">0.013459153374005162</cx:pt>
          <cx:pt idx="701">0.0024035263273338714</cx:pt>
          <cx:pt idx="702">-0.012615923602468548</cx:pt>
          <cx:pt idx="703">0.022436838635824685</cx:pt>
          <cx:pt idx="704">0.014943258795575787</cx:pt>
          <cx:pt idx="705">-0.0046948443042076349</cx:pt>
          <cx:pt idx="706">0.011179110312548701</cx:pt>
          <cx:pt idx="707">-0.0070048282272798801</cx:pt>
          <cx:pt idx="708">0.0049344341129717861</cx:pt>
          <cx:pt idx="709">-0.0070193970783218873</cx:pt>
          <cx:pt idx="710">0.040143444503354608</cx:pt>
          <cx:pt idx="711">0.004002006341853992</cx:pt>
          <cx:pt idx="712">-0.0065114179472800515</cx:pt>
          <cx:pt idx="713">0.022361180158157801</cx:pt>
          <cx:pt idx="714">0.0073439742557583898</cx:pt>
          <cx:pt idx="715">0.026950620561466465</cx:pt>
          <cx:pt idx="716">0.011800939404696287</cx:pt>
          <cx:pt idx="717">0.039112415768557618</cx:pt>
          <cx:pt idx="718">0.0094319136229552569</cx:pt>
          <cx:pt idx="719">0.022542391009558571</cx:pt>
          <cx:pt idx="720">-0.010103314582553757</cx:pt>
          <cx:pt idx="721">-0.02141982830082334</cx:pt>
          <cx:pt idx="722">0.0018026142781160104</cx:pt>
          <cx:pt idx="723">0.0058361557347188509</cx:pt>
          <cx:pt idx="724">0.020381742319340646</cx:pt>
          <cx:pt idx="725">-0.0035149421074445186</cx:pt>
          <cx:pt idx="726">0.0065804141817391582</cx:pt>
          <cx:pt idx="727">0.031844343062731539</cx:pt>
          <cx:pt idx="728">-0.0067998562051334588</cx:pt>
          <cx:pt idx="729">0.021932553554004919</cx:pt>
          <cx:pt idx="730">0.027162163686153207</cx:pt>
          <cx:pt idx="731">-0.038490163991360404</cx:pt>
          <cx:pt idx="732">0.0012650223065859834</cx:pt>
          <cx:pt idx="733">0.0063012180767296755</cx:pt>
          <cx:pt idx="734">-0.031478566758870841</cx:pt>
          <cx:pt idx="735">0.018836173343694362</cx:pt>
          <cx:pt idx="736">-0.017540556664940254</cx:pt>
          <cx:pt idx="737">0.0034467935890809542</cx:pt>
          <cx:pt idx="738">-0.0086393625907081883</cx:pt>
          <cx:pt idx="739">-0.0052196725728439475</cx:pt>
          <cx:pt idx="740">0.0052196725728439475</cx:pt>
          <cx:pt idx="741">0.029916761037992678</cx:pt>
          <cx:pt idx="742">-0.011433535520754212</cx:pt>
          <cx:pt idx="743">-0.0085543720966585468</cx:pt>
          <cx:pt idx="744">-0.015584731016698328</cx:pt>
          <cx:pt idx="745">0.00043620502327446076</cx:pt>
          <cx:pt idx="746">-0.018930787659439119</cx:pt>
          <cx:pt idx="747">0.018058187255030056</cx:pt>
          <cx:pt idx="748">-0.00087336250092917567</cx:pt>
          <cx:pt idx="749">-0.0070144961000231376</cx:pt>
          <cx:pt idx="750">-0.032643184506135903</cx:pt>
          <cx:pt idx="751">0.0018165309263977747</cx:pt>
          <cx:pt idx="752">0.0045269429957768281</cx:pt>
          <cx:pt idx="753">0.01033484822154751</cx:pt>
          <cx:pt idx="754">0.011997477832943915</cx:pt>
          <cx:pt idx="755">0.0052863559231477453</cx:pt>
          <cx:pt idx="756">-0.0079400505366136187</cx:pt>
          <cx:pt idx="757">0.0075005866754427331</cx:pt>
          <cx:pt idx="758">0.0030721990369704244</cx:pt>
          <cx:pt idx="759">0.029788518118048835</cx:pt>
          <cx:pt idx="760">0.0076271556187155198</cx:pt>
          <cx:pt idx="761">-0.033043126324154848</cx:pt>
          <cx:pt idx="762">-0.018050236927898311</cx:pt>
          <cx:pt idx="763">-0.018382046394934015</cx:pt>
          <cx:pt idx="764">0.013036822086956334</cx:pt>
          <cx:pt idx="765">0.011103822724319201</cx:pt>
          <cx:pt idx="766">-0.01962596445674869</cx:pt>
          <cx:pt idx="767">-0.039509043004626321</cx:pt>
          <cx:pt idx="768">0.00046849380102642613</cx:pt>
          <cx:pt idx="769">-0.021302580703868479</cx:pt>
          <cx:pt idx="770">0.0085755647023963988</cx:pt>
          <cx:pt idx="771">0.015533378928429542</cx:pt>
          <cx:pt idx="772">-0.03083004430390357</cx:pt>
          <cx:pt idx="773">-0.047598677739594031</cx:pt>
          <cx:pt idx="774">0.012799773194484665</cx:pt>
          <cx:pt idx="775">0.014851758136026127</cx:pt>
          <cx:pt idx="776">-0.015350635671940616</cx:pt>
          <cx:pt idx="777">0.00049887753591448813</cx:pt>
          <cx:pt idx="778">0.011899000085144884</cx:pt>
          <cx:pt idx="779">0.02048852156976988</cx:pt>
          <cx:pt idx="780">0.015808712462016317</cx:pt>
          <cx:pt idx="781">-0.037776889048972251</cx:pt>
          <cx:pt idx="782">-0.012916225266546455</cx:pt>
          <cx:pt idx="783">-0.013845406822052375</cx:pt>
          <cx:pt idx="784">0.00025345330258552679</cx:pt>
          <cx:pt idx="785">0.030940591854080601</cx:pt>
          <cx:pt idx="786">-0.024121522622041702</cx:pt>
          <cx:pt idx="787">-0.018801366832001953</cx:pt>
          <cx:pt idx="788">-0.0059164159719404807</cx:pt>
          <cx:pt idx="789">0.024466052154406448</cx:pt>
          <cx:pt idx="790">-0.014965402954651097</cx:pt>
          <cx:pt idx="791">0.0056065386410910634</cx:pt>
          <cx:pt idx="792">-0.011501724239010969</cx:pt>
          <cx:pt idx="793">-0.017373702916079203</cx:pt>
          <cx:pt idx="794">0.0028731899091765101</cx:pt>
          <cx:pt idx="795">0.002864958334154899</cx:pt>
          <cx:pt idx="796">-0.021025741705750889</cx:pt>
          <cx:pt idx="797">0.01161882624460997</cx:pt>
          <cx:pt idx="798">0.012004319518826634</cx:pt>
          <cx:pt idx="799">-0.018060954228162451</cx:pt>
          <cx:pt idx="800">-0.0045003385021322728</cx:pt>
          <cx:pt idx="801">-0.016317066581390094</cx:pt>
          <cx:pt idx="802">-0.026231012148869581</cx:pt>
          <cx:pt idx="803">-0.058429496875909592</cx:pt>
          <cx:pt idx="804">-0.031909670206395013</cx:pt>
          <cx:pt idx="805">0.085343319888933067</cx:pt>
          <cx:pt idx="806">-0.037997199291734063</cx:pt>
          <cx:pt idx="807">0.014347448408141616</cx:pt>
          <cx:pt idx="808">0.013863569050280411</cx:pt>
          <cx:pt idx="809">-0.00028101728441143337</cx:pt>
          <cx:pt idx="810">0.050421638608254327</cx:pt>
          <cx:pt idx="811">0.0063932023830624019</cx:pt>
          <cx:pt idx="812">0.0039750946738354997</cx:pt>
          <cx:pt idx="813">-0.00344416819467952</cx:pt>
          <cx:pt idx="814">0.025158559636154543</cx:pt>
          <cx:pt idx="815">-0.014861438949910877</cx:pt>
          <cx:pt idx="816">0.01641302964133029</cx:pt>
          <cx:pt idx="817">-0.0072614426953254707</cx:pt>
          <cx:pt idx="818">0.018822265096401836</cx:pt>
          <cx:pt idx="819">0.02197890671877456</cx:pt>
          <cx:pt idx="820">0.0039900302312014801</cx:pt>
          <cx:pt idx="821">-0.011011122263117734</cx:pt>
          <cx:pt idx="822">0.0042686819369714968</cx:pt>
          <cx:pt idx="823">0.048658907867449308</cx:pt>
          <cx:pt idx="824">-0.0086290084801250444</cx:pt>
          <cx:pt idx="825">-0.030801750597604816</cx:pt>
          <cx:pt idx="826">-0.0064757386947746909</cx:pt>
          <cx:pt idx="827">0.015373474114639407</cx:pt>
          <cx:pt idx="828">-0.0079051795071132247</cx:pt>
          <cx:pt idx="829">0.024499020488324419</cx:pt>
          <cx:pt idx="830">-0.0067994433889237982</cx:pt>
          <cx:pt idx="831">0.0077670293376597144</cx:pt>
          <cx:pt idx="832">-0.0058196090532636191</cx:pt>
          <cx:pt idx="833">-0.0024348685026751582</cx:pt>
          <cx:pt idx="834">-0.0043977593477704247</cx:pt>
          <cx:pt idx="835">-0.03564240208955205</cx:pt>
          <cx:pt idx="836">-0.0073857460402955155</cx:pt>
          <cx:pt idx="837">-0.015715897339799056</cx:pt>
          <cx:pt idx="838">0.026647746386845306</cx:pt>
          <cx:pt idx="839">0.018289373636698691</cx:pt>
          <cx:pt idx="840">0.0079129987573249849</cx:pt>
          <cx:pt idx="841">-0.022165021464526369</cx:pt>
          <cx:pt idx="842">0.026588720003148936</cx:pt>
          <cx:pt idx="843">-0.057273817319491549</cx:pt>
          <cx:pt idx="844">-0.0033814572472641302</cx:pt>
          <cx:pt idx="845">-0.020000666706669001</cx:pt>
          <cx:pt idx="846">-0.032967049230189893</cx:pt>
          <cx:pt idx="847">-0.014110069483178833</cx:pt>
          <cx:pt idx="848">0.025582470645415967</cx:pt>
          <cx:pt idx="849">-0.010374103413174574</cx:pt>
          <cx:pt idx="850">0.025468729635659493</cx:pt>
          <cx:pt idx="851">-0.035397106832993686</cx:pt>
          <cx:pt idx="852">0.013216051391526484</cx:pt>
          <cx:pt idx="853">-0.031960480462137397</cx:pt>
          <cx:pt idx="854">0.00028236623087529722</cx:pt>
          <cx:pt idx="855">0.012903404835907573</cx:pt>
          <cx:pt idx="856">-0.0089586265448913238</cx:pt>
          <cx:pt idx="857">-0.0073384467064530057</cx:pt>
          <cx:pt idx="858">0.010427035431549214</cx:pt>
          <cx:pt idx="859">0.03010029811668602</cx:pt>
          <cx:pt idx="860">0.018329354121905617</cx:pt>
          <cx:pt idx="861">0.012475277918851724</cx:pt>
          <cx:pt idx="862">-0.043948304281307138</cx:pt>
          <cx:pt idx="863">-0.020889215214000778</cx:pt>
          <cx:pt idx="864">0.020061971267748113</cx:pt>
          <cx:pt idx="865">-0.019780558574177931</cx:pt>
          <cx:pt idx="866">0.015911012562860982</cx:pt>
          <cx:pt idx="867">-0.019575569165554363</cx:pt>
          <cx:pt idx="868">0.021512213843337236</cx:pt>
          <cx:pt idx="869">-0.024623516027898695</cx:pt>
          <cx:pt idx="870">-0.016279097183268476</cx:pt>
          <cx:pt idx="871">-0.043849896768734631</cx:pt>
          <cx:pt idx="872">-0.021591229501987108</cx:pt>
          <cx:pt idx="873">0.032363326483897836</cx:pt>
          <cx:pt idx="874">-0.0071684894786123721</cx:pt>
          <cx:pt idx="875">0.0029931180681321834</cx:pt>
          <cx:pt idx="876">0.027705868820674162</cx:pt>
          <cx:pt idx="877">0.017005742000244517</cx:pt>
          <cx:pt idx="878">-0.005444919599168152</cx:pt>
          <cx:pt idx="879">0.011996716287630882</cx:pt>
          <cx:pt idx="880">0.020236778287353374</cx:pt>
          <cx:pt idx="881">-0.011192058628907375</cx:pt>
          <cx:pt idx="882">0.0064507305444205798</cx:pt>
          <cx:pt idx="883">-0.019478385766944051</cx:pt>
          <cx:pt idx="884">-0.0011409014357912639</cx:pt>
          <cx:pt idx="885">0.013887143964744553</cx:pt>
          <cx:pt idx="886">0.023641763057041132</cx:pt>
          <cx:pt idx="887">0.0016478993017807753</cx:pt>
          <cx:pt idx="888">0.010645658065216779</cx:pt>
          <cx:pt idx="889">0.025996372168568094</cx:pt>
          <cx:pt idx="890">0.008954497546731055</cx:pt>
          <cx:pt idx="891">0.0015719154402562552</cx:pt>
          <cx:pt idx="892">-0.0065660117708903343</cx:pt>
          <cx:pt idx="893">-0.0021102619279353974</cx:pt>
          <cx:pt idx="894">-0.0047644346346595867</cx:pt>
          <cx:pt idx="895">0.024116502997101108</cx:pt>
          <cx:pt idx="896">0.012355369528718185</cx:pt>
          <cx:pt idx="897">0.0043395090434517058</cx:pt>
          <cx:pt idx="898">-0.014883518263221873</cx:pt>
          <cx:pt idx="899">0.019457859149341061</cx:pt>
          <cx:pt idx="900">0.0012669455641232119</cx:pt>
          <cx:pt idx="901">0.0040434727822997729</cx:pt>
          <cx:pt idx="902">-0.019096697456456369</cx:pt>
          <cx:pt idx="903">0.010484688809367704</cx:pt>
          <cx:pt idx="904">0.038183053862695715</cx:pt>
          <cx:pt idx="905">0.009746665852294889</cx:pt>
          <cx:pt idx="906">0.0033890131686380442</cx:pt>
          <cx:pt idx="907">0.010577021683090493</cx:pt>
          <cx:pt idx="908">0.014716619745294146</cx:pt>
          <cx:pt idx="909">-0.0085187453163273474</cx:pt>
          <cx:pt idx="910">-0.010991747463966028</cx:pt>
          <cx:pt idx="911">0.012416587410553959</cx:pt>
          <cx:pt idx="912">-0.018199736058645222</cx:pt>
          <cx:pt idx="913">0.0072237251277140757</cx:pt>
          <cx:pt idx="914">0.0047869885572247028</cx:pt>
          <cx:pt idx="915">-0.0019120464716255725</cx:pt>
          <cx:pt idx="916">-0.004315518565221943</cx:pt>
          <cx:pt idx="917">-0.0086873133223823729</cx:pt>
          <cx:pt idx="918">0.012045435931277382</cx:pt>
          <cx:pt idx="919">-0.016904531983596094</cx:pt>
          <cx:pt idx="920">-0.011266344983100751</cx:pt>
          <cx:pt idx="921">0.00098473666253973136</cx:pt>
          <cx:pt idx="922">0.011255318231962796</cx:pt>
          <cx:pt idx="923">0.0014587894636592935</cx:pt>
          <cx:pt idx="924">-0.029337738242616318</cx:pt>
          <cx:pt idx="925">-0.0065261275800718721</cx:pt>
          <cx:pt idx="926">-0.01292629834674397</cx:pt>
          <cx:pt idx="927">-0.014388737452099676</cx:pt>
          <cx:pt idx="928">-0.0070121050854554667</cx:pt>
          <cx:pt idx="929">0.024711682184856976</cx:pt>
          <cx:pt idx="930">-0.03098621257424572</cx:pt>
          <cx:pt idx="931">0.0060138761457650958</cx:pt>
          <cx:pt idx="932">0.012177893728337885</cx:pt>
          <cx:pt idx="933">0.00077230020571850133</cx:pt>
          <cx:pt idx="934">0.0064127448181290347</cx:pt>
          <cx:pt idx="935">0.021000139220245906</cx:pt>
          <cx:pt idx="936">-0.021000139220245906</cx:pt>
          <cx:pt idx="937">0.024998145545100492</cx:pt>
          <cx:pt idx="938">-0.0055013892188862101</cx:pt>
          <cx:pt idx="939">-0.014396005659868649</cx:pt>
          <cx:pt idx="940">-0.00025442055855329215</cx:pt>
          <cx:pt idx="941">-0.014868256466838758</cx:pt>
          <cx:pt idx="942">0.013595181820040381</cx:pt>
          <cx:pt idx="943">-0.022936194213179384</cx:pt>
          <cx:pt idx="944">-0.0086399280750697471</cx:pt>
          <cx:pt idx="945">0.022618928684233097</cx:pt>
          <cx:pt idx="946">0.010484688809367704</cx:pt>
          <cx:pt idx="947">-0.0068921778888766383</cx:pt>
          <cx:pt idx="948">-0.026737478543734206</cx:pt>
          <cx:pt idx="949">0.0086444546163404468</cx:pt>
          <cx:pt idx="950">-0.010224233775859126</cx:pt>
          <cx:pt idx="951">0.034445979644625702</cx:pt>
          <cx:pt idx="952">-0.016427474141948117</cx:pt>
          <cx:pt idx="953">0.0061919702479213967</cx:pt>
          <cx:pt idx="954">-0.024737623891430971</cx:pt>
          <cx:pt idx="955">-0.010068977490663045</cx:pt>
          <cx:pt idx="956">0.012175904791013714</cx:pt>
          <cx:pt idx="957">-0.0058047656397599567</cx:pt>
          <cx:pt idx="958">-0.011979379247821775</cx:pt>
          <cx:pt idx="959">0.0032085589023660432</cx:pt>
          <cx:pt idx="960">0.021653869568811324</cx:pt>
          <cx:pt idx="961">0.010912033450982683</cx:pt>
          <cx:pt idx="962">-0.00856369577687488</cx:pt>
          <cx:pt idx="963">0.002342835901772311</cx:pt>
          <cx:pt idx="964">-0.010980502483444177</cx:pt>
          <cx:pt idx="965">0.020039707703625176</cx:pt>
          <cx:pt idx="966">0.025440191631410869</cx:pt>
          <cx:pt idx="967">-0.0055415758941865789</cx:pt>
          <cx:pt idx="968">-0.0035425138261553357</cx:pt>
          <cx:pt idx="969">0.0083302261339426309</cx:pt>
          <cx:pt idx="970">0.0030120504699917561</cx:pt>
          <cx:pt idx="971">-0.0020070252597674809</cx:pt>
          <cx:pt idx="972">-0.015947686424510721</cx:pt>
          <cx:pt idx="973">0.0035659742321785259</cx:pt>
          <cx:pt idx="974">0.02386748140664352</cx:pt>
          <cx:pt idx="975">-0.0044787335378382309</cx:pt>
          <cx:pt idx="976">0.018775255076952213</cx:pt>
          <cx:pt idx="977">-0.0063835227817889972</cx:pt>
          <cx:pt idx="978">0.030084753148980958</cx:pt>
          <cx:pt idx="979">0.0028639637714285016</cx:pt>
          <cx:pt idx="980">-0.0090975010982292659</cx:pt>
          <cx:pt idx="981">0.0014419613169014411</cx:pt>
          <cx:pt idx="982">-0.011108542147124645</cx:pt>
          <cx:pt idx="983">0</cx:pt>
          <cx:pt idx="984">0.011108542147124645</cx:pt>
          <cx:pt idx="985">0.0086083745365996833</cx:pt>
          <cx:pt idx="986">0.0019029501460865461</cx:pt>
          <cx:pt idx="987">0.00047517225888071835</cx:pt>
          <cx:pt idx="988">0</cx:pt>
          <cx:pt idx="989">-0.0023781224049672645</cx:pt>
          <cx:pt idx="990">0.001427551991185716</cx:pt>
          <cx:pt idx="991">-0.008596041469798088</cx:pt>
          <cx:pt idx="992">0.016175424035397512</cx:pt>
          <cx:pt idx="993">0.019626798238586929</cx:pt>
          <cx:pt idx="994">-0.007431525144768969</cx:pt>
          <cx:pt idx="995">0.0051151006667708998</cx:pt>
          <cx:pt idx="996">-0.025841231183887814</cx:pt>
          <cx:pt idx="997">-0.00095238102436745464</cx:pt>
          <cx:pt idx="998">-0.0038186203919989836</cx:pt>
          <cx:pt idx="999">0.0014336920018482857</cx:pt>
          <cx:pt idx="1000">0.0047641824271185129</cx:pt>
          <cx:pt idx="1001">0.0080473807070813308</cx:pt>
          <cx:pt idx="1002">-0.00047158689862403236</cx:pt>
          <cx:pt idx="1003">-0.013295542481244205</cx:pt>
          <cx:pt idx="1004">-0.012990319789680349</cx:pt>
          <cx:pt idx="1005">-0.0077783571562335396</cx:pt>
          <cx:pt idx="1006">-0.017229074960392055</cx:pt>
          <cx:pt idx="1007">0.0059406115301205986</cx:pt>
          <cx:pt idx="1008">-0.011916724933462852</cx:pt>
          <cx:pt idx="1009">-0.0075207173233486913</cx:pt>
          <cx:pt idx="1010">0.001759899888554628</cx:pt>
          <cx:pt idx="1011">0.00050226018132715211</cx:pt>
          <cx:pt idx="1012">0.01914766941413415</cx:pt>
          <cx:pt idx="1013">-0.013889112160667239</cx:pt>
          <cx:pt idx="1014">0.011423019665474321</cx:pt>
          <cx:pt idx="1015">0.0063992342420302606</cx:pt>
          <cx:pt idx="1016">0.011222367107788678</cx:pt>
          <cx:pt idx="1017">-0.00097087386266903053</cx:pt>
          <cx:pt idx="1018">0.014465054528775667</cx:pt>
          <cx:pt idx="1019">0.033422739121645506</cx:pt>
          <cx:pt idx="1020">-0.011641575015485905</cx:pt>
          <cx:pt idx="1021">0.015799585164149477</cx:pt>
          <cx:pt idx="1022">-0.00092250929051562736</cx:pt>
          <cx:pt idx="1023">0.0041446064394738968</cx:pt>
          <cx:pt idx="1024">-0.0013796277194035866</cx:pt>
          <cx:pt idx="1025">0.018240359794620353</cx:pt>
          <cx:pt idx="1026">0.0063063272063184073</cx:pt>
          <cx:pt idx="1027">-0.014929026422192848</cx:pt>
          <cx:pt idx="1028">0.014479891000314993</cx:pt>
          <cx:pt idx="1029">0.0067159419654370112</cx:pt>
          <cx:pt idx="1030">-0.003128494171781071</cx:pt>
          <cx:pt idx="1031">0.0053571556692419975</cx:pt>
          <cx:pt idx="1032">0.012829196086662442</cx:pt>
          <cx:pt idx="1033">0.022599831917241353</cx:pt>
          <cx:pt idx="1034">-0.0012900453304895976</cx:pt>
          <cx:pt idx="1035">-0.015174798019235602</cx:pt>
          <cx:pt idx="1036">0.004794081964674568</cx:pt>
          <cx:pt idx="1037">0.070498983108037372</cx:pt>
          <cx:pt idx="1038">-0.019640565874546212</cx:pt>
          <cx:pt idx="1039">0.0074104908904848443</cx:pt>
          <cx:pt idx="1040">0.0081699800847632176</cx:pt>
          <cx:pt idx="1041">0.0060839773954359799</cx:pt>
          <cx:pt idx="1042">0.011658423505440219</cx:pt>
          <cx:pt idx="1043">-0.030846601522861228</cx:pt>
          <cx:pt idx="1044">0.014323960887060672</cx:pt>
          <cx:pt idx="1045">-0.0016266778698774687</cx:pt>
          <cx:pt idx="1046">0.012939929846413456</cx:pt>
          <cx:pt idx="1047">0.006806833088421449</cx:pt>
          <cx:pt idx="1048">-0.0064051459972604974</cx:pt>
          <cx:pt idx="1049">-0.0080645598367299343</cx:pt>
          <cx:pt idx="1050">-0.0036503792309670047</cx:pt>
          <cx:pt idx="1051">-0.0024410101624354752</cx:pt>
          <cx:pt idx="1052">0.0060913893934024799</cx:pt>
          <cx:pt idx="1053">-0.0089467859898064717</cx:pt>
          <cx:pt idx="1054">0.0085418457129629033</cx:pt>
          <cx:pt idx="1055">-0.0065014450866902607</cx:pt>
          <cx:pt idx="1056">0.0032560061325668244</cx:pt>
          <cx:pt idx="1057">0.0097048881396730735</cx:pt>
          <cx:pt idx="1058">0.031295879509831259</cx:pt>
          <cx:pt idx="1059">-0.002733842749373494</cx:pt>
          <cx:pt idx="1060">-0.0027413371387154939</cx:pt>
          <cx:pt idx="1061">-0.00039223377635622114</cx:pt>
          <cx:pt idx="1062">-0.0078771577061500508</cx:pt>
          <cx:pt idx="1063">-0.01795380361659582</cx:pt>
          <cx:pt idx="1064">-0.024863722236843522</cx:pt>
          <cx:pt idx="1065">0.011081582722247241</cx:pt>
          <cx:pt idx="1066">-0.017291497110061727</cx:pt>
          <cx:pt idx="1067">0.029462032730316778</cx:pt>
          <cx:pt idx="1068">-0.024491020008295727</cx:pt>
          <cx:pt idx="1069">0.0078205790651875162</cx:pt>
          <cx:pt idx="1070">0.012225091129259624</cx:pt>
          <cx:pt idx="1071">0.004445349813848587</cx:pt>
          <cx:pt idx="1072">-0.0012104096696683442</cx:pt>
          <cx:pt idx="1073">-0.015460031273439867</cx:pt>
          <cx:pt idx="1074">0.012630031406103193</cx:pt>
          <cx:pt idx="1075">-0.0040568006956149816</cx:pt>
          <cx:pt idx="1076">0.006886800562951656</cx:pt>
          <cx:pt idx="1077">-0.0052621048359497991</cx:pt>
          <cx:pt idx="1078">0.01170075887014832</cx:pt>
          <cx:pt idx="1079">-0.0060350213344708692</cx:pt>
          <cx:pt idx="1080">0.0020157233190793988</cx:pt>
          <cx:pt idx="1081">0.0024135168594252576</cx:pt>
          <cx:pt idx="1082">0</cx:pt>
          <cx:pt idx="1083">0.0115839122367003</cx:pt>
          <cx:pt idx="1084">0.0011907125836270183</cx:pt>
          <cx:pt idx="1085">0.012221717276760913</cx:pt>
          <cx:pt idx="1086">0.017094433359300609</cx:pt>
          <cx:pt idx="1087">-0.01591957518617626</cx:pt>
          <cx:pt idx="1088">-0.00078308539632043761</cx:pt>
          <cx:pt idx="1089">-0.0031384882568614714</cx:pt>
          <cx:pt idx="1090">-0.011062933849307122</cx:pt>
          <cx:pt idx="1091">0.0015879320526037688</cx:pt>
          <cx:pt idx="1092">0.0094750017967033529</cx:pt>
          <cx:pt idx="1093">-0.00078616356250282848</cx:pt>
          <cx:pt idx="1094">-0.01067414760178842</cx:pt>
          <cx:pt idx="1095">-0.0011930802767396997</cx:pt>
          <cx:pt idx="1096">0.0039714110974662375</cx:pt>
          <cx:pt idx="1097">-0.011961865117499748</cx:pt>
          <cx:pt idx="1098">0.015127677021565589</cx:pt>
          <cx:pt idx="1099">0.045945158435143796</cx:pt>
          <cx:pt idx="1100">0.016838564362830155</cx:pt>
          <cx:pt idx="1101">-0.0022288270742336636</cx:pt>
          <cx:pt idx="1102">0.0037119567491403771</cx:pt>
          <cx:pt idx="1103">-0.0070645395131023747</cx:pt>
          <cx:pt idx="1104">0.0052102834654066399</cx:pt>
          <cx:pt idx="1105">0.011074310299093781</cx:pt>
          <cx:pt idx="1106">-0.0077391209929551508</cx:pt>
          <cx:pt idx="1107">0.0018480877557180975</cx:pt>
          <cx:pt idx="1108">-0.0018480877557180975</cx:pt>
          <cx:pt idx="1109">0.012134732465993281</cx:pt>
          <cx:pt idx="1110">0.008371295474844942</cx:pt>
          <cx:pt idx="1111">0.010456197663128997</cx:pt>
          <cx:pt idx="1112">-0.033926288537316829</cx:pt>
          <cx:pt idx="1113">-0.014953549667058752</cx:pt>
          <cx:pt idx="1114">0.0048844733594748391</cx:pt>
          <cx:pt idx="1115">0.018199202390833946</cx:pt>
          <cx:pt idx="1116">-0.0062765574339271879</cx:pt>
          <cx:pt idx="1117">0.001110494284026764</cx:pt>
          <cx:pt idx="1118">-0.013783045537793193</cx:pt>
          <cx:pt idx="1119">0.017475811920277806</cx:pt>
          <cx:pt idx="1120">0.028344920877390045</cx:pt>
          <cx:pt idx="1121">-0.0032298610529339911</cx:pt>
          <cx:pt idx="1122">0</cx:pt>
          <cx:pt idx="1123">-0.0072150385141505069</cx:pt>
          <cx:pt idx="1124">0.0014471782554661416</cx:pt>
          <cx:pt idx="1125">-0.00072332733714297603</cx:pt>
          <cx:pt idx="1126">0.012940511275734146</cx:pt>
          <cx:pt idx="1127">-0.0017873105740955353</cx:pt>
          <cx:pt idx="1128">0.0064194229006577785</cx:pt>
          <cx:pt idx="1129">-0.0024915478274509795</cx:pt>
          <cx:pt idx="1130">0.0024915478274509795</cx:pt>
          <cx:pt idx="1131">-0.00035555555930155691</cx:pt>
          <cx:pt idx="1132">-0.0032057017657676212</cx:pt>
          <cx:pt idx="1133">0.0024942111630030794</cx:pt>
          <cx:pt idx="1134">-0.0032079870676824385</cx:pt>
          <cx:pt idx="1135">0.0088857879843642351</cx:pt>
          <cx:pt idx="1136">-0.0035448459665401444</cx:pt>
          <cx:pt idx="1137">0.0081344391950386452</cx:pt>
          <cx:pt idx="1138">0.025731600486463613</cx:pt>
          <cx:pt idx="1139">0.016005790358670779</cx:pt>
          <cx:pt idx="1140">0.01175496323144376</cx:pt>
          <cx:pt idx="1141">-0.01074196297598462</cx:pt>
          <cx:pt idx="1142">-0.0057539505509893729</cx:pt>
          <cx:pt idx="1143">0.0040650462481695016</cx:pt>
          <cx:pt idx="1144">-0.028460690039294079</cx:pt>
          <cx:pt idx="1145">0.0024318233280160584</cx:pt>
          <cx:pt idx="1146">0.0045006134476288651</cx:pt>
          <cx:pt idx="1147">0.0020703941143080939</cx:pt>
          <cx:pt idx="1148">-0.0017250306157965412</cx:pt>
          <cx:pt idx="1149">-0.0027662534928909466</cx:pt>
          <cx:pt idx="1150">0.014096846815016661</cx:pt>
          <cx:pt idx="1151">-0.0027350444399925067</cx:pt>
          <cx:pt idx="1152">-0.010669521281262639</cx:pt>
          <cx:pt idx="1153">-0.0027720045470109866</cx:pt>
          <cx:pt idx="1154">-0.0076628727455689827</cx:pt>
          <cx:pt idx="1155">0.0024445620694715231</cx:pt>
          <cx:pt idx="1156">0.0010458428702975198</cx:pt>
          <cx:pt idx="1157">0.0003483713673970712</cx:pt>
          <cx:pt idx="1158">-0.00348918707095347</cx:pt>
          <cx:pt idx="1159">0.01972723603262061</cx:pt>
          <cx:pt idx="1160">0.0013698632279135481</cx:pt>
          <cx:pt idx="1161">-0.0027416055554949637</cx:pt>
          <cx:pt idx="1162">-0.0051608578334940702</cx:pt>
          <cx:pt idx="1163">-0.0031093478151777987</cx:pt>
          <cx:pt idx="1164">-0.0031190460219496785</cx:pt>
          <cx:pt idx="1165">-0.0094159370477466808</cx:pt>
          <cx:pt idx="1166">-0.01233930692266938</cx:pt>
          <cx:pt idx="1167">0.002480072130360611</cx:pt>
          <cx:pt idx="1168">0.00035379444911765034</cx:pt>
          <cx:pt idx="1169">0.020308821248609554</cx:pt>
          <cx:pt idx="1170">-0.011504397408013567</cx:pt>
          <cx:pt idx="1171">0.010116953550341812</cx:pt>
          <cx:pt idx="1172">0.0041565698916068428</cx:pt>
          <cx:pt idx="1173">-0.017785996319089392</cx:pt>
          <cx:pt idx="1174">-0.016318205303345046</cx:pt>
          <cx:pt idx="1175">0.022282088968610836</cx:pt>
          <cx:pt idx="1176">0.0048848666569778487</cx:pt>
          <cx:pt idx="1177">-0.00034812881117485261</cx:pt>
          <cx:pt idx="1178">-0.0052365279373418616</cx:pt>
          <cx:pt idx="1179">0.0038427994887380024</cx:pt>
          <cx:pt idx="1180">0.007641579386967301</cx:pt>
          <cx:pt idx="1181">0.01408715960441409</cx:pt>
          <cx:pt idx="1182">0.003745960450491026</cx:pt>
          <cx:pt idx="1183">-0.0040871991502697824</cx:pt>
          <cx:pt idx="1184">-0.030494393354067562</cx:pt>
          <cx:pt idx="1185">-0.0024660924951929175</cx:pt>
          <cx:pt idx="1186">0.0059785653723336551</cx:pt>
          <cx:pt idx="1187">-0.015548016388485131</cx:pt>
          <cx:pt idx="1188">-0.0071479932652867006</cx:pt>
          <cx:pt idx="1189">0.0017917940647622643</cx:pt>
          <cx:pt idx="1190">0.0039306822093037042</cx:pt>
          <cx:pt idx="1191">-0.0039306822093037042</cx:pt>
          <cx:pt idx="1192">-0.0039461934617888161</cx:pt>
          <cx:pt idx="1193">0.013566791448771376</cx:pt>
          <cx:pt idx="1194">0.0070671672230924187</cx:pt>
          <cx:pt idx="1195">-0.014899175929825148</cx:pt>
          <cx:pt idx="1196">0.006057385348364086</cx:pt>
          <cx:pt idx="1197">0.020046389594323699</cx:pt>
          <cx:pt idx="1198">-0.047780924319720697</cx:pt>
          <cx:pt idx="1199">-0.0029261176693884394</cx:pt>
          <cx:pt idx="1200">-0.0010995053334168503</cx:pt>
          <cx:pt idx="1201">-0.005884533346923071</cx:pt>
          <cx:pt idx="1202">0.005884533346923071</cx:pt>
          <cx:pt idx="1203">0.020327378680302211</cx:pt>
          <cx:pt idx="1204">0.0050179316760692316</cx:pt>
          <cx:pt idx="1205">0.011022333814503682</cx:pt>
          <cx:pt idx="1206">-0.0056737740859080787</cx:pt>
          <cx:pt idx="1207">0.0070872018830545613</cx:pt>
          <cx:pt idx="1208">-0.0014134277971464826</cx:pt>
          <cx:pt idx="1209">0.011950933099932115</cx:pt>
          <cx:pt idx="1210">-0.011243969479112437</cx:pt>
          <cx:pt idx="1211">0.028906766322151611</cx:pt>
          <cx:pt idx="1212">0.0010293361691138259</cx:pt>
          <cx:pt idx="1213">0.011592356205317067</cx:pt>
          <cx:pt idx="1214">0.0074299565037838633</cx:pt>
          <cx:pt idx="1215">0.0040295554860012572</cx:pt>
          <cx:pt idx="1216">-0.016216571589244388</cx:pt>
          <cx:pt idx="1217">-0.016830210071471896</cx:pt>
          <cx:pt idx="1218">-0.012548090750263086</cx:pt>
          <cx:pt idx="1219">-0.0024582979895404478</cx:pt>
          <cx:pt idx="1220">0.0059597021269794936</cx:pt>
          <cx:pt idx="1221">-0.0042031585522028792</cx:pt>
          <cx:pt idx="1222">-0.0014049879374766761</cx:pt>
          <cx:pt idx="1223">-0.0052863559231477453</cx:pt>
          <cx:pt idx="1224">-0.0014144273928105022</cx:pt>
          <cx:pt idx="1225">-0.0028348707858469879</cx:pt>
          <cx:pt idx="1226">0.013044429631484888</cx:pt>
          <cx:pt idx="1227">0.0059368080780037857</cx:pt>
          <cx:pt idx="1228">0.054543577520466791</cx:pt>
          <cx:pt idx="1229">0.017647516813577901</cx:pt>
          <cx:pt idx="1230">0.010312692105643784</cx:pt>
          <cx:pt idx="1231">-0.0032113065490495529</cx:pt>
          <cx:pt idx="1232">0.010876626738814288</cx:pt>
          <cx:pt idx="1233">0.0053942697833901931</cx:pt>
          <cx:pt idx="1234">-0.0041224095165510732</cx:pt>
          <cx:pt idx="1235">0.019821319059654563</cx:pt>
          <cx:pt idx="1236">0.0093023926623132525</cx:pt>
          <cx:pt idx="1237">0.0043116789926083143</cx:pt>
          <cx:pt idx="1238">-0.00030736130563191466</cx:pt>
          <cx:pt idx="1239">0.013131964556011511</cx:pt>
          <cx:pt idx="1240">0.0072551708811712246</cx:pt>
          <cx:pt idx="1241">-0.0057393300573407302</cx:pt>
          <cx:pt idx="1242">0.015630014613035037</cx:pt>
          <cx:pt idx="1243">-0.0095895250894812989</cx:pt>
          <cx:pt idx="1244">0.011675031580502981</cx:pt>
          <cx:pt idx="1245">0.0032684622768108795</cx:pt>
          <cx:pt idx="1246">-0.0020786941412218596</cx:pt>
          <cx:pt idx="1247">-0.0029770787096845552</cx:pt>
          <cx:pt idx="1248">-0.014414664002185162</cx:pt>
          <cx:pt idx="1249">-0.0054595222048989811</cx:pt>
          <cx:pt idx="1250">-0.0057953494518594439</cx:pt>
          <cx:pt idx="1251">0.02537133974201744</cx:pt>
          <cx:pt idx="1252">0.005353968767832562</cx:pt>
          <cx:pt idx="1253">-0.00029669188765346632</cx:pt>
          <cx:pt idx="1254">0.010919394314559128</cx:pt>
          <cx:pt idx="1255">0.0090577682818278049</cx:pt>
          <cx:pt idx="1256">-0.0037884352464683246</cx:pt>
          <cx:pt idx="1257">-0.010271550321830247</cx:pt>
          <cx:pt idx="1258">-0.02327768486934545</cx:pt>
          <cx:pt idx="1259">-0.011234367435798198</cx:pt>
          <cx:pt idx="1260">-0.034796924763702997</cx:pt>
          <cx:pt idx="1261">0.0022106435656770174</cx:pt>
          <cx:pt idx="1262">-0.0085538300737582063</cx:pt>
          <cx:pt idx="1263">-0.024803977365808194</cx:pt>
          <cx:pt idx="1264">-0.005560112443505183</cx:pt>
          <cx:pt idx="1265">-0.001641228006677764</cx:pt>
          <cx:pt idx="1266">0</cx:pt>
          <cx:pt idx="1267">0.0026246734227708401</cx:pt>
        </cx:lvl>
      </cx:numDim>
    </cx:data>
  </cx:chartData>
  <cx:chart>
    <cx:title pos="t" align="ctr" overlay="0">
      <cx:tx>
        <cx:rich>
          <a:bodyPr spcFirstLastPara="1" vertOverflow="ellipsis" horzOverflow="overflow" wrap="square" lIns="0" tIns="0" rIns="0" bIns="0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1400" b="0" i="0" u="none" strike="noStrike" baseline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Calibri"/>
              </a:rPr>
              <a:t>LN </a:t>
            </a:r>
            <a:r>
              <a:rPr lang="it-IT" sz="1400" b="0" i="0" u="none" strike="noStrike" baseline="0">
                <a:solidFill>
                  <a:sysClr val="windowText" lastClr="000000">
                    <a:lumMod val="65000"/>
                    <a:lumOff val="35000"/>
                  </a:sysClr>
                </a:solidFill>
                <a:effectLst/>
                <a:latin typeface="Calibri"/>
                <a:ea typeface="Calibri" panose="020F0502020204030204" pitchFamily="34" charset="0"/>
                <a:cs typeface="Calibri" panose="020F0502020204030204" pitchFamily="34" charset="0"/>
              </a:rPr>
              <a:t>Rendimenti giornalieri  RACE.MI</a:t>
            </a:r>
            <a:endParaRPr lang="it-IT">
              <a:effectLst/>
            </a:endParaRPr>
          </a:p>
        </cx:rich>
      </cx:tx>
    </cx:title>
    <cx:plotArea>
      <cx:plotAreaRegion>
        <cx:series layoutId="clusteredColumn" uniqueId="{1F192E37-FE68-4496-BF9B-EE5F177F5D91}">
          <cx:tx>
            <cx:txData>
              <cx:f>'Rendimenti RACE.MI'!$D$1:$D$2</cx:f>
              <cx:v>Rendimenti LN giornalieri RACE.MI</cx:v>
            </cx:txData>
          </cx:tx>
          <cx:dataId val="0"/>
          <cx:layoutPr>
            <cx:binning intervalClosed="r"/>
          </cx:layoutPr>
        </cx:series>
      </cx:plotAreaRegion>
      <cx:axis id="0">
        <cx:catScaling gapWidth="0"/>
        <cx:tickLabels/>
      </cx:axis>
      <cx:axis id="1">
        <cx:valScaling/>
        <cx:majorGridlines/>
        <cx:tickLabels/>
      </cx:axis>
    </cx:plotArea>
  </cx:chart>
  <cx:spPr>
    <a:solidFill>
      <a:schemeClr val="bg1"/>
    </a:solidFill>
  </cx:spPr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36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/>
  </cs:valueAxis>
  <cs:wall>
    <cs:lnRef idx="0"/>
    <cs:fillRef idx="0"/>
    <cs:effectRef idx="0"/>
    <cs:fontRef idx="minor">
      <a:schemeClr val="tx1"/>
    </cs:fontRef>
  </cs:wall>
</cs:chartStyle>
</file>

<file path=ppt/charts/style5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_rels/data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image" Target="../media/image2.jpe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_rels/drawing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image" Target="../media/image2.jpe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3">
  <dgm:title val=""/>
  <dgm:desc val=""/>
  <dgm:catLst>
    <dgm:cat type="accent1" pri="11300"/>
  </dgm:catLst>
  <dgm:styleLbl name="node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shade val="80000"/>
      </a:schemeClr>
      <a:schemeClr val="accent1">
        <a:tint val="7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/>
    <dgm:txEffectClrLst/>
  </dgm:styleLbl>
  <dgm:styleLbl name="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9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8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4_5">
  <dgm:title val=""/>
  <dgm:desc val=""/>
  <dgm:catLst>
    <dgm:cat type="accent4" pri="11500"/>
  </dgm:catLst>
  <dgm:styleLbl name="node0">
    <dgm:fillClrLst meth="cycle">
      <a:schemeClr val="accent4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>
        <a:alpha val="9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>
        <a:alpha val="90000"/>
      </a:schemeClr>
      <a:schemeClr val="accent4">
        <a:alpha val="5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/>
    <dgm:txEffectClrLst/>
  </dgm:styleLbl>
  <dgm:styleLbl name="lnNode1">
    <dgm:fillClrLst>
      <a:schemeClr val="accent4">
        <a:shade val="90000"/>
      </a:schemeClr>
      <a:schemeClr val="accent4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shade val="80000"/>
        <a:alpha val="50000"/>
      </a:schemeClr>
      <a:schemeClr val="accent4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  <a:alpha val="90000"/>
      </a:schemeClr>
      <a:schemeClr val="accent4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>
        <a:shade val="90000"/>
      </a:schemeClr>
      <a:schemeClr val="accent4">
        <a:tint val="50000"/>
      </a:schemeClr>
    </dgm:fillClrLst>
    <dgm:linClrLst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fgSibTrans2D1">
    <dgm:fillClrLst>
      <a:schemeClr val="accent4">
        <a:shade val="90000"/>
      </a:schemeClr>
      <a:schemeClr val="accent4">
        <a:tint val="50000"/>
      </a:schemeClr>
    </dgm:fillClrLst>
    <dgm:linClrLst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bgSibTrans2D1">
    <dgm:fillClrLst>
      <a:schemeClr val="accent4">
        <a:shade val="90000"/>
      </a:schemeClr>
      <a:schemeClr val="accent4">
        <a:tint val="50000"/>
      </a:schemeClr>
    </dgm:fillClrLst>
    <dgm:linClrLst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sibTrans1D1">
    <dgm:fillClrLst>
      <a:schemeClr val="accent4">
        <a:shade val="90000"/>
      </a:schemeClr>
      <a:schemeClr val="accent4">
        <a:tint val="50000"/>
      </a:schemeClr>
    </dgm:fillClrLst>
    <dgm:linClrLst>
      <a:schemeClr val="accent4">
        <a:shade val="90000"/>
      </a:schemeClr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4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alpha val="90000"/>
        <a:tint val="40000"/>
      </a:schemeClr>
      <a:schemeClr val="accent4">
        <a:alpha val="5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0ACAC41-EE56-B44E-89B9-2CE5611EBD02}" type="doc">
      <dgm:prSet loTypeId="urn:microsoft.com/office/officeart/2008/layout/VerticalCurvedList" loCatId="" qsTypeId="urn:microsoft.com/office/officeart/2005/8/quickstyle/simple1" qsCatId="simple" csTypeId="urn:microsoft.com/office/officeart/2005/8/colors/accent1_3" csCatId="accent1" phldr="1"/>
      <dgm:spPr/>
      <dgm:t>
        <a:bodyPr/>
        <a:lstStyle/>
        <a:p>
          <a:endParaRPr lang="it-IT"/>
        </a:p>
      </dgm:t>
    </dgm:pt>
    <dgm:pt modelId="{C75AA438-11A2-8A46-B6FF-786609A66B7D}">
      <dgm:prSet phldrT="[Testo]" custT="1"/>
      <dgm:spPr>
        <a:solidFill>
          <a:schemeClr val="accent1">
            <a:lumMod val="75000"/>
          </a:schemeClr>
        </a:solidFill>
      </dgm:spPr>
      <dgm:t>
        <a:bodyPr/>
        <a:lstStyle/>
        <a:p>
          <a:r>
            <a:rPr lang="it-IT" sz="1600"/>
            <a:t>- VOLUMI DI PRODUZIONE LIMITATI </a:t>
          </a:r>
        </a:p>
        <a:p>
          <a:r>
            <a:rPr lang="it-IT" sz="1600"/>
            <a:t>- VOLATILITÀ FINANZIARIA STRETTAMENTE COLLEGATA ALL’ANDAMENTO DELLE GARE IN PISTA</a:t>
          </a:r>
        </a:p>
      </dgm:t>
    </dgm:pt>
    <dgm:pt modelId="{E370E06B-860E-6143-BF38-AC36166E58D1}" type="parTrans" cxnId="{0A5C2155-4933-184C-8FBB-E6D9EE75EE83}">
      <dgm:prSet/>
      <dgm:spPr/>
      <dgm:t>
        <a:bodyPr/>
        <a:lstStyle/>
        <a:p>
          <a:endParaRPr lang="it-IT"/>
        </a:p>
      </dgm:t>
    </dgm:pt>
    <dgm:pt modelId="{9ABD3A1A-F328-A141-9E7F-3AC7900DA2B0}" type="sibTrans" cxnId="{0A5C2155-4933-184C-8FBB-E6D9EE75EE83}">
      <dgm:prSet/>
      <dgm:spPr/>
      <dgm:t>
        <a:bodyPr/>
        <a:lstStyle/>
        <a:p>
          <a:endParaRPr lang="it-IT"/>
        </a:p>
      </dgm:t>
    </dgm:pt>
    <dgm:pt modelId="{24962A76-BA41-8C46-9577-2E786E1D5E4D}">
      <dgm:prSet phldrT="[Testo]" custT="1"/>
      <dgm:spPr>
        <a:solidFill>
          <a:srgbClr val="13668D"/>
        </a:solidFill>
      </dgm:spPr>
      <dgm:t>
        <a:bodyPr/>
        <a:lstStyle/>
        <a:p>
          <a:r>
            <a:rPr lang="it-IT" sz="1600"/>
            <a:t>- ESPANSIONE AL MERCATO DEI SUV (MODELLO PUROSANGUE) E MOTORI ELETTRICI</a:t>
          </a:r>
        </a:p>
      </dgm:t>
    </dgm:pt>
    <dgm:pt modelId="{AB205A1D-A7F9-2D4A-8303-774FE264E052}" type="parTrans" cxnId="{4BF67041-D038-DA4D-A5DE-3AD84A9EEAEE}">
      <dgm:prSet/>
      <dgm:spPr/>
      <dgm:t>
        <a:bodyPr/>
        <a:lstStyle/>
        <a:p>
          <a:endParaRPr lang="it-IT"/>
        </a:p>
      </dgm:t>
    </dgm:pt>
    <dgm:pt modelId="{EE77BDDC-A7AA-1F42-AF4E-44F50AA33CC8}" type="sibTrans" cxnId="{4BF67041-D038-DA4D-A5DE-3AD84A9EEAEE}">
      <dgm:prSet/>
      <dgm:spPr/>
      <dgm:t>
        <a:bodyPr/>
        <a:lstStyle/>
        <a:p>
          <a:endParaRPr lang="it-IT"/>
        </a:p>
      </dgm:t>
    </dgm:pt>
    <dgm:pt modelId="{4ADABE23-5C6D-264A-964E-79F98E72B730}">
      <dgm:prSet custT="1"/>
      <dgm:spPr>
        <a:solidFill>
          <a:srgbClr val="117BAD"/>
        </a:solidFill>
      </dgm:spPr>
      <dgm:t>
        <a:bodyPr/>
        <a:lstStyle/>
        <a:p>
          <a:r>
            <a:rPr lang="it-IT" sz="1600"/>
            <a:t>- REGOLAMENTI UE RELATIVI ALLE EMISSIONI MOLTO RIGIDI</a:t>
          </a:r>
        </a:p>
        <a:p>
          <a:r>
            <a:rPr lang="it-IT" sz="1600"/>
            <a:t>- PRESSIONI MACROECONOMICHE, RISCHIO DI PERDERE I FINANZIAMENTI DEGLI SPONSOR PRINCIPALI</a:t>
          </a:r>
        </a:p>
      </dgm:t>
    </dgm:pt>
    <dgm:pt modelId="{36B3D81E-70C7-EE4B-96F2-22A26ED83EFA}" type="parTrans" cxnId="{937EB55D-C532-7943-B59D-54FE93A3FA30}">
      <dgm:prSet/>
      <dgm:spPr/>
      <dgm:t>
        <a:bodyPr/>
        <a:lstStyle/>
        <a:p>
          <a:endParaRPr lang="it-IT"/>
        </a:p>
      </dgm:t>
    </dgm:pt>
    <dgm:pt modelId="{EAB5FD10-C6A5-4A42-8858-F2558BE51D07}" type="sibTrans" cxnId="{937EB55D-C532-7943-B59D-54FE93A3FA30}">
      <dgm:prSet/>
      <dgm:spPr/>
      <dgm:t>
        <a:bodyPr/>
        <a:lstStyle/>
        <a:p>
          <a:endParaRPr lang="it-IT"/>
        </a:p>
      </dgm:t>
    </dgm:pt>
    <dgm:pt modelId="{E1134CBB-B437-684B-9187-46FAD6DFBCE8}">
      <dgm:prSet custT="1"/>
      <dgm:spPr>
        <a:solidFill>
          <a:schemeClr val="accent1">
            <a:lumMod val="50000"/>
          </a:schemeClr>
        </a:solidFill>
      </dgm:spPr>
      <dgm:t>
        <a:bodyPr/>
        <a:lstStyle/>
        <a:p>
          <a:pPr marL="0" lvl="0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600"/>
            <a:t>- PRESTIGIO DEL MARCHIO SENZA PARAGONI</a:t>
          </a:r>
        </a:p>
      </dgm:t>
    </dgm:pt>
    <dgm:pt modelId="{4731AE3A-0173-8C42-A00D-786ECFF3E091}" type="parTrans" cxnId="{CC1CCCE8-E76A-6046-8016-EBB1F11E556C}">
      <dgm:prSet/>
      <dgm:spPr/>
      <dgm:t>
        <a:bodyPr/>
        <a:lstStyle/>
        <a:p>
          <a:endParaRPr lang="it-IT"/>
        </a:p>
      </dgm:t>
    </dgm:pt>
    <dgm:pt modelId="{5D7630AA-8131-A14E-8FF2-263EF05E87B2}" type="sibTrans" cxnId="{CC1CCCE8-E76A-6046-8016-EBB1F11E556C}">
      <dgm:prSet/>
      <dgm:spPr/>
      <dgm:t>
        <a:bodyPr/>
        <a:lstStyle/>
        <a:p>
          <a:endParaRPr lang="it-IT"/>
        </a:p>
      </dgm:t>
    </dgm:pt>
    <dgm:pt modelId="{EF76309A-C76B-8F4F-9315-D92130CD2C11}" type="pres">
      <dgm:prSet presAssocID="{80ACAC41-EE56-B44E-89B9-2CE5611EBD02}" presName="Name0" presStyleCnt="0">
        <dgm:presLayoutVars>
          <dgm:chMax val="7"/>
          <dgm:chPref val="7"/>
          <dgm:dir/>
        </dgm:presLayoutVars>
      </dgm:prSet>
      <dgm:spPr/>
    </dgm:pt>
    <dgm:pt modelId="{36E5F5DA-F02A-3E43-8C0A-9F243E665EBB}" type="pres">
      <dgm:prSet presAssocID="{80ACAC41-EE56-B44E-89B9-2CE5611EBD02}" presName="Name1" presStyleCnt="0"/>
      <dgm:spPr/>
    </dgm:pt>
    <dgm:pt modelId="{7F926710-659F-BF4F-BC6C-B22BD40F13DE}" type="pres">
      <dgm:prSet presAssocID="{80ACAC41-EE56-B44E-89B9-2CE5611EBD02}" presName="cycle" presStyleCnt="0"/>
      <dgm:spPr/>
    </dgm:pt>
    <dgm:pt modelId="{EE3FC70A-8B70-474D-B617-D6E11577C66F}" type="pres">
      <dgm:prSet presAssocID="{80ACAC41-EE56-B44E-89B9-2CE5611EBD02}" presName="srcNode" presStyleLbl="node1" presStyleIdx="0" presStyleCnt="4"/>
      <dgm:spPr/>
    </dgm:pt>
    <dgm:pt modelId="{FF1385A8-6F07-2E40-975C-9786D17C5070}" type="pres">
      <dgm:prSet presAssocID="{80ACAC41-EE56-B44E-89B9-2CE5611EBD02}" presName="conn" presStyleLbl="parChTrans1D2" presStyleIdx="0" presStyleCnt="1"/>
      <dgm:spPr/>
    </dgm:pt>
    <dgm:pt modelId="{958B6C17-75CF-9E49-8A20-4E24642A1D77}" type="pres">
      <dgm:prSet presAssocID="{80ACAC41-EE56-B44E-89B9-2CE5611EBD02}" presName="extraNode" presStyleLbl="node1" presStyleIdx="0" presStyleCnt="4"/>
      <dgm:spPr/>
    </dgm:pt>
    <dgm:pt modelId="{C5C23AFF-BFC5-6A49-860D-D57F0438170F}" type="pres">
      <dgm:prSet presAssocID="{80ACAC41-EE56-B44E-89B9-2CE5611EBD02}" presName="dstNode" presStyleLbl="node1" presStyleIdx="0" presStyleCnt="4"/>
      <dgm:spPr/>
    </dgm:pt>
    <dgm:pt modelId="{00412CB4-47A5-8E4F-A797-BDEA3FBEEAD2}" type="pres">
      <dgm:prSet presAssocID="{E1134CBB-B437-684B-9187-46FAD6DFBCE8}" presName="text_1" presStyleLbl="node1" presStyleIdx="0" presStyleCnt="4">
        <dgm:presLayoutVars>
          <dgm:bulletEnabled val="1"/>
        </dgm:presLayoutVars>
      </dgm:prSet>
      <dgm:spPr/>
    </dgm:pt>
    <dgm:pt modelId="{98F5FD03-12B9-7A4A-B28A-EF8CA40DD59D}" type="pres">
      <dgm:prSet presAssocID="{E1134CBB-B437-684B-9187-46FAD6DFBCE8}" presName="accent_1" presStyleCnt="0"/>
      <dgm:spPr/>
    </dgm:pt>
    <dgm:pt modelId="{52138E90-32C6-AF42-9B53-D8F3EE5AAACC}" type="pres">
      <dgm:prSet presAssocID="{E1134CBB-B437-684B-9187-46FAD6DFBCE8}" presName="accentRepeatNode" presStyleLbl="solidFgAcc1" presStyleIdx="0" presStyleCnt="4"/>
      <dgm:spPr>
        <a:solidFill>
          <a:schemeClr val="bg1">
            <a:lumMod val="85000"/>
          </a:schemeClr>
        </a:solidFill>
      </dgm:spPr>
    </dgm:pt>
    <dgm:pt modelId="{4846D94D-C438-6D47-92B9-48A4B026FFEC}" type="pres">
      <dgm:prSet presAssocID="{C75AA438-11A2-8A46-B6FF-786609A66B7D}" presName="text_2" presStyleLbl="node1" presStyleIdx="1" presStyleCnt="4">
        <dgm:presLayoutVars>
          <dgm:bulletEnabled val="1"/>
        </dgm:presLayoutVars>
      </dgm:prSet>
      <dgm:spPr/>
    </dgm:pt>
    <dgm:pt modelId="{2DE2C232-37B2-5146-B201-FE85DB03BC78}" type="pres">
      <dgm:prSet presAssocID="{C75AA438-11A2-8A46-B6FF-786609A66B7D}" presName="accent_2" presStyleCnt="0"/>
      <dgm:spPr/>
    </dgm:pt>
    <dgm:pt modelId="{137E7A1F-B13E-4842-A252-A26FB872BA67}" type="pres">
      <dgm:prSet presAssocID="{C75AA438-11A2-8A46-B6FF-786609A66B7D}" presName="accentRepeatNode" presStyleLbl="solidFgAcc1" presStyleIdx="1" presStyleCnt="4"/>
      <dgm:spPr>
        <a:solidFill>
          <a:schemeClr val="bg1">
            <a:lumMod val="85000"/>
          </a:schemeClr>
        </a:solidFill>
      </dgm:spPr>
    </dgm:pt>
    <dgm:pt modelId="{A067D339-2D4A-C741-A319-6C4FBFDA62D9}" type="pres">
      <dgm:prSet presAssocID="{24962A76-BA41-8C46-9577-2E786E1D5E4D}" presName="text_3" presStyleLbl="node1" presStyleIdx="2" presStyleCnt="4">
        <dgm:presLayoutVars>
          <dgm:bulletEnabled val="1"/>
        </dgm:presLayoutVars>
      </dgm:prSet>
      <dgm:spPr/>
    </dgm:pt>
    <dgm:pt modelId="{9DF1EEF5-B0B2-8E43-86C5-B16B8F94BAC5}" type="pres">
      <dgm:prSet presAssocID="{24962A76-BA41-8C46-9577-2E786E1D5E4D}" presName="accent_3" presStyleCnt="0"/>
      <dgm:spPr/>
    </dgm:pt>
    <dgm:pt modelId="{FFF2AFA5-7BE9-6C4D-A498-285FB514786C}" type="pres">
      <dgm:prSet presAssocID="{24962A76-BA41-8C46-9577-2E786E1D5E4D}" presName="accentRepeatNode" presStyleLbl="solidFgAcc1" presStyleIdx="2" presStyleCnt="4"/>
      <dgm:spPr>
        <a:solidFill>
          <a:schemeClr val="bg1">
            <a:lumMod val="85000"/>
          </a:schemeClr>
        </a:solidFill>
      </dgm:spPr>
    </dgm:pt>
    <dgm:pt modelId="{469795C9-8015-8E43-9C6A-B2D82520BF7C}" type="pres">
      <dgm:prSet presAssocID="{4ADABE23-5C6D-264A-964E-79F98E72B730}" presName="text_4" presStyleLbl="node1" presStyleIdx="3" presStyleCnt="4">
        <dgm:presLayoutVars>
          <dgm:bulletEnabled val="1"/>
        </dgm:presLayoutVars>
      </dgm:prSet>
      <dgm:spPr/>
    </dgm:pt>
    <dgm:pt modelId="{C3958D84-8A6F-4F44-95E1-7F16A8C83CB0}" type="pres">
      <dgm:prSet presAssocID="{4ADABE23-5C6D-264A-964E-79F98E72B730}" presName="accent_4" presStyleCnt="0"/>
      <dgm:spPr/>
    </dgm:pt>
    <dgm:pt modelId="{A77448FF-9EB2-754A-A722-F088E305E4DB}" type="pres">
      <dgm:prSet presAssocID="{4ADABE23-5C6D-264A-964E-79F98E72B730}" presName="accentRepeatNode" presStyleLbl="solidFgAcc1" presStyleIdx="3" presStyleCnt="4"/>
      <dgm:spPr>
        <a:solidFill>
          <a:schemeClr val="bg1">
            <a:lumMod val="85000"/>
          </a:schemeClr>
        </a:solidFill>
      </dgm:spPr>
    </dgm:pt>
  </dgm:ptLst>
  <dgm:cxnLst>
    <dgm:cxn modelId="{C9688C23-CE16-EF4C-9F01-3E59E6C1578C}" type="presOf" srcId="{24962A76-BA41-8C46-9577-2E786E1D5E4D}" destId="{A067D339-2D4A-C741-A319-6C4FBFDA62D9}" srcOrd="0" destOrd="0" presId="urn:microsoft.com/office/officeart/2008/layout/VerticalCurvedList"/>
    <dgm:cxn modelId="{DB20F134-DCD3-3A4A-8CE4-354487DC9283}" type="presOf" srcId="{80ACAC41-EE56-B44E-89B9-2CE5611EBD02}" destId="{EF76309A-C76B-8F4F-9315-D92130CD2C11}" srcOrd="0" destOrd="0" presId="urn:microsoft.com/office/officeart/2008/layout/VerticalCurvedList"/>
    <dgm:cxn modelId="{937EB55D-C532-7943-B59D-54FE93A3FA30}" srcId="{80ACAC41-EE56-B44E-89B9-2CE5611EBD02}" destId="{4ADABE23-5C6D-264A-964E-79F98E72B730}" srcOrd="3" destOrd="0" parTransId="{36B3D81E-70C7-EE4B-96F2-22A26ED83EFA}" sibTransId="{EAB5FD10-C6A5-4A42-8858-F2558BE51D07}"/>
    <dgm:cxn modelId="{4BF67041-D038-DA4D-A5DE-3AD84A9EEAEE}" srcId="{80ACAC41-EE56-B44E-89B9-2CE5611EBD02}" destId="{24962A76-BA41-8C46-9577-2E786E1D5E4D}" srcOrd="2" destOrd="0" parTransId="{AB205A1D-A7F9-2D4A-8303-774FE264E052}" sibTransId="{EE77BDDC-A7AA-1F42-AF4E-44F50AA33CC8}"/>
    <dgm:cxn modelId="{0A5C2155-4933-184C-8FBB-E6D9EE75EE83}" srcId="{80ACAC41-EE56-B44E-89B9-2CE5611EBD02}" destId="{C75AA438-11A2-8A46-B6FF-786609A66B7D}" srcOrd="1" destOrd="0" parTransId="{E370E06B-860E-6143-BF38-AC36166E58D1}" sibTransId="{9ABD3A1A-F328-A141-9E7F-3AC7900DA2B0}"/>
    <dgm:cxn modelId="{45114D89-E312-2F44-A6E3-B85ADD8F4D5A}" type="presOf" srcId="{5D7630AA-8131-A14E-8FF2-263EF05E87B2}" destId="{FF1385A8-6F07-2E40-975C-9786D17C5070}" srcOrd="0" destOrd="0" presId="urn:microsoft.com/office/officeart/2008/layout/VerticalCurvedList"/>
    <dgm:cxn modelId="{4303DCA1-91F7-314F-A8B1-4884D4634951}" type="presOf" srcId="{E1134CBB-B437-684B-9187-46FAD6DFBCE8}" destId="{00412CB4-47A5-8E4F-A797-BDEA3FBEEAD2}" srcOrd="0" destOrd="0" presId="urn:microsoft.com/office/officeart/2008/layout/VerticalCurvedList"/>
    <dgm:cxn modelId="{B10DE4D8-EFE1-2B41-8594-440A5754260C}" type="presOf" srcId="{4ADABE23-5C6D-264A-964E-79F98E72B730}" destId="{469795C9-8015-8E43-9C6A-B2D82520BF7C}" srcOrd="0" destOrd="0" presId="urn:microsoft.com/office/officeart/2008/layout/VerticalCurvedList"/>
    <dgm:cxn modelId="{D2BA54E2-8FC6-DA46-B80A-7F09C16C6882}" type="presOf" srcId="{C75AA438-11A2-8A46-B6FF-786609A66B7D}" destId="{4846D94D-C438-6D47-92B9-48A4B026FFEC}" srcOrd="0" destOrd="0" presId="urn:microsoft.com/office/officeart/2008/layout/VerticalCurvedList"/>
    <dgm:cxn modelId="{CC1CCCE8-E76A-6046-8016-EBB1F11E556C}" srcId="{80ACAC41-EE56-B44E-89B9-2CE5611EBD02}" destId="{E1134CBB-B437-684B-9187-46FAD6DFBCE8}" srcOrd="0" destOrd="0" parTransId="{4731AE3A-0173-8C42-A00D-786ECFF3E091}" sibTransId="{5D7630AA-8131-A14E-8FF2-263EF05E87B2}"/>
    <dgm:cxn modelId="{95A1D424-B89E-DF4E-8414-F28D71FE6521}" type="presParOf" srcId="{EF76309A-C76B-8F4F-9315-D92130CD2C11}" destId="{36E5F5DA-F02A-3E43-8C0A-9F243E665EBB}" srcOrd="0" destOrd="0" presId="urn:microsoft.com/office/officeart/2008/layout/VerticalCurvedList"/>
    <dgm:cxn modelId="{0909790C-757A-B24D-AA94-9DCD7D5CA4C1}" type="presParOf" srcId="{36E5F5DA-F02A-3E43-8C0A-9F243E665EBB}" destId="{7F926710-659F-BF4F-BC6C-B22BD40F13DE}" srcOrd="0" destOrd="0" presId="urn:microsoft.com/office/officeart/2008/layout/VerticalCurvedList"/>
    <dgm:cxn modelId="{79026FAE-F588-D640-B52F-50512DD302C9}" type="presParOf" srcId="{7F926710-659F-BF4F-BC6C-B22BD40F13DE}" destId="{EE3FC70A-8B70-474D-B617-D6E11577C66F}" srcOrd="0" destOrd="0" presId="urn:microsoft.com/office/officeart/2008/layout/VerticalCurvedList"/>
    <dgm:cxn modelId="{33CC08C6-4136-4845-8CA0-CFB097EEB41B}" type="presParOf" srcId="{7F926710-659F-BF4F-BC6C-B22BD40F13DE}" destId="{FF1385A8-6F07-2E40-975C-9786D17C5070}" srcOrd="1" destOrd="0" presId="urn:microsoft.com/office/officeart/2008/layout/VerticalCurvedList"/>
    <dgm:cxn modelId="{FFE6557D-F4F5-EE45-9480-08608A1833A8}" type="presParOf" srcId="{7F926710-659F-BF4F-BC6C-B22BD40F13DE}" destId="{958B6C17-75CF-9E49-8A20-4E24642A1D77}" srcOrd="2" destOrd="0" presId="urn:microsoft.com/office/officeart/2008/layout/VerticalCurvedList"/>
    <dgm:cxn modelId="{BF3B04A3-FD77-A547-9B6D-28DBE63440DC}" type="presParOf" srcId="{7F926710-659F-BF4F-BC6C-B22BD40F13DE}" destId="{C5C23AFF-BFC5-6A49-860D-D57F0438170F}" srcOrd="3" destOrd="0" presId="urn:microsoft.com/office/officeart/2008/layout/VerticalCurvedList"/>
    <dgm:cxn modelId="{92ECA357-FAA0-0E4B-98F9-3F926BCA74CF}" type="presParOf" srcId="{36E5F5DA-F02A-3E43-8C0A-9F243E665EBB}" destId="{00412CB4-47A5-8E4F-A797-BDEA3FBEEAD2}" srcOrd="1" destOrd="0" presId="urn:microsoft.com/office/officeart/2008/layout/VerticalCurvedList"/>
    <dgm:cxn modelId="{DC60CF42-FF3B-0C46-860E-FFD1C0E19176}" type="presParOf" srcId="{36E5F5DA-F02A-3E43-8C0A-9F243E665EBB}" destId="{98F5FD03-12B9-7A4A-B28A-EF8CA40DD59D}" srcOrd="2" destOrd="0" presId="urn:microsoft.com/office/officeart/2008/layout/VerticalCurvedList"/>
    <dgm:cxn modelId="{D17C862A-46BF-CB45-A5CF-417EEAD6CFA5}" type="presParOf" srcId="{98F5FD03-12B9-7A4A-B28A-EF8CA40DD59D}" destId="{52138E90-32C6-AF42-9B53-D8F3EE5AAACC}" srcOrd="0" destOrd="0" presId="urn:microsoft.com/office/officeart/2008/layout/VerticalCurvedList"/>
    <dgm:cxn modelId="{535D4115-6DA5-CE4D-B75E-5C14C70C2FCD}" type="presParOf" srcId="{36E5F5DA-F02A-3E43-8C0A-9F243E665EBB}" destId="{4846D94D-C438-6D47-92B9-48A4B026FFEC}" srcOrd="3" destOrd="0" presId="urn:microsoft.com/office/officeart/2008/layout/VerticalCurvedList"/>
    <dgm:cxn modelId="{5187ACE8-BCD0-694A-A5B8-1B9683802AB8}" type="presParOf" srcId="{36E5F5DA-F02A-3E43-8C0A-9F243E665EBB}" destId="{2DE2C232-37B2-5146-B201-FE85DB03BC78}" srcOrd="4" destOrd="0" presId="urn:microsoft.com/office/officeart/2008/layout/VerticalCurvedList"/>
    <dgm:cxn modelId="{4225D956-0633-8142-BD31-3467A61D9D86}" type="presParOf" srcId="{2DE2C232-37B2-5146-B201-FE85DB03BC78}" destId="{137E7A1F-B13E-4842-A252-A26FB872BA67}" srcOrd="0" destOrd="0" presId="urn:microsoft.com/office/officeart/2008/layout/VerticalCurvedList"/>
    <dgm:cxn modelId="{0FD7B24D-27D8-D946-A1BD-C905D8B9AC39}" type="presParOf" srcId="{36E5F5DA-F02A-3E43-8C0A-9F243E665EBB}" destId="{A067D339-2D4A-C741-A319-6C4FBFDA62D9}" srcOrd="5" destOrd="0" presId="urn:microsoft.com/office/officeart/2008/layout/VerticalCurvedList"/>
    <dgm:cxn modelId="{977A3B32-3DC7-194E-8D05-49F08A5ECD2F}" type="presParOf" srcId="{36E5F5DA-F02A-3E43-8C0A-9F243E665EBB}" destId="{9DF1EEF5-B0B2-8E43-86C5-B16B8F94BAC5}" srcOrd="6" destOrd="0" presId="urn:microsoft.com/office/officeart/2008/layout/VerticalCurvedList"/>
    <dgm:cxn modelId="{DBC431B2-4CF2-1B41-9401-35EC0D9C3799}" type="presParOf" srcId="{9DF1EEF5-B0B2-8E43-86C5-B16B8F94BAC5}" destId="{FFF2AFA5-7BE9-6C4D-A498-285FB514786C}" srcOrd="0" destOrd="0" presId="urn:microsoft.com/office/officeart/2008/layout/VerticalCurvedList"/>
    <dgm:cxn modelId="{75C9F76A-CA22-D548-874F-1BC1AD165387}" type="presParOf" srcId="{36E5F5DA-F02A-3E43-8C0A-9F243E665EBB}" destId="{469795C9-8015-8E43-9C6A-B2D82520BF7C}" srcOrd="7" destOrd="0" presId="urn:microsoft.com/office/officeart/2008/layout/VerticalCurvedList"/>
    <dgm:cxn modelId="{36AA53F5-C115-4547-B8BD-9A2BF11CA03E}" type="presParOf" srcId="{36E5F5DA-F02A-3E43-8C0A-9F243E665EBB}" destId="{C3958D84-8A6F-4F44-95E1-7F16A8C83CB0}" srcOrd="8" destOrd="0" presId="urn:microsoft.com/office/officeart/2008/layout/VerticalCurvedList"/>
    <dgm:cxn modelId="{E3F88012-541E-4244-A7A3-694CED2E4040}" type="presParOf" srcId="{C3958D84-8A6F-4F44-95E1-7F16A8C83CB0}" destId="{A77448FF-9EB2-754A-A722-F088E305E4DB}" srcOrd="0" destOrd="0" presId="urn:microsoft.com/office/officeart/2008/layout/VerticalCurvedList"/>
  </dgm:cxnLst>
  <dgm:bg>
    <a:noFill/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58D4456-3C15-5345-BF70-73FE496E7447}" type="doc">
      <dgm:prSet loTypeId="urn:microsoft.com/office/officeart/2005/8/layout/hProcess10" loCatId="" qsTypeId="urn:microsoft.com/office/officeart/2005/8/quickstyle/simple4" qsCatId="simple" csTypeId="urn:microsoft.com/office/officeart/2005/8/colors/accent4_5" csCatId="accent4" phldr="1"/>
      <dgm:spPr/>
      <dgm:t>
        <a:bodyPr/>
        <a:lstStyle/>
        <a:p>
          <a:endParaRPr lang="it-IT"/>
        </a:p>
      </dgm:t>
    </dgm:pt>
    <dgm:pt modelId="{33BEE68D-EB69-4547-8507-CD7C531F14F3}">
      <dgm:prSet phldrT="[Testo]" custT="1"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dgm:style>
      </dgm:prSet>
      <dgm:spPr>
        <a:solidFill>
          <a:schemeClr val="accent1">
            <a:lumMod val="50000"/>
            <a:alpha val="50000"/>
          </a:schemeClr>
        </a:solidFill>
        <a:ln>
          <a:noFill/>
        </a:ln>
      </dgm:spPr>
      <dgm:t>
        <a:bodyPr/>
        <a:lstStyle/>
        <a:p>
          <a:pPr algn="ctr">
            <a:spcAft>
              <a:spcPts val="0"/>
            </a:spcAft>
            <a:buNone/>
          </a:pPr>
          <a:r>
            <a:rPr lang="it-IT" sz="1800" b="1">
              <a:solidFill>
                <a:schemeClr val="bg1">
                  <a:lumMod val="85000"/>
                </a:schemeClr>
              </a:solidFill>
              <a:ea typeface="+mn-lt"/>
              <a:cs typeface="+mn-lt"/>
            </a:rPr>
            <a:t>Posizionamento: </a:t>
          </a:r>
        </a:p>
        <a:p>
          <a:pPr algn="ctr">
            <a:spcAft>
              <a:spcPct val="35000"/>
            </a:spcAft>
            <a:buNone/>
          </a:pPr>
          <a:r>
            <a:rPr lang="it-IT" sz="1600" b="1">
              <a:solidFill>
                <a:schemeClr val="bg1">
                  <a:lumMod val="85000"/>
                </a:schemeClr>
              </a:solidFill>
              <a:ea typeface="+mn-lt"/>
              <a:cs typeface="+mn-lt"/>
            </a:rPr>
            <a:t>“Lusso personale”</a:t>
          </a:r>
        </a:p>
        <a:p>
          <a:pPr algn="ctr">
            <a:spcAft>
              <a:spcPct val="35000"/>
            </a:spcAft>
            <a:buNone/>
          </a:pPr>
          <a:endParaRPr lang="it-IT" sz="400">
            <a:solidFill>
              <a:schemeClr val="bg1">
                <a:lumMod val="85000"/>
              </a:schemeClr>
            </a:solidFill>
          </a:endParaRPr>
        </a:p>
      </dgm:t>
    </dgm:pt>
    <dgm:pt modelId="{108D6A78-5397-234D-B0F2-71AC2DD33B69}" type="parTrans" cxnId="{01EB782D-C7EF-2348-9959-1B704EA691EA}">
      <dgm:prSet/>
      <dgm:spPr/>
      <dgm:t>
        <a:bodyPr/>
        <a:lstStyle/>
        <a:p>
          <a:endParaRPr lang="it-IT"/>
        </a:p>
      </dgm:t>
    </dgm:pt>
    <dgm:pt modelId="{25C7BD51-646F-084B-8956-8E7F388CDB20}" type="sibTrans" cxnId="{01EB782D-C7EF-2348-9959-1B704EA691EA}">
      <dgm:prSet/>
      <dgm:spPr/>
      <dgm:t>
        <a:bodyPr/>
        <a:lstStyle/>
        <a:p>
          <a:endParaRPr lang="it-IT"/>
        </a:p>
      </dgm:t>
    </dgm:pt>
    <dgm:pt modelId="{28EBCCDA-1374-C24C-9AC3-B07CDF370294}">
      <dgm:prSet phldrT="[Testo]" custT="1"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dgm:style>
      </dgm:prSet>
      <dgm:spPr>
        <a:solidFill>
          <a:schemeClr val="accent1">
            <a:lumMod val="50000"/>
            <a:alpha val="50000"/>
          </a:schemeClr>
        </a:solidFill>
        <a:ln>
          <a:noFill/>
        </a:ln>
      </dgm:spPr>
      <dgm:t>
        <a:bodyPr/>
        <a:lstStyle/>
        <a:p>
          <a:pPr algn="ctr">
            <a:spcAft>
              <a:spcPct val="15000"/>
            </a:spcAft>
            <a:buNone/>
          </a:pPr>
          <a:r>
            <a:rPr lang="it-IT" sz="1600">
              <a:solidFill>
                <a:schemeClr val="bg1">
                  <a:lumMod val="85000"/>
                </a:schemeClr>
              </a:solidFill>
              <a:ea typeface="+mn-lt"/>
              <a:cs typeface="+mn-lt"/>
            </a:rPr>
            <a:t>Ferrari compete nel</a:t>
          </a:r>
          <a:endParaRPr lang="it-IT" sz="1600">
            <a:solidFill>
              <a:schemeClr val="bg1">
                <a:lumMod val="85000"/>
              </a:schemeClr>
            </a:solidFill>
          </a:endParaRPr>
        </a:p>
      </dgm:t>
    </dgm:pt>
    <dgm:pt modelId="{4ED4CF58-FB3B-3143-8300-93E387260696}" type="parTrans" cxnId="{A3C52027-18C7-5847-8814-D749E1ABA0A2}">
      <dgm:prSet/>
      <dgm:spPr/>
      <dgm:t>
        <a:bodyPr/>
        <a:lstStyle/>
        <a:p>
          <a:endParaRPr lang="it-IT"/>
        </a:p>
      </dgm:t>
    </dgm:pt>
    <dgm:pt modelId="{5EA64FFE-B564-F34D-911E-C6B7E9C881DC}" type="sibTrans" cxnId="{A3C52027-18C7-5847-8814-D749E1ABA0A2}">
      <dgm:prSet/>
      <dgm:spPr/>
      <dgm:t>
        <a:bodyPr/>
        <a:lstStyle/>
        <a:p>
          <a:endParaRPr lang="it-IT"/>
        </a:p>
      </dgm:t>
    </dgm:pt>
    <dgm:pt modelId="{3A0A780D-351C-CC4E-B735-6D66572190F0}">
      <dgm:prSet phldrT="[Testo]" custT="1"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dgm:style>
      </dgm:prSet>
      <dgm:spPr>
        <a:solidFill>
          <a:schemeClr val="accent1">
            <a:lumMod val="50000"/>
            <a:alpha val="50000"/>
          </a:schemeClr>
        </a:solidFill>
        <a:ln>
          <a:noFill/>
          <a:headEnd type="none" w="med" len="med"/>
          <a:tailEnd type="none" w="med" len="med"/>
        </a:ln>
      </dgm:spPr>
      <dgm:t>
        <a:bodyPr/>
        <a:lstStyle/>
        <a:p>
          <a:pPr algn="ctr">
            <a:buNone/>
          </a:pPr>
          <a:r>
            <a:rPr lang="it-IT" sz="2000" b="1">
              <a:solidFill>
                <a:schemeClr val="bg1">
                  <a:lumMod val="85000"/>
                </a:schemeClr>
              </a:solidFill>
              <a:ea typeface="+mn-lt"/>
              <a:cs typeface="+mn-lt"/>
            </a:rPr>
            <a:t>Eccellenza Maranello</a:t>
          </a:r>
          <a:endParaRPr lang="it-IT" sz="2000">
            <a:solidFill>
              <a:schemeClr val="bg1">
                <a:lumMod val="85000"/>
              </a:schemeClr>
            </a:solidFill>
          </a:endParaRPr>
        </a:p>
      </dgm:t>
    </dgm:pt>
    <dgm:pt modelId="{BD93070F-A255-FD4D-9A2A-63E89429130E}" type="sibTrans" cxnId="{CB862986-D5EC-1142-BFB8-3AC8CFD8DCCC}">
      <dgm:prSet/>
      <dgm:spPr>
        <a:solidFill>
          <a:schemeClr val="bg1">
            <a:lumMod val="50000"/>
          </a:schemeClr>
        </a:solidFill>
      </dgm:spPr>
      <dgm:t>
        <a:bodyPr/>
        <a:lstStyle/>
        <a:p>
          <a:endParaRPr lang="it-IT"/>
        </a:p>
      </dgm:t>
    </dgm:pt>
    <dgm:pt modelId="{43838D58-C41B-AB45-B850-07830FD01E6C}" type="parTrans" cxnId="{CB862986-D5EC-1142-BFB8-3AC8CFD8DCCC}">
      <dgm:prSet/>
      <dgm:spPr/>
      <dgm:t>
        <a:bodyPr/>
        <a:lstStyle/>
        <a:p>
          <a:endParaRPr lang="it-IT"/>
        </a:p>
      </dgm:t>
    </dgm:pt>
    <dgm:pt modelId="{52E1C4BE-8795-414F-96D7-75C987315E02}">
      <dgm:prSet phldrT="[Testo]" custT="1"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dgm:style>
      </dgm:prSet>
      <dgm:spPr>
        <a:solidFill>
          <a:schemeClr val="accent1">
            <a:lumMod val="50000"/>
            <a:alpha val="50000"/>
          </a:schemeClr>
        </a:solidFill>
        <a:ln>
          <a:noFill/>
          <a:headEnd type="none" w="med" len="med"/>
          <a:tailEnd type="none" w="med" len="med"/>
        </a:ln>
      </dgm:spPr>
      <dgm:t>
        <a:bodyPr/>
        <a:lstStyle/>
        <a:p>
          <a:pPr algn="ctr">
            <a:buNone/>
          </a:pPr>
          <a:r>
            <a:rPr lang="it-IT" sz="1600">
              <a:solidFill>
                <a:schemeClr val="bg1">
                  <a:lumMod val="85000"/>
                </a:schemeClr>
              </a:solidFill>
              <a:ea typeface="+mn-lt"/>
              <a:cs typeface="+mn-lt"/>
            </a:rPr>
            <a:t>Ferrari rappresenta a livello</a:t>
          </a:r>
          <a:endParaRPr lang="it-IT" sz="1600">
            <a:solidFill>
              <a:schemeClr val="bg1">
                <a:lumMod val="85000"/>
              </a:schemeClr>
            </a:solidFill>
          </a:endParaRPr>
        </a:p>
      </dgm:t>
    </dgm:pt>
    <dgm:pt modelId="{9903033B-720C-DE4C-A970-F66B324F8495}" type="sibTrans" cxnId="{0FFF9E48-8D71-B349-8D3E-B54411AE25D4}">
      <dgm:prSet/>
      <dgm:spPr/>
      <dgm:t>
        <a:bodyPr/>
        <a:lstStyle/>
        <a:p>
          <a:endParaRPr lang="it-IT"/>
        </a:p>
      </dgm:t>
    </dgm:pt>
    <dgm:pt modelId="{29C0DEFC-2CF4-F64E-9B66-93723E1EA891}" type="parTrans" cxnId="{0FFF9E48-8D71-B349-8D3E-B54411AE25D4}">
      <dgm:prSet/>
      <dgm:spPr/>
      <dgm:t>
        <a:bodyPr/>
        <a:lstStyle/>
        <a:p>
          <a:endParaRPr lang="it-IT"/>
        </a:p>
      </dgm:t>
    </dgm:pt>
    <dgm:pt modelId="{3BEFD3DA-1373-0F48-B24F-27D20E63AC4C}">
      <dgm:prSet phldrT="[Testo]" custT="1"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dgm:style>
      </dgm:prSet>
      <dgm:spPr>
        <a:solidFill>
          <a:schemeClr val="accent1">
            <a:lumMod val="50000"/>
            <a:alpha val="50000"/>
          </a:schemeClr>
        </a:solidFill>
        <a:ln>
          <a:noFill/>
          <a:headEnd type="none" w="med" len="med"/>
          <a:tailEnd type="none" w="med" len="med"/>
        </a:ln>
      </dgm:spPr>
      <dgm:t>
        <a:bodyPr/>
        <a:lstStyle/>
        <a:p>
          <a:pPr algn="ctr">
            <a:buNone/>
          </a:pPr>
          <a:r>
            <a:rPr lang="it-IT" sz="1600">
              <a:solidFill>
                <a:schemeClr val="bg1">
                  <a:lumMod val="85000"/>
                </a:schemeClr>
              </a:solidFill>
              <a:ea typeface="+mn-lt"/>
              <a:cs typeface="+mn-lt"/>
            </a:rPr>
            <a:t>globale performance,</a:t>
          </a:r>
          <a:endParaRPr lang="it-IT" sz="1600">
            <a:solidFill>
              <a:schemeClr val="bg1">
                <a:lumMod val="85000"/>
              </a:schemeClr>
            </a:solidFill>
          </a:endParaRPr>
        </a:p>
      </dgm:t>
    </dgm:pt>
    <dgm:pt modelId="{AC5744DB-69BF-5B46-B41E-A5CDAB70FDEA}" type="parTrans" cxnId="{118B221D-4112-2744-9DD2-138BFA69C2ED}">
      <dgm:prSet/>
      <dgm:spPr/>
      <dgm:t>
        <a:bodyPr/>
        <a:lstStyle/>
        <a:p>
          <a:endParaRPr lang="it-IT"/>
        </a:p>
      </dgm:t>
    </dgm:pt>
    <dgm:pt modelId="{6F9D4070-C805-B44F-BF91-146208A79600}" type="sibTrans" cxnId="{118B221D-4112-2744-9DD2-138BFA69C2ED}">
      <dgm:prSet/>
      <dgm:spPr/>
      <dgm:t>
        <a:bodyPr/>
        <a:lstStyle/>
        <a:p>
          <a:endParaRPr lang="it-IT"/>
        </a:p>
      </dgm:t>
    </dgm:pt>
    <dgm:pt modelId="{58CD5935-FF76-B048-BA7F-F947F0B71341}">
      <dgm:prSet phldrT="[Testo]" custT="1"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dgm:style>
      </dgm:prSet>
      <dgm:spPr>
        <a:solidFill>
          <a:schemeClr val="accent1">
            <a:lumMod val="50000"/>
            <a:alpha val="50000"/>
          </a:schemeClr>
        </a:solidFill>
        <a:ln>
          <a:noFill/>
          <a:headEnd type="none" w="med" len="med"/>
          <a:tailEnd type="none" w="med" len="med"/>
        </a:ln>
      </dgm:spPr>
      <dgm:t>
        <a:bodyPr/>
        <a:lstStyle/>
        <a:p>
          <a:pPr algn="ctr">
            <a:buNone/>
          </a:pPr>
          <a:r>
            <a:rPr lang="it-IT" sz="1600">
              <a:solidFill>
                <a:schemeClr val="bg1">
                  <a:lumMod val="85000"/>
                </a:schemeClr>
              </a:solidFill>
              <a:ea typeface="+mn-lt"/>
              <a:cs typeface="+mn-lt"/>
            </a:rPr>
            <a:t>innovazione e design. </a:t>
          </a:r>
          <a:endParaRPr lang="it-IT" sz="1600">
            <a:solidFill>
              <a:schemeClr val="bg1">
                <a:lumMod val="85000"/>
              </a:schemeClr>
            </a:solidFill>
          </a:endParaRPr>
        </a:p>
      </dgm:t>
    </dgm:pt>
    <dgm:pt modelId="{9F50B58F-9BE9-B643-A7BC-66E6E720539B}" type="parTrans" cxnId="{512D3801-8D7A-714A-8F1E-DB0840E0523B}">
      <dgm:prSet/>
      <dgm:spPr/>
      <dgm:t>
        <a:bodyPr/>
        <a:lstStyle/>
        <a:p>
          <a:endParaRPr lang="it-IT"/>
        </a:p>
      </dgm:t>
    </dgm:pt>
    <dgm:pt modelId="{F22180EF-305B-444F-B7DE-7E7546B6105D}" type="sibTrans" cxnId="{512D3801-8D7A-714A-8F1E-DB0840E0523B}">
      <dgm:prSet/>
      <dgm:spPr/>
      <dgm:t>
        <a:bodyPr/>
        <a:lstStyle/>
        <a:p>
          <a:endParaRPr lang="it-IT"/>
        </a:p>
      </dgm:t>
    </dgm:pt>
    <dgm:pt modelId="{3D186CFA-AD3E-274A-A08F-C4FC07E7C123}">
      <dgm:prSet phldrT="[Testo]" custT="1"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dgm:style>
      </dgm:prSet>
      <dgm:spPr>
        <a:solidFill>
          <a:schemeClr val="accent1">
            <a:lumMod val="50000"/>
            <a:alpha val="50000"/>
          </a:schemeClr>
        </a:solidFill>
        <a:ln>
          <a:noFill/>
        </a:ln>
      </dgm:spPr>
      <dgm:t>
        <a:bodyPr/>
        <a:lstStyle/>
        <a:p>
          <a:pPr algn="ctr">
            <a:spcAft>
              <a:spcPct val="15000"/>
            </a:spcAft>
            <a:buNone/>
          </a:pPr>
          <a:r>
            <a:rPr lang="it-IT" sz="1600">
              <a:solidFill>
                <a:schemeClr val="bg1">
                  <a:lumMod val="85000"/>
                </a:schemeClr>
              </a:solidFill>
              <a:ea typeface="+mn-lt"/>
              <a:cs typeface="+mn-lt"/>
            </a:rPr>
            <a:t>segmento del lusso</a:t>
          </a:r>
          <a:endParaRPr lang="it-IT" sz="1600">
            <a:solidFill>
              <a:schemeClr val="bg1">
                <a:lumMod val="85000"/>
              </a:schemeClr>
            </a:solidFill>
          </a:endParaRPr>
        </a:p>
      </dgm:t>
    </dgm:pt>
    <dgm:pt modelId="{08DF6D7E-C413-6849-85FB-7AC2F74328C9}" type="parTrans" cxnId="{B9B7C5CF-9E14-D446-B8E8-243B42F05F4D}">
      <dgm:prSet/>
      <dgm:spPr/>
      <dgm:t>
        <a:bodyPr/>
        <a:lstStyle/>
        <a:p>
          <a:endParaRPr lang="it-IT"/>
        </a:p>
      </dgm:t>
    </dgm:pt>
    <dgm:pt modelId="{FA92D2C1-B135-8F41-B32B-2D0B028F9830}" type="sibTrans" cxnId="{B9B7C5CF-9E14-D446-B8E8-243B42F05F4D}">
      <dgm:prSet/>
      <dgm:spPr/>
      <dgm:t>
        <a:bodyPr/>
        <a:lstStyle/>
        <a:p>
          <a:endParaRPr lang="it-IT"/>
        </a:p>
      </dgm:t>
    </dgm:pt>
    <dgm:pt modelId="{AAF29A0D-376B-DE40-9E60-63A98596F976}">
      <dgm:prSet phldrT="[Testo]" custT="1"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dgm:style>
      </dgm:prSet>
      <dgm:spPr>
        <a:solidFill>
          <a:schemeClr val="accent1">
            <a:lumMod val="50000"/>
            <a:alpha val="50000"/>
          </a:schemeClr>
        </a:solidFill>
        <a:ln>
          <a:noFill/>
        </a:ln>
      </dgm:spPr>
      <dgm:t>
        <a:bodyPr/>
        <a:lstStyle/>
        <a:p>
          <a:pPr algn="ctr">
            <a:spcAft>
              <a:spcPct val="15000"/>
            </a:spcAft>
            <a:buNone/>
          </a:pPr>
          <a:r>
            <a:rPr lang="it-IT" sz="1600">
              <a:solidFill>
                <a:schemeClr val="bg1">
                  <a:lumMod val="85000"/>
                </a:schemeClr>
              </a:solidFill>
              <a:ea typeface="+mn-lt"/>
              <a:cs typeface="+mn-lt"/>
            </a:rPr>
            <a:t>esclusivo.</a:t>
          </a:r>
          <a:endParaRPr lang="it-IT" sz="1600">
            <a:solidFill>
              <a:schemeClr val="bg1">
                <a:lumMod val="85000"/>
              </a:schemeClr>
            </a:solidFill>
          </a:endParaRPr>
        </a:p>
      </dgm:t>
    </dgm:pt>
    <dgm:pt modelId="{45D0D863-9EB1-D646-860B-E85D6FD45285}" type="parTrans" cxnId="{9606991B-26DE-424C-A7EF-475B02F926DC}">
      <dgm:prSet/>
      <dgm:spPr/>
      <dgm:t>
        <a:bodyPr/>
        <a:lstStyle/>
        <a:p>
          <a:endParaRPr lang="it-IT"/>
        </a:p>
      </dgm:t>
    </dgm:pt>
    <dgm:pt modelId="{DEAF8FF5-4F0C-8644-BB14-A56D1C810F78}" type="sibTrans" cxnId="{9606991B-26DE-424C-A7EF-475B02F926DC}">
      <dgm:prSet/>
      <dgm:spPr/>
      <dgm:t>
        <a:bodyPr/>
        <a:lstStyle/>
        <a:p>
          <a:endParaRPr lang="it-IT"/>
        </a:p>
      </dgm:t>
    </dgm:pt>
    <dgm:pt modelId="{F14DFF88-8985-B545-9797-58B5A104D41B}">
      <dgm:prSet phldrT="[Testo]" custT="1"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dgm:style>
      </dgm:prSet>
      <dgm:spPr>
        <a:solidFill>
          <a:schemeClr val="accent1">
            <a:lumMod val="50000"/>
            <a:alpha val="50000"/>
          </a:schemeClr>
        </a:solidFill>
        <a:ln>
          <a:noFill/>
          <a:headEnd type="none" w="med" len="med"/>
          <a:tailEnd type="none" w="med" len="med"/>
        </a:ln>
      </dgm:spPr>
      <dgm:t>
        <a:bodyPr/>
        <a:lstStyle/>
        <a:p>
          <a:pPr algn="ctr">
            <a:buNone/>
          </a:pPr>
          <a:endParaRPr lang="it-IT" sz="400">
            <a:solidFill>
              <a:schemeClr val="bg1">
                <a:lumMod val="85000"/>
              </a:schemeClr>
            </a:solidFill>
          </a:endParaRPr>
        </a:p>
      </dgm:t>
    </dgm:pt>
    <dgm:pt modelId="{6C63BCB3-EB8E-A942-BD3C-A6CAE306D77A}" type="parTrans" cxnId="{4D562930-C827-2F42-9AFA-55172D77E45C}">
      <dgm:prSet/>
      <dgm:spPr/>
      <dgm:t>
        <a:bodyPr/>
        <a:lstStyle/>
        <a:p>
          <a:endParaRPr lang="it-IT"/>
        </a:p>
      </dgm:t>
    </dgm:pt>
    <dgm:pt modelId="{04BC7B1E-6ED0-4742-9C3E-461975CB6117}" type="sibTrans" cxnId="{4D562930-C827-2F42-9AFA-55172D77E45C}">
      <dgm:prSet/>
      <dgm:spPr/>
      <dgm:t>
        <a:bodyPr/>
        <a:lstStyle/>
        <a:p>
          <a:endParaRPr lang="it-IT"/>
        </a:p>
      </dgm:t>
    </dgm:pt>
    <dgm:pt modelId="{8F5969DC-1B29-B844-8176-1E4FE942DB17}" type="pres">
      <dgm:prSet presAssocID="{B58D4456-3C15-5345-BF70-73FE496E7447}" presName="Name0" presStyleCnt="0">
        <dgm:presLayoutVars>
          <dgm:dir/>
          <dgm:resizeHandles val="exact"/>
        </dgm:presLayoutVars>
      </dgm:prSet>
      <dgm:spPr/>
    </dgm:pt>
    <dgm:pt modelId="{62F5EC65-7428-6545-A5A2-89F878A823E7}" type="pres">
      <dgm:prSet presAssocID="{3A0A780D-351C-CC4E-B735-6D66572190F0}" presName="composite" presStyleCnt="0"/>
      <dgm:spPr/>
    </dgm:pt>
    <dgm:pt modelId="{43F9E2D2-C2BA-7649-8507-677AF10C6300}" type="pres">
      <dgm:prSet presAssocID="{3A0A780D-351C-CC4E-B735-6D66572190F0}" presName="imagSh" presStyleLbl="bgImgPlace1" presStyleIdx="0" presStyleCnt="2" custLinFactNeighborY="26253"/>
      <dgm:spPr>
        <a:blipFill>
          <a:blip xmlns:r="http://schemas.openxmlformats.org/officeDocument/2006/relationships" r:embed="rId1">
            <a:alphaModFix amt="70000"/>
          </a:blip>
          <a:srcRect/>
          <a:stretch>
            <a:fillRect t="-15000" b="-15000"/>
          </a:stretch>
        </a:blipFill>
      </dgm:spPr>
    </dgm:pt>
    <dgm:pt modelId="{4164A750-8AE8-8944-AA29-84C77116B972}" type="pres">
      <dgm:prSet presAssocID="{3A0A780D-351C-CC4E-B735-6D66572190F0}" presName="txNode" presStyleLbl="node1" presStyleIdx="0" presStyleCnt="2" custLinFactNeighborX="-6170" custLinFactNeighborY="-20212">
        <dgm:presLayoutVars>
          <dgm:bulletEnabled val="1"/>
        </dgm:presLayoutVars>
      </dgm:prSet>
      <dgm:spPr/>
    </dgm:pt>
    <dgm:pt modelId="{A0ED7690-2CD5-5D42-A69B-3CADFA900B15}" type="pres">
      <dgm:prSet presAssocID="{BD93070F-A255-FD4D-9A2A-63E89429130E}" presName="sibTrans" presStyleLbl="sibTrans2D1" presStyleIdx="0" presStyleCnt="1" custAng="21542785" custScaleY="50637" custLinFactNeighborX="22283" custLinFactNeighborY="25710"/>
      <dgm:spPr>
        <a:prstGeom prst="notchedRightArrow">
          <a:avLst/>
        </a:prstGeom>
      </dgm:spPr>
    </dgm:pt>
    <dgm:pt modelId="{AB20D2AA-86A8-A247-AB33-FE8D4C3C7B75}" type="pres">
      <dgm:prSet presAssocID="{BD93070F-A255-FD4D-9A2A-63E89429130E}" presName="connTx" presStyleLbl="sibTrans2D1" presStyleIdx="0" presStyleCnt="1"/>
      <dgm:spPr/>
    </dgm:pt>
    <dgm:pt modelId="{8C96912B-6999-294D-AB2E-8D3D48617D67}" type="pres">
      <dgm:prSet presAssocID="{33BEE68D-EB69-4547-8507-CD7C531F14F3}" presName="composite" presStyleCnt="0"/>
      <dgm:spPr/>
    </dgm:pt>
    <dgm:pt modelId="{08D91108-9075-BE4D-AE5A-04CA9BF4BFD1}" type="pres">
      <dgm:prSet presAssocID="{33BEE68D-EB69-4547-8507-CD7C531F14F3}" presName="imagSh" presStyleLbl="bgImgPlace1" presStyleIdx="1" presStyleCnt="2" custLinFactNeighborX="-9086" custLinFactNeighborY="30000"/>
      <dgm:spPr>
        <a:blipFill>
          <a:blip xmlns:r="http://schemas.openxmlformats.org/officeDocument/2006/relationships" r:embed="rId2">
            <a:alphaModFix amt="70000"/>
          </a:blip>
          <a:srcRect/>
          <a:stretch>
            <a:fillRect t="-1000" b="-1000"/>
          </a:stretch>
        </a:blipFill>
      </dgm:spPr>
    </dgm:pt>
    <dgm:pt modelId="{8F0D564F-D064-3B4B-B498-640CC913EEA9}" type="pres">
      <dgm:prSet presAssocID="{33BEE68D-EB69-4547-8507-CD7C531F14F3}" presName="txNode" presStyleLbl="node1" presStyleIdx="1" presStyleCnt="2" custScaleY="100000" custLinFactNeighborX="-15302" custLinFactNeighborY="-20212">
        <dgm:presLayoutVars>
          <dgm:bulletEnabled val="1"/>
        </dgm:presLayoutVars>
      </dgm:prSet>
      <dgm:spPr/>
    </dgm:pt>
  </dgm:ptLst>
  <dgm:cxnLst>
    <dgm:cxn modelId="{512D3801-8D7A-714A-8F1E-DB0840E0523B}" srcId="{3A0A780D-351C-CC4E-B735-6D66572190F0}" destId="{58CD5935-FF76-B048-BA7F-F947F0B71341}" srcOrd="3" destOrd="0" parTransId="{9F50B58F-9BE9-B643-A7BC-66E6E720539B}" sibTransId="{F22180EF-305B-444F-B7DE-7E7546B6105D}"/>
    <dgm:cxn modelId="{81908C07-44E2-AF41-8805-8B085A4C9A0C}" type="presOf" srcId="{33BEE68D-EB69-4547-8507-CD7C531F14F3}" destId="{8F0D564F-D064-3B4B-B498-640CC913EEA9}" srcOrd="0" destOrd="0" presId="urn:microsoft.com/office/officeart/2005/8/layout/hProcess10"/>
    <dgm:cxn modelId="{6E66510D-32B8-1C49-BCD1-F9FDB98AEEE2}" type="presOf" srcId="{3D186CFA-AD3E-274A-A08F-C4FC07E7C123}" destId="{8F0D564F-D064-3B4B-B498-640CC913EEA9}" srcOrd="0" destOrd="2" presId="urn:microsoft.com/office/officeart/2005/8/layout/hProcess10"/>
    <dgm:cxn modelId="{E1E57D1B-6DCE-8446-9B83-DAB75068D78A}" type="presOf" srcId="{58CD5935-FF76-B048-BA7F-F947F0B71341}" destId="{4164A750-8AE8-8944-AA29-84C77116B972}" srcOrd="0" destOrd="4" presId="urn:microsoft.com/office/officeart/2005/8/layout/hProcess10"/>
    <dgm:cxn modelId="{9606991B-26DE-424C-A7EF-475B02F926DC}" srcId="{33BEE68D-EB69-4547-8507-CD7C531F14F3}" destId="{AAF29A0D-376B-DE40-9E60-63A98596F976}" srcOrd="2" destOrd="0" parTransId="{45D0D863-9EB1-D646-860B-E85D6FD45285}" sibTransId="{DEAF8FF5-4F0C-8644-BB14-A56D1C810F78}"/>
    <dgm:cxn modelId="{118B221D-4112-2744-9DD2-138BFA69C2ED}" srcId="{3A0A780D-351C-CC4E-B735-6D66572190F0}" destId="{3BEFD3DA-1373-0F48-B24F-27D20E63AC4C}" srcOrd="2" destOrd="0" parTransId="{AC5744DB-69BF-5B46-B41E-A5CDAB70FDEA}" sibTransId="{6F9D4070-C805-B44F-BF91-146208A79600}"/>
    <dgm:cxn modelId="{A3C52027-18C7-5847-8814-D749E1ABA0A2}" srcId="{33BEE68D-EB69-4547-8507-CD7C531F14F3}" destId="{28EBCCDA-1374-C24C-9AC3-B07CDF370294}" srcOrd="0" destOrd="0" parTransId="{4ED4CF58-FB3B-3143-8300-93E387260696}" sibTransId="{5EA64FFE-B564-F34D-911E-C6B7E9C881DC}"/>
    <dgm:cxn modelId="{01EB782D-C7EF-2348-9959-1B704EA691EA}" srcId="{B58D4456-3C15-5345-BF70-73FE496E7447}" destId="{33BEE68D-EB69-4547-8507-CD7C531F14F3}" srcOrd="1" destOrd="0" parTransId="{108D6A78-5397-234D-B0F2-71AC2DD33B69}" sibTransId="{25C7BD51-646F-084B-8956-8E7F388CDB20}"/>
    <dgm:cxn modelId="{4D562930-C827-2F42-9AFA-55172D77E45C}" srcId="{3A0A780D-351C-CC4E-B735-6D66572190F0}" destId="{F14DFF88-8985-B545-9797-58B5A104D41B}" srcOrd="0" destOrd="0" parTransId="{6C63BCB3-EB8E-A942-BD3C-A6CAE306D77A}" sibTransId="{04BC7B1E-6ED0-4742-9C3E-461975CB6117}"/>
    <dgm:cxn modelId="{49DFCD61-CC1B-504D-ABFB-847FD1CC89D4}" type="presOf" srcId="{52E1C4BE-8795-414F-96D7-75C987315E02}" destId="{4164A750-8AE8-8944-AA29-84C77116B972}" srcOrd="0" destOrd="2" presId="urn:microsoft.com/office/officeart/2005/8/layout/hProcess10"/>
    <dgm:cxn modelId="{B9192246-4738-F946-B4BE-B3AEE90CBBAE}" type="presOf" srcId="{F14DFF88-8985-B545-9797-58B5A104D41B}" destId="{4164A750-8AE8-8944-AA29-84C77116B972}" srcOrd="0" destOrd="1" presId="urn:microsoft.com/office/officeart/2005/8/layout/hProcess10"/>
    <dgm:cxn modelId="{0FFF9E48-8D71-B349-8D3E-B54411AE25D4}" srcId="{3A0A780D-351C-CC4E-B735-6D66572190F0}" destId="{52E1C4BE-8795-414F-96D7-75C987315E02}" srcOrd="1" destOrd="0" parTransId="{29C0DEFC-2CF4-F64E-9B66-93723E1EA891}" sibTransId="{9903033B-720C-DE4C-A970-F66B324F8495}"/>
    <dgm:cxn modelId="{CB862986-D5EC-1142-BFB8-3AC8CFD8DCCC}" srcId="{B58D4456-3C15-5345-BF70-73FE496E7447}" destId="{3A0A780D-351C-CC4E-B735-6D66572190F0}" srcOrd="0" destOrd="0" parTransId="{43838D58-C41B-AB45-B850-07830FD01E6C}" sibTransId="{BD93070F-A255-FD4D-9A2A-63E89429130E}"/>
    <dgm:cxn modelId="{120E3188-FFB2-B749-85A9-E17475299F05}" type="presOf" srcId="{B58D4456-3C15-5345-BF70-73FE496E7447}" destId="{8F5969DC-1B29-B844-8176-1E4FE942DB17}" srcOrd="0" destOrd="0" presId="urn:microsoft.com/office/officeart/2005/8/layout/hProcess10"/>
    <dgm:cxn modelId="{BA2FD1AA-366C-2341-9937-021A1421F33C}" type="presOf" srcId="{BD93070F-A255-FD4D-9A2A-63E89429130E}" destId="{AB20D2AA-86A8-A247-AB33-FE8D4C3C7B75}" srcOrd="1" destOrd="0" presId="urn:microsoft.com/office/officeart/2005/8/layout/hProcess10"/>
    <dgm:cxn modelId="{F37D9BB1-9327-EC48-B7FC-7569945A4F62}" type="presOf" srcId="{AAF29A0D-376B-DE40-9E60-63A98596F976}" destId="{8F0D564F-D064-3B4B-B498-640CC913EEA9}" srcOrd="0" destOrd="3" presId="urn:microsoft.com/office/officeart/2005/8/layout/hProcess10"/>
    <dgm:cxn modelId="{BAE61FC2-A45F-AA43-8952-A4F70A824696}" type="presOf" srcId="{3BEFD3DA-1373-0F48-B24F-27D20E63AC4C}" destId="{4164A750-8AE8-8944-AA29-84C77116B972}" srcOrd="0" destOrd="3" presId="urn:microsoft.com/office/officeart/2005/8/layout/hProcess10"/>
    <dgm:cxn modelId="{B9B7C5CF-9E14-D446-B8E8-243B42F05F4D}" srcId="{33BEE68D-EB69-4547-8507-CD7C531F14F3}" destId="{3D186CFA-AD3E-274A-A08F-C4FC07E7C123}" srcOrd="1" destOrd="0" parTransId="{08DF6D7E-C413-6849-85FB-7AC2F74328C9}" sibTransId="{FA92D2C1-B135-8F41-B32B-2D0B028F9830}"/>
    <dgm:cxn modelId="{D069EBDE-ABC0-EF4A-BEAE-697F6AD527B2}" type="presOf" srcId="{3A0A780D-351C-CC4E-B735-6D66572190F0}" destId="{4164A750-8AE8-8944-AA29-84C77116B972}" srcOrd="0" destOrd="0" presId="urn:microsoft.com/office/officeart/2005/8/layout/hProcess10"/>
    <dgm:cxn modelId="{752506E0-E2C4-6A43-B04B-B8AEB4B8B476}" type="presOf" srcId="{BD93070F-A255-FD4D-9A2A-63E89429130E}" destId="{A0ED7690-2CD5-5D42-A69B-3CADFA900B15}" srcOrd="0" destOrd="0" presId="urn:microsoft.com/office/officeart/2005/8/layout/hProcess10"/>
    <dgm:cxn modelId="{3ACD40EE-2673-3C4A-8EA9-DC061170E411}" type="presOf" srcId="{28EBCCDA-1374-C24C-9AC3-B07CDF370294}" destId="{8F0D564F-D064-3B4B-B498-640CC913EEA9}" srcOrd="0" destOrd="1" presId="urn:microsoft.com/office/officeart/2005/8/layout/hProcess10"/>
    <dgm:cxn modelId="{E2171301-FC26-4C4B-A956-F28CD5753E80}" type="presParOf" srcId="{8F5969DC-1B29-B844-8176-1E4FE942DB17}" destId="{62F5EC65-7428-6545-A5A2-89F878A823E7}" srcOrd="0" destOrd="0" presId="urn:microsoft.com/office/officeart/2005/8/layout/hProcess10"/>
    <dgm:cxn modelId="{8B0C3B62-46FA-0941-8282-6B18609959B2}" type="presParOf" srcId="{62F5EC65-7428-6545-A5A2-89F878A823E7}" destId="{43F9E2D2-C2BA-7649-8507-677AF10C6300}" srcOrd="0" destOrd="0" presId="urn:microsoft.com/office/officeart/2005/8/layout/hProcess10"/>
    <dgm:cxn modelId="{5D1DC9EA-3ACE-EF4A-9F7C-F9A37CEF73C1}" type="presParOf" srcId="{62F5EC65-7428-6545-A5A2-89F878A823E7}" destId="{4164A750-8AE8-8944-AA29-84C77116B972}" srcOrd="1" destOrd="0" presId="urn:microsoft.com/office/officeart/2005/8/layout/hProcess10"/>
    <dgm:cxn modelId="{3D60F196-CE74-7F47-B46D-19B386BA6722}" type="presParOf" srcId="{8F5969DC-1B29-B844-8176-1E4FE942DB17}" destId="{A0ED7690-2CD5-5D42-A69B-3CADFA900B15}" srcOrd="1" destOrd="0" presId="urn:microsoft.com/office/officeart/2005/8/layout/hProcess10"/>
    <dgm:cxn modelId="{15452CEA-F474-6048-8A03-43CD1BF6C4FC}" type="presParOf" srcId="{A0ED7690-2CD5-5D42-A69B-3CADFA900B15}" destId="{AB20D2AA-86A8-A247-AB33-FE8D4C3C7B75}" srcOrd="0" destOrd="0" presId="urn:microsoft.com/office/officeart/2005/8/layout/hProcess10"/>
    <dgm:cxn modelId="{720EC426-E5A4-044C-854B-68DF499E7E82}" type="presParOf" srcId="{8F5969DC-1B29-B844-8176-1E4FE942DB17}" destId="{8C96912B-6999-294D-AB2E-8D3D48617D67}" srcOrd="2" destOrd="0" presId="urn:microsoft.com/office/officeart/2005/8/layout/hProcess10"/>
    <dgm:cxn modelId="{A264FB8F-B89B-CB47-BD15-57DB90EA8FBD}" type="presParOf" srcId="{8C96912B-6999-294D-AB2E-8D3D48617D67}" destId="{08D91108-9075-BE4D-AE5A-04CA9BF4BFD1}" srcOrd="0" destOrd="0" presId="urn:microsoft.com/office/officeart/2005/8/layout/hProcess10"/>
    <dgm:cxn modelId="{9E702A21-695F-1B46-A223-E2B2AD89AE5E}" type="presParOf" srcId="{8C96912B-6999-294D-AB2E-8D3D48617D67}" destId="{8F0D564F-D064-3B4B-B498-640CC913EEA9}" srcOrd="1" destOrd="0" presId="urn:microsoft.com/office/officeart/2005/8/layout/hProcess10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BA565E1-9554-46D0-B579-580EA74AA9E2}" type="doc">
      <dgm:prSet loTypeId="urn:microsoft.com/office/officeart/2005/8/layout/h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it-IT"/>
        </a:p>
      </dgm:t>
    </dgm:pt>
    <dgm:pt modelId="{2AC3CD98-9991-41EE-9262-AE4F4A16D841}">
      <dgm:prSet phldrT="[Testo]" custT="1"/>
      <dgm:spPr>
        <a:solidFill>
          <a:schemeClr val="accent1">
            <a:lumMod val="20000"/>
            <a:lumOff val="80000"/>
          </a:schemeClr>
        </a:solidFill>
      </dgm:spPr>
      <dgm:t>
        <a:bodyPr/>
        <a:lstStyle/>
        <a:p>
          <a:r>
            <a:rPr lang="it-IT" sz="2400"/>
            <a:t>LUXURY</a:t>
          </a:r>
          <a:endParaRPr lang="it-IT" sz="2700"/>
        </a:p>
      </dgm:t>
    </dgm:pt>
    <dgm:pt modelId="{91646EE9-5336-459A-B9DB-A63F04D6DB9C}" type="parTrans" cxnId="{8A17E996-FD0E-483B-B552-FE6E01775BB0}">
      <dgm:prSet/>
      <dgm:spPr/>
      <dgm:t>
        <a:bodyPr/>
        <a:lstStyle/>
        <a:p>
          <a:endParaRPr lang="it-IT"/>
        </a:p>
      </dgm:t>
    </dgm:pt>
    <dgm:pt modelId="{7D997957-1968-4625-ABC1-91C5BC948F31}" type="sibTrans" cxnId="{8A17E996-FD0E-483B-B552-FE6E01775BB0}">
      <dgm:prSet/>
      <dgm:spPr/>
      <dgm:t>
        <a:bodyPr/>
        <a:lstStyle/>
        <a:p>
          <a:endParaRPr lang="it-IT"/>
        </a:p>
      </dgm:t>
    </dgm:pt>
    <dgm:pt modelId="{7EC4F0D8-36F2-4C83-B4AE-CFB0234E898B}">
      <dgm:prSet phldrT="[Testo]" phldr="0" custT="1"/>
      <dgm:spPr/>
      <dgm:t>
        <a:bodyPr/>
        <a:lstStyle/>
        <a:p>
          <a:pPr algn="l"/>
          <a:r>
            <a:rPr lang="it-IT" sz="1500"/>
            <a:t> </a:t>
          </a:r>
          <a:r>
            <a:rPr lang="it-IT" sz="1400"/>
            <a:t>Riflette il vero modello di business di Ferrari: "scarsità controllata."</a:t>
          </a:r>
        </a:p>
      </dgm:t>
    </dgm:pt>
    <dgm:pt modelId="{1C3C3C2C-0EE1-486C-8B19-7E5926BB9F7A}" type="parTrans" cxnId="{A7230388-964C-44F7-97F3-AB97E79D50E2}">
      <dgm:prSet/>
      <dgm:spPr/>
      <dgm:t>
        <a:bodyPr/>
        <a:lstStyle/>
        <a:p>
          <a:endParaRPr lang="it-IT"/>
        </a:p>
      </dgm:t>
    </dgm:pt>
    <dgm:pt modelId="{D34CB07D-E2BA-499B-8D07-B0699BAEEC83}" type="sibTrans" cxnId="{A7230388-964C-44F7-97F3-AB97E79D50E2}">
      <dgm:prSet/>
      <dgm:spPr/>
      <dgm:t>
        <a:bodyPr/>
        <a:lstStyle/>
        <a:p>
          <a:endParaRPr lang="it-IT"/>
        </a:p>
      </dgm:t>
    </dgm:pt>
    <dgm:pt modelId="{7EDBB830-4619-491A-863C-0525ED6AB427}">
      <dgm:prSet phldrT="[Testo]" phldr="0" custT="1"/>
      <dgm:spPr/>
      <dgm:t>
        <a:bodyPr/>
        <a:lstStyle/>
        <a:p>
          <a:pPr algn="l"/>
          <a:r>
            <a:rPr lang="it-IT" sz="1400"/>
            <a:t>Agisce come il massimo punto di riferimento per il potere di determinazione dei prezzi e l'esclusività.</a:t>
          </a:r>
        </a:p>
      </dgm:t>
    </dgm:pt>
    <dgm:pt modelId="{0A3AF7CF-2054-43BA-B6F8-8B73AEB99A17}" type="parTrans" cxnId="{3E74C6C4-5AFD-41A6-A60D-8512437CAEA9}">
      <dgm:prSet/>
      <dgm:spPr/>
      <dgm:t>
        <a:bodyPr/>
        <a:lstStyle/>
        <a:p>
          <a:endParaRPr lang="it-IT"/>
        </a:p>
      </dgm:t>
    </dgm:pt>
    <dgm:pt modelId="{DB7CCC3A-F2AE-48A8-BBE0-7F9F88A7492E}" type="sibTrans" cxnId="{3E74C6C4-5AFD-41A6-A60D-8512437CAEA9}">
      <dgm:prSet/>
      <dgm:spPr/>
      <dgm:t>
        <a:bodyPr/>
        <a:lstStyle/>
        <a:p>
          <a:endParaRPr lang="it-IT"/>
        </a:p>
      </dgm:t>
    </dgm:pt>
    <dgm:pt modelId="{5AAAF255-71DE-494F-86E6-E7463AA87609}">
      <dgm:prSet phldrT="[Testo]" custT="1"/>
      <dgm:spPr>
        <a:solidFill>
          <a:schemeClr val="accent1">
            <a:lumMod val="20000"/>
            <a:lumOff val="80000"/>
          </a:schemeClr>
        </a:solidFill>
      </dgm:spPr>
      <dgm:t>
        <a:bodyPr/>
        <a:lstStyle/>
        <a:p>
          <a:r>
            <a:rPr lang="it-IT" sz="2400"/>
            <a:t>BENCHMARK</a:t>
          </a:r>
          <a:endParaRPr lang="it-IT" sz="2700"/>
        </a:p>
      </dgm:t>
    </dgm:pt>
    <dgm:pt modelId="{BCDFF792-F47A-479E-96E4-A6FEB97E3DA3}" type="sibTrans" cxnId="{D38EA800-0452-4AAF-8827-AB76EFCCF432}">
      <dgm:prSet/>
      <dgm:spPr/>
      <dgm:t>
        <a:bodyPr/>
        <a:lstStyle/>
        <a:p>
          <a:endParaRPr lang="it-IT"/>
        </a:p>
      </dgm:t>
    </dgm:pt>
    <dgm:pt modelId="{EE9EFF34-8FB0-4634-BE62-C80770095BD8}" type="parTrans" cxnId="{D38EA800-0452-4AAF-8827-AB76EFCCF432}">
      <dgm:prSet/>
      <dgm:spPr/>
      <dgm:t>
        <a:bodyPr/>
        <a:lstStyle/>
        <a:p>
          <a:endParaRPr lang="it-IT"/>
        </a:p>
      </dgm:t>
    </dgm:pt>
    <dgm:pt modelId="{066564E1-1F3F-4567-8C25-86D433296B41}">
      <dgm:prSet phldrT="[Testo]" phldr="0" custT="1"/>
      <dgm:spPr/>
      <dgm:t>
        <a:bodyPr/>
        <a:lstStyle/>
        <a:p>
          <a:pPr algn="l"/>
          <a:r>
            <a:rPr lang="it-IT" sz="1500"/>
            <a:t> </a:t>
          </a:r>
          <a:r>
            <a:rPr lang="it-IT" sz="1400"/>
            <a:t>Un ampio indice che include sia il settore automobilistico sia quello del lusso.</a:t>
          </a:r>
        </a:p>
      </dgm:t>
    </dgm:pt>
    <dgm:pt modelId="{0CAFC76E-5CFD-467B-BFB1-95758A2EED71}" type="sibTrans" cxnId="{3F6B3316-7D3E-4AEA-ACFC-B28CECBD0530}">
      <dgm:prSet/>
      <dgm:spPr/>
      <dgm:t>
        <a:bodyPr/>
        <a:lstStyle/>
        <a:p>
          <a:endParaRPr lang="it-IT"/>
        </a:p>
      </dgm:t>
    </dgm:pt>
    <dgm:pt modelId="{2DE6FCC9-17E7-49B2-959B-80E1D454339E}" type="parTrans" cxnId="{3F6B3316-7D3E-4AEA-ACFC-B28CECBD0530}">
      <dgm:prSet/>
      <dgm:spPr/>
      <dgm:t>
        <a:bodyPr/>
        <a:lstStyle/>
        <a:p>
          <a:endParaRPr lang="it-IT"/>
        </a:p>
      </dgm:t>
    </dgm:pt>
    <dgm:pt modelId="{D43F96F6-3945-4021-B510-17BEEBC8C38B}">
      <dgm:prSet phldrT="[Testo]" phldr="0" custT="1"/>
      <dgm:spPr/>
      <dgm:t>
        <a:bodyPr/>
        <a:lstStyle/>
        <a:p>
          <a:pPr algn="l"/>
          <a:r>
            <a:rPr lang="it-IT" sz="1400"/>
            <a:t> Fornisce un punto di riferimento neutrale per dimostrare che le azioni Ferrari si comportano come un bene di lusso, non come un produttore di automobili.</a:t>
          </a:r>
        </a:p>
      </dgm:t>
    </dgm:pt>
    <dgm:pt modelId="{BF557EB4-514E-40C3-A78A-1AC367DD63DE}" type="sibTrans" cxnId="{67C3A501-C75E-4AC1-BC71-BF84C7F0CB1D}">
      <dgm:prSet/>
      <dgm:spPr/>
      <dgm:t>
        <a:bodyPr/>
        <a:lstStyle/>
        <a:p>
          <a:endParaRPr lang="it-IT"/>
        </a:p>
      </dgm:t>
    </dgm:pt>
    <dgm:pt modelId="{AB134D30-16EF-4228-B402-53CE97360536}" type="parTrans" cxnId="{67C3A501-C75E-4AC1-BC71-BF84C7F0CB1D}">
      <dgm:prSet/>
      <dgm:spPr/>
      <dgm:t>
        <a:bodyPr/>
        <a:lstStyle/>
        <a:p>
          <a:endParaRPr lang="it-IT"/>
        </a:p>
      </dgm:t>
    </dgm:pt>
    <dgm:pt modelId="{3EEDF3ED-D2BC-4270-93E9-12F74E73CB98}">
      <dgm:prSet phldrT="[Testo]" phldr="0" custT="1"/>
      <dgm:spPr>
        <a:solidFill>
          <a:schemeClr val="accent1">
            <a:lumMod val="20000"/>
            <a:lumOff val="80000"/>
          </a:schemeClr>
        </a:solidFill>
      </dgm:spPr>
      <dgm:t>
        <a:bodyPr/>
        <a:lstStyle/>
        <a:p>
          <a:r>
            <a:rPr lang="it-IT" sz="2400"/>
            <a:t>AUTOMOTIVE</a:t>
          </a:r>
          <a:endParaRPr lang="it-IT" sz="2700"/>
        </a:p>
      </dgm:t>
    </dgm:pt>
    <dgm:pt modelId="{42ADF7B6-5671-457D-95B6-5D768396CA4B}" type="sibTrans" cxnId="{D7FFCD82-59AB-49B6-BCEE-D9770F388E2B}">
      <dgm:prSet/>
      <dgm:spPr/>
      <dgm:t>
        <a:bodyPr/>
        <a:lstStyle/>
        <a:p>
          <a:endParaRPr lang="it-IT"/>
        </a:p>
      </dgm:t>
    </dgm:pt>
    <dgm:pt modelId="{A3FE3140-43D3-4B81-B6D4-7DE5A2336965}" type="parTrans" cxnId="{D7FFCD82-59AB-49B6-BCEE-D9770F388E2B}">
      <dgm:prSet/>
      <dgm:spPr/>
      <dgm:t>
        <a:bodyPr/>
        <a:lstStyle/>
        <a:p>
          <a:endParaRPr lang="it-IT"/>
        </a:p>
      </dgm:t>
    </dgm:pt>
    <dgm:pt modelId="{07D671D7-7371-4C32-9E85-AAB5D180D3E6}">
      <dgm:prSet phldrT="[Testo]" phldr="0" custT="1"/>
      <dgm:spPr/>
      <dgm:t>
        <a:bodyPr/>
        <a:lstStyle/>
        <a:p>
          <a:pPr algn="l"/>
          <a:r>
            <a:rPr lang="it-IT" sz="1400"/>
            <a:t>Unico competitor automobilistico con margini comparabili.</a:t>
          </a:r>
        </a:p>
      </dgm:t>
    </dgm:pt>
    <dgm:pt modelId="{1A6799D6-828D-40A3-BAD9-B0B3A77E21AC}" type="sibTrans" cxnId="{AD30EB29-1605-4A33-BDAC-E082F2B36E20}">
      <dgm:prSet/>
      <dgm:spPr/>
      <dgm:t>
        <a:bodyPr/>
        <a:lstStyle/>
        <a:p>
          <a:endParaRPr lang="it-IT"/>
        </a:p>
      </dgm:t>
    </dgm:pt>
    <dgm:pt modelId="{8BCAC660-B1FA-485B-AFCC-EE6A090334A4}" type="parTrans" cxnId="{AD30EB29-1605-4A33-BDAC-E082F2B36E20}">
      <dgm:prSet/>
      <dgm:spPr/>
      <dgm:t>
        <a:bodyPr/>
        <a:lstStyle/>
        <a:p>
          <a:endParaRPr lang="it-IT"/>
        </a:p>
      </dgm:t>
    </dgm:pt>
    <dgm:pt modelId="{7FE977E1-DA9B-4677-87EC-86C3BAFA68B9}">
      <dgm:prSet phldrT="[Testo]" phldr="0" custT="1"/>
      <dgm:spPr/>
      <dgm:t>
        <a:bodyPr/>
        <a:lstStyle/>
        <a:p>
          <a:pPr algn="l"/>
          <a:r>
            <a:rPr lang="it-IT" sz="1400"/>
            <a:t> Esclude deliberatamente i produttori di automobili di massa a basso margine.</a:t>
          </a:r>
        </a:p>
      </dgm:t>
    </dgm:pt>
    <dgm:pt modelId="{6ACEBAA7-C917-43CD-9574-532426773C29}" type="sibTrans" cxnId="{8D7173CB-BC4F-41B0-B7EB-92173141E3F7}">
      <dgm:prSet/>
      <dgm:spPr/>
      <dgm:t>
        <a:bodyPr/>
        <a:lstStyle/>
        <a:p>
          <a:endParaRPr lang="it-IT"/>
        </a:p>
      </dgm:t>
    </dgm:pt>
    <dgm:pt modelId="{02FC9564-862A-4764-B6E4-62A4AE0E3A73}" type="parTrans" cxnId="{8D7173CB-BC4F-41B0-B7EB-92173141E3F7}">
      <dgm:prSet/>
      <dgm:spPr/>
      <dgm:t>
        <a:bodyPr/>
        <a:lstStyle/>
        <a:p>
          <a:endParaRPr lang="it-IT"/>
        </a:p>
      </dgm:t>
    </dgm:pt>
    <dgm:pt modelId="{BA80AC2C-F133-4E57-8887-B9D48D719D6D}" type="pres">
      <dgm:prSet presAssocID="{2BA565E1-9554-46D0-B579-580EA74AA9E2}" presName="linearFlow" presStyleCnt="0">
        <dgm:presLayoutVars>
          <dgm:dir/>
          <dgm:animLvl val="lvl"/>
          <dgm:resizeHandles/>
        </dgm:presLayoutVars>
      </dgm:prSet>
      <dgm:spPr/>
    </dgm:pt>
    <dgm:pt modelId="{E4EFF6DD-0544-470F-AB51-F62EEBF58B7D}" type="pres">
      <dgm:prSet presAssocID="{3EEDF3ED-D2BC-4270-93E9-12F74E73CB98}" presName="compositeNode" presStyleCnt="0">
        <dgm:presLayoutVars>
          <dgm:bulletEnabled val="1"/>
        </dgm:presLayoutVars>
      </dgm:prSet>
      <dgm:spPr/>
    </dgm:pt>
    <dgm:pt modelId="{323E1B97-6A07-4198-9F44-F4876EC476DB}" type="pres">
      <dgm:prSet presAssocID="{3EEDF3ED-D2BC-4270-93E9-12F74E73CB98}" presName="image" presStyleLbl="fgImgPlace1" presStyleIdx="0" presStyleCnt="3"/>
      <dgm:spPr>
        <a:blipFill>
          <a:blip xmlns:r="http://schemas.openxmlformats.org/officeDocument/2006/relationships" r:embed="rId1"/>
          <a:srcRect/>
          <a:stretch>
            <a:fillRect t="-22000" b="-22000"/>
          </a:stretch>
        </a:blipFill>
      </dgm:spPr>
    </dgm:pt>
    <dgm:pt modelId="{B3932540-298D-47A0-BB41-2230DE30340C}" type="pres">
      <dgm:prSet presAssocID="{3EEDF3ED-D2BC-4270-93E9-12F74E73CB98}" presName="childNode" presStyleLbl="node1" presStyleIdx="0" presStyleCnt="3">
        <dgm:presLayoutVars>
          <dgm:bulletEnabled val="1"/>
        </dgm:presLayoutVars>
      </dgm:prSet>
      <dgm:spPr/>
    </dgm:pt>
    <dgm:pt modelId="{922D48D7-06F7-425B-A37C-B41424CB0D6A}" type="pres">
      <dgm:prSet presAssocID="{3EEDF3ED-D2BC-4270-93E9-12F74E73CB98}" presName="parentNode" presStyleLbl="revTx" presStyleIdx="0" presStyleCnt="3">
        <dgm:presLayoutVars>
          <dgm:chMax val="0"/>
          <dgm:bulletEnabled val="1"/>
        </dgm:presLayoutVars>
      </dgm:prSet>
      <dgm:spPr/>
    </dgm:pt>
    <dgm:pt modelId="{6B889F6F-4744-40F6-9D1E-EA94DEB3E680}" type="pres">
      <dgm:prSet presAssocID="{42ADF7B6-5671-457D-95B6-5D768396CA4B}" presName="sibTrans" presStyleCnt="0"/>
      <dgm:spPr/>
    </dgm:pt>
    <dgm:pt modelId="{8DCC729B-2CF4-4355-874E-3ABA801A8ADC}" type="pres">
      <dgm:prSet presAssocID="{2AC3CD98-9991-41EE-9262-AE4F4A16D841}" presName="compositeNode" presStyleCnt="0">
        <dgm:presLayoutVars>
          <dgm:bulletEnabled val="1"/>
        </dgm:presLayoutVars>
      </dgm:prSet>
      <dgm:spPr/>
    </dgm:pt>
    <dgm:pt modelId="{F2EABDE4-66C5-4970-BD34-97250470421A}" type="pres">
      <dgm:prSet presAssocID="{2AC3CD98-9991-41EE-9262-AE4F4A16D841}" presName="image" presStyleLbl="fgImgPlace1" presStyleIdx="1" presStyleCnt="3" custScaleY="100031"/>
      <dgm:spPr>
        <a:blipFill rotWithShape="1">
          <a:blip xmlns:r="http://schemas.openxmlformats.org/officeDocument/2006/relationships" r:embed="rId2"/>
          <a:srcRect/>
          <a:stretch>
            <a:fillRect l="-7000" r="-7000"/>
          </a:stretch>
        </a:blipFill>
      </dgm:spPr>
    </dgm:pt>
    <dgm:pt modelId="{2E73312A-AC52-4A4F-A8DE-75E28F0091EA}" type="pres">
      <dgm:prSet presAssocID="{2AC3CD98-9991-41EE-9262-AE4F4A16D841}" presName="childNode" presStyleLbl="node1" presStyleIdx="1" presStyleCnt="3">
        <dgm:presLayoutVars>
          <dgm:bulletEnabled val="1"/>
        </dgm:presLayoutVars>
      </dgm:prSet>
      <dgm:spPr/>
    </dgm:pt>
    <dgm:pt modelId="{2D7695BC-4D5D-4E89-AB80-98E33BAC1BF7}" type="pres">
      <dgm:prSet presAssocID="{2AC3CD98-9991-41EE-9262-AE4F4A16D841}" presName="parentNode" presStyleLbl="revTx" presStyleIdx="1" presStyleCnt="3">
        <dgm:presLayoutVars>
          <dgm:chMax val="0"/>
          <dgm:bulletEnabled val="1"/>
        </dgm:presLayoutVars>
      </dgm:prSet>
      <dgm:spPr/>
    </dgm:pt>
    <dgm:pt modelId="{FF99BFBC-3A53-404B-BB8B-215D8A23BDE4}" type="pres">
      <dgm:prSet presAssocID="{7D997957-1968-4625-ABC1-91C5BC948F31}" presName="sibTrans" presStyleCnt="0"/>
      <dgm:spPr/>
    </dgm:pt>
    <dgm:pt modelId="{21816AC1-65D3-42BD-A19B-EA1B12D93AAF}" type="pres">
      <dgm:prSet presAssocID="{5AAAF255-71DE-494F-86E6-E7463AA87609}" presName="compositeNode" presStyleCnt="0">
        <dgm:presLayoutVars>
          <dgm:bulletEnabled val="1"/>
        </dgm:presLayoutVars>
      </dgm:prSet>
      <dgm:spPr/>
    </dgm:pt>
    <dgm:pt modelId="{E292716B-003B-4C09-856E-2D288B03384D}" type="pres">
      <dgm:prSet presAssocID="{5AAAF255-71DE-494F-86E6-E7463AA87609}" presName="image" presStyleLbl="fgImgPlace1" presStyleIdx="2" presStyleCnt="3"/>
      <dgm:spPr>
        <a:blipFill rotWithShape="1">
          <a:blip xmlns:r="http://schemas.openxmlformats.org/officeDocument/2006/relationships" r:embed="rId3"/>
          <a:srcRect/>
          <a:stretch>
            <a:fillRect l="-6000" r="-6000"/>
          </a:stretch>
        </a:blipFill>
      </dgm:spPr>
    </dgm:pt>
    <dgm:pt modelId="{035AB2AF-FA5F-4A42-82AC-78E2A693DB43}" type="pres">
      <dgm:prSet presAssocID="{5AAAF255-71DE-494F-86E6-E7463AA87609}" presName="childNode" presStyleLbl="node1" presStyleIdx="2" presStyleCnt="3">
        <dgm:presLayoutVars>
          <dgm:bulletEnabled val="1"/>
        </dgm:presLayoutVars>
      </dgm:prSet>
      <dgm:spPr/>
    </dgm:pt>
    <dgm:pt modelId="{8E84827B-CA9C-44C9-9B56-118D89D968B3}" type="pres">
      <dgm:prSet presAssocID="{5AAAF255-71DE-494F-86E6-E7463AA87609}" presName="parentNode" presStyleLbl="revTx" presStyleIdx="2" presStyleCnt="3">
        <dgm:presLayoutVars>
          <dgm:chMax val="0"/>
          <dgm:bulletEnabled val="1"/>
        </dgm:presLayoutVars>
      </dgm:prSet>
      <dgm:spPr/>
    </dgm:pt>
  </dgm:ptLst>
  <dgm:cxnLst>
    <dgm:cxn modelId="{D38EA800-0452-4AAF-8827-AB76EFCCF432}" srcId="{2BA565E1-9554-46D0-B579-580EA74AA9E2}" destId="{5AAAF255-71DE-494F-86E6-E7463AA87609}" srcOrd="2" destOrd="0" parTransId="{EE9EFF34-8FB0-4634-BE62-C80770095BD8}" sibTransId="{BCDFF792-F47A-479E-96E4-A6FEB97E3DA3}"/>
    <dgm:cxn modelId="{67C3A501-C75E-4AC1-BC71-BF84C7F0CB1D}" srcId="{5AAAF255-71DE-494F-86E6-E7463AA87609}" destId="{D43F96F6-3945-4021-B510-17BEEBC8C38B}" srcOrd="1" destOrd="0" parTransId="{AB134D30-16EF-4228-B402-53CE97360536}" sibTransId="{BF557EB4-514E-40C3-A78A-1AC367DD63DE}"/>
    <dgm:cxn modelId="{A6B1D70E-86D7-49E8-B67D-0782A464F48F}" type="presOf" srcId="{066564E1-1F3F-4567-8C25-86D433296B41}" destId="{035AB2AF-FA5F-4A42-82AC-78E2A693DB43}" srcOrd="0" destOrd="0" presId="urn:microsoft.com/office/officeart/2005/8/layout/hList2"/>
    <dgm:cxn modelId="{3F6B3316-7D3E-4AEA-ACFC-B28CECBD0530}" srcId="{5AAAF255-71DE-494F-86E6-E7463AA87609}" destId="{066564E1-1F3F-4567-8C25-86D433296B41}" srcOrd="0" destOrd="0" parTransId="{2DE6FCC9-17E7-49B2-959B-80E1D454339E}" sibTransId="{0CAFC76E-5CFD-467B-BFB1-95758A2EED71}"/>
    <dgm:cxn modelId="{AD30EB29-1605-4A33-BDAC-E082F2B36E20}" srcId="{3EEDF3ED-D2BC-4270-93E9-12F74E73CB98}" destId="{07D671D7-7371-4C32-9E85-AAB5D180D3E6}" srcOrd="0" destOrd="0" parTransId="{8BCAC660-B1FA-485B-AFCC-EE6A090334A4}" sibTransId="{1A6799D6-828D-40A3-BAD9-B0B3A77E21AC}"/>
    <dgm:cxn modelId="{E50DC33A-0B57-4760-9A0B-B8FF03A7AA26}" type="presOf" srcId="{2AC3CD98-9991-41EE-9262-AE4F4A16D841}" destId="{2D7695BC-4D5D-4E89-AB80-98E33BAC1BF7}" srcOrd="0" destOrd="0" presId="urn:microsoft.com/office/officeart/2005/8/layout/hList2"/>
    <dgm:cxn modelId="{308AFE7F-D81E-4709-80EC-1879E6EBA383}" type="presOf" srcId="{7FE977E1-DA9B-4677-87EC-86C3BAFA68B9}" destId="{B3932540-298D-47A0-BB41-2230DE30340C}" srcOrd="0" destOrd="1" presId="urn:microsoft.com/office/officeart/2005/8/layout/hList2"/>
    <dgm:cxn modelId="{D7FFCD82-59AB-49B6-BCEE-D9770F388E2B}" srcId="{2BA565E1-9554-46D0-B579-580EA74AA9E2}" destId="{3EEDF3ED-D2BC-4270-93E9-12F74E73CB98}" srcOrd="0" destOrd="0" parTransId="{A3FE3140-43D3-4B81-B6D4-7DE5A2336965}" sibTransId="{42ADF7B6-5671-457D-95B6-5D768396CA4B}"/>
    <dgm:cxn modelId="{A7230388-964C-44F7-97F3-AB97E79D50E2}" srcId="{2AC3CD98-9991-41EE-9262-AE4F4A16D841}" destId="{7EC4F0D8-36F2-4C83-B4AE-CFB0234E898B}" srcOrd="0" destOrd="0" parTransId="{1C3C3C2C-0EE1-486C-8B19-7E5926BB9F7A}" sibTransId="{D34CB07D-E2BA-499B-8D07-B0699BAEEC83}"/>
    <dgm:cxn modelId="{DD246F8D-5AAF-4BD5-A294-B0FD0E35F90E}" type="presOf" srcId="{2BA565E1-9554-46D0-B579-580EA74AA9E2}" destId="{BA80AC2C-F133-4E57-8887-B9D48D719D6D}" srcOrd="0" destOrd="0" presId="urn:microsoft.com/office/officeart/2005/8/layout/hList2"/>
    <dgm:cxn modelId="{8A17E996-FD0E-483B-B552-FE6E01775BB0}" srcId="{2BA565E1-9554-46D0-B579-580EA74AA9E2}" destId="{2AC3CD98-9991-41EE-9262-AE4F4A16D841}" srcOrd="1" destOrd="0" parTransId="{91646EE9-5336-459A-B9DB-A63F04D6DB9C}" sibTransId="{7D997957-1968-4625-ABC1-91C5BC948F31}"/>
    <dgm:cxn modelId="{0C357A9A-B9E8-4396-880F-69DD9AB84D8B}" type="presOf" srcId="{7EC4F0D8-36F2-4C83-B4AE-CFB0234E898B}" destId="{2E73312A-AC52-4A4F-A8DE-75E28F0091EA}" srcOrd="0" destOrd="0" presId="urn:microsoft.com/office/officeart/2005/8/layout/hList2"/>
    <dgm:cxn modelId="{1BEDCAAB-4B8A-42AF-90F8-C65D11D4E323}" type="presOf" srcId="{07D671D7-7371-4C32-9E85-AAB5D180D3E6}" destId="{B3932540-298D-47A0-BB41-2230DE30340C}" srcOrd="0" destOrd="0" presId="urn:microsoft.com/office/officeart/2005/8/layout/hList2"/>
    <dgm:cxn modelId="{DF10ADAF-3743-4FC3-B21E-339E65578FB0}" type="presOf" srcId="{7EDBB830-4619-491A-863C-0525ED6AB427}" destId="{2E73312A-AC52-4A4F-A8DE-75E28F0091EA}" srcOrd="0" destOrd="1" presId="urn:microsoft.com/office/officeart/2005/8/layout/hList2"/>
    <dgm:cxn modelId="{B7C0A0B6-5995-4F06-B6F0-760B2145A736}" type="presOf" srcId="{D43F96F6-3945-4021-B510-17BEEBC8C38B}" destId="{035AB2AF-FA5F-4A42-82AC-78E2A693DB43}" srcOrd="0" destOrd="1" presId="urn:microsoft.com/office/officeart/2005/8/layout/hList2"/>
    <dgm:cxn modelId="{3E74C6C4-5AFD-41A6-A60D-8512437CAEA9}" srcId="{2AC3CD98-9991-41EE-9262-AE4F4A16D841}" destId="{7EDBB830-4619-491A-863C-0525ED6AB427}" srcOrd="1" destOrd="0" parTransId="{0A3AF7CF-2054-43BA-B6F8-8B73AEB99A17}" sibTransId="{DB7CCC3A-F2AE-48A8-BBE0-7F9F88A7492E}"/>
    <dgm:cxn modelId="{8D7173CB-BC4F-41B0-B7EB-92173141E3F7}" srcId="{3EEDF3ED-D2BC-4270-93E9-12F74E73CB98}" destId="{7FE977E1-DA9B-4677-87EC-86C3BAFA68B9}" srcOrd="1" destOrd="0" parTransId="{02FC9564-862A-4764-B6E4-62A4AE0E3A73}" sibTransId="{6ACEBAA7-C917-43CD-9574-532426773C29}"/>
    <dgm:cxn modelId="{066C8DDB-742A-4B11-86DF-B4DF8FCB0EE5}" type="presOf" srcId="{5AAAF255-71DE-494F-86E6-E7463AA87609}" destId="{8E84827B-CA9C-44C9-9B56-118D89D968B3}" srcOrd="0" destOrd="0" presId="urn:microsoft.com/office/officeart/2005/8/layout/hList2"/>
    <dgm:cxn modelId="{661662EA-11D3-4FAD-A7BC-2727ABC2B732}" type="presOf" srcId="{3EEDF3ED-D2BC-4270-93E9-12F74E73CB98}" destId="{922D48D7-06F7-425B-A37C-B41424CB0D6A}" srcOrd="0" destOrd="0" presId="urn:microsoft.com/office/officeart/2005/8/layout/hList2"/>
    <dgm:cxn modelId="{B5EE03CF-4A7D-47B1-ADF9-0D503C13879B}" type="presParOf" srcId="{BA80AC2C-F133-4E57-8887-B9D48D719D6D}" destId="{E4EFF6DD-0544-470F-AB51-F62EEBF58B7D}" srcOrd="0" destOrd="0" presId="urn:microsoft.com/office/officeart/2005/8/layout/hList2"/>
    <dgm:cxn modelId="{886213BB-4DC3-4134-9052-131F72A6D8B7}" type="presParOf" srcId="{E4EFF6DD-0544-470F-AB51-F62EEBF58B7D}" destId="{323E1B97-6A07-4198-9F44-F4876EC476DB}" srcOrd="0" destOrd="0" presId="urn:microsoft.com/office/officeart/2005/8/layout/hList2"/>
    <dgm:cxn modelId="{48C4A457-3613-49D3-88F5-DC5F4C557D06}" type="presParOf" srcId="{E4EFF6DD-0544-470F-AB51-F62EEBF58B7D}" destId="{B3932540-298D-47A0-BB41-2230DE30340C}" srcOrd="1" destOrd="0" presId="urn:microsoft.com/office/officeart/2005/8/layout/hList2"/>
    <dgm:cxn modelId="{7937FF03-6B42-4054-8562-67276C94E232}" type="presParOf" srcId="{E4EFF6DD-0544-470F-AB51-F62EEBF58B7D}" destId="{922D48D7-06F7-425B-A37C-B41424CB0D6A}" srcOrd="2" destOrd="0" presId="urn:microsoft.com/office/officeart/2005/8/layout/hList2"/>
    <dgm:cxn modelId="{08F6ABFB-9A6C-44AD-B837-851B2A60BDC0}" type="presParOf" srcId="{BA80AC2C-F133-4E57-8887-B9D48D719D6D}" destId="{6B889F6F-4744-40F6-9D1E-EA94DEB3E680}" srcOrd="1" destOrd="0" presId="urn:microsoft.com/office/officeart/2005/8/layout/hList2"/>
    <dgm:cxn modelId="{1D6AC147-B75A-43A2-8CB9-E72A12532622}" type="presParOf" srcId="{BA80AC2C-F133-4E57-8887-B9D48D719D6D}" destId="{8DCC729B-2CF4-4355-874E-3ABA801A8ADC}" srcOrd="2" destOrd="0" presId="urn:microsoft.com/office/officeart/2005/8/layout/hList2"/>
    <dgm:cxn modelId="{D59C73FC-6EED-4D9F-905A-A054890DC807}" type="presParOf" srcId="{8DCC729B-2CF4-4355-874E-3ABA801A8ADC}" destId="{F2EABDE4-66C5-4970-BD34-97250470421A}" srcOrd="0" destOrd="0" presId="urn:microsoft.com/office/officeart/2005/8/layout/hList2"/>
    <dgm:cxn modelId="{BDECE0FB-D318-487C-A779-701B6973048B}" type="presParOf" srcId="{8DCC729B-2CF4-4355-874E-3ABA801A8ADC}" destId="{2E73312A-AC52-4A4F-A8DE-75E28F0091EA}" srcOrd="1" destOrd="0" presId="urn:microsoft.com/office/officeart/2005/8/layout/hList2"/>
    <dgm:cxn modelId="{020160B2-503D-4442-AAF4-AD202939FF99}" type="presParOf" srcId="{8DCC729B-2CF4-4355-874E-3ABA801A8ADC}" destId="{2D7695BC-4D5D-4E89-AB80-98E33BAC1BF7}" srcOrd="2" destOrd="0" presId="urn:microsoft.com/office/officeart/2005/8/layout/hList2"/>
    <dgm:cxn modelId="{67BEF3D0-E58C-42F5-976C-DA426AC3B771}" type="presParOf" srcId="{BA80AC2C-F133-4E57-8887-B9D48D719D6D}" destId="{FF99BFBC-3A53-404B-BB8B-215D8A23BDE4}" srcOrd="3" destOrd="0" presId="urn:microsoft.com/office/officeart/2005/8/layout/hList2"/>
    <dgm:cxn modelId="{3E5B3414-5B1B-466B-89A8-657E75442EA3}" type="presParOf" srcId="{BA80AC2C-F133-4E57-8887-B9D48D719D6D}" destId="{21816AC1-65D3-42BD-A19B-EA1B12D93AAF}" srcOrd="4" destOrd="0" presId="urn:microsoft.com/office/officeart/2005/8/layout/hList2"/>
    <dgm:cxn modelId="{5670778E-166E-482B-9417-D34D316D1F14}" type="presParOf" srcId="{21816AC1-65D3-42BD-A19B-EA1B12D93AAF}" destId="{E292716B-003B-4C09-856E-2D288B03384D}" srcOrd="0" destOrd="0" presId="urn:microsoft.com/office/officeart/2005/8/layout/hList2"/>
    <dgm:cxn modelId="{17B714CC-DAD4-49BA-A9C7-C0CE29886746}" type="presParOf" srcId="{21816AC1-65D3-42BD-A19B-EA1B12D93AAF}" destId="{035AB2AF-FA5F-4A42-82AC-78E2A693DB43}" srcOrd="1" destOrd="0" presId="urn:microsoft.com/office/officeart/2005/8/layout/hList2"/>
    <dgm:cxn modelId="{E5D36709-BF9B-41BC-89A9-A0F48DAE9BF4}" type="presParOf" srcId="{21816AC1-65D3-42BD-A19B-EA1B12D93AAF}" destId="{8E84827B-CA9C-44C9-9B56-118D89D968B3}" srcOrd="2" destOrd="0" presId="urn:microsoft.com/office/officeart/2005/8/layout/h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D8A48E8-6D0E-47F0-BFC4-FE402C48B352}" type="doc">
      <dgm:prSet loTypeId="urn:microsoft.com/office/officeart/2005/8/layout/default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7F3E780F-E2BA-4CF6-BDBD-93D76310CD2B}">
      <dgm:prSet custT="1"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dgm:style>
      </dgm:prSet>
      <dgm:spPr>
        <a:solidFill>
          <a:schemeClr val="accent1">
            <a:lumMod val="75000"/>
            <a:alpha val="50000"/>
          </a:schemeClr>
        </a:solidFill>
        <a:ln>
          <a:noFill/>
        </a:ln>
      </dgm:spPr>
      <dgm:t>
        <a:bodyPr/>
        <a:lstStyle/>
        <a:p>
          <a:pPr algn="ctr"/>
          <a:r>
            <a:rPr lang="it-IT" sz="2000" b="1" i="0" baseline="0">
              <a:solidFill>
                <a:schemeClr val="bg1">
                  <a:lumMod val="85000"/>
                </a:schemeClr>
              </a:solidFill>
            </a:rPr>
            <a:t>Media dei rendimenti positiva 0,10 %</a:t>
          </a:r>
          <a:r>
            <a:rPr lang="it-IT" sz="2000" b="0" i="0" baseline="0">
              <a:solidFill>
                <a:schemeClr val="bg1">
                  <a:lumMod val="85000"/>
                </a:schemeClr>
              </a:solidFill>
            </a:rPr>
            <a:t> </a:t>
          </a:r>
        </a:p>
        <a:p>
          <a:pPr algn="ctr"/>
          <a:endParaRPr lang="it-IT" sz="600" b="0" i="0" baseline="0">
            <a:solidFill>
              <a:schemeClr val="bg1">
                <a:lumMod val="85000"/>
              </a:schemeClr>
            </a:solidFill>
          </a:endParaRPr>
        </a:p>
        <a:p>
          <a:pPr algn="ctr"/>
          <a:r>
            <a:rPr lang="it-IT" sz="1600" b="0" i="0" baseline="0">
              <a:solidFill>
                <a:schemeClr val="bg1">
                  <a:lumMod val="85000"/>
                </a:schemeClr>
              </a:solidFill>
            </a:rPr>
            <a:t>Il titolo mostra una </a:t>
          </a:r>
          <a:r>
            <a:rPr lang="it-IT" sz="1600" b="1" i="0" baseline="0">
              <a:solidFill>
                <a:schemeClr val="bg1">
                  <a:lumMod val="85000"/>
                </a:schemeClr>
              </a:solidFill>
            </a:rPr>
            <a:t>crescita costante</a:t>
          </a:r>
          <a:r>
            <a:rPr lang="it-IT" sz="1600" b="0" i="0" baseline="0">
              <a:solidFill>
                <a:schemeClr val="bg1">
                  <a:lumMod val="85000"/>
                </a:schemeClr>
              </a:solidFill>
            </a:rPr>
            <a:t> nel periodo analizzato.</a:t>
          </a:r>
          <a:endParaRPr lang="en-US" sz="1600">
            <a:solidFill>
              <a:schemeClr val="bg1">
                <a:lumMod val="85000"/>
              </a:schemeClr>
            </a:solidFill>
          </a:endParaRPr>
        </a:p>
      </dgm:t>
    </dgm:pt>
    <dgm:pt modelId="{FAA0EBC0-5B3B-45FB-BC18-6FDC387BC307}" type="parTrans" cxnId="{F5038F2C-890B-4E63-BF86-C982852BC3E1}">
      <dgm:prSet/>
      <dgm:spPr/>
      <dgm:t>
        <a:bodyPr/>
        <a:lstStyle/>
        <a:p>
          <a:pPr algn="just"/>
          <a:endParaRPr lang="en-US"/>
        </a:p>
      </dgm:t>
    </dgm:pt>
    <dgm:pt modelId="{90DE9986-02F4-4F4A-BE7B-2CFF74626196}" type="sibTrans" cxnId="{F5038F2C-890B-4E63-BF86-C982852BC3E1}">
      <dgm:prSet/>
      <dgm:spPr/>
      <dgm:t>
        <a:bodyPr/>
        <a:lstStyle/>
        <a:p>
          <a:pPr algn="just"/>
          <a:endParaRPr lang="en-US"/>
        </a:p>
      </dgm:t>
    </dgm:pt>
    <dgm:pt modelId="{4C78AFA7-8772-440A-8750-FB18B9EAE36C}">
      <dgm:prSet custT="1"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dgm:style>
      </dgm:prSet>
      <dgm:spPr>
        <a:solidFill>
          <a:schemeClr val="accent1">
            <a:alpha val="50000"/>
          </a:schemeClr>
        </a:solidFill>
        <a:ln>
          <a:noFill/>
        </a:ln>
      </dgm:spPr>
      <dgm:t>
        <a:bodyPr lIns="72000"/>
        <a:lstStyle/>
        <a:p>
          <a:pPr algn="ctr"/>
          <a:r>
            <a:rPr lang="it-IT" sz="2000" b="1" i="0" baseline="0">
              <a:solidFill>
                <a:schemeClr val="bg1">
                  <a:lumMod val="85000"/>
                </a:schemeClr>
              </a:solidFill>
            </a:rPr>
            <a:t>Deviazione standard  1,69%</a:t>
          </a:r>
        </a:p>
        <a:p>
          <a:pPr algn="ctr"/>
          <a:endParaRPr lang="it-IT" sz="100" b="1" i="0" baseline="0">
            <a:solidFill>
              <a:schemeClr val="bg1">
                <a:lumMod val="85000"/>
              </a:schemeClr>
            </a:solidFill>
          </a:endParaRPr>
        </a:p>
        <a:p>
          <a:pPr algn="ctr"/>
          <a:r>
            <a:rPr lang="it-IT" sz="1600" b="0" i="0" baseline="0">
              <a:solidFill>
                <a:schemeClr val="bg1">
                  <a:lumMod val="85000"/>
                </a:schemeClr>
              </a:solidFill>
            </a:rPr>
            <a:t>Ferrari presenta una </a:t>
          </a:r>
          <a:r>
            <a:rPr lang="it-IT" sz="1600" b="1" i="0" baseline="0">
              <a:solidFill>
                <a:schemeClr val="bg1">
                  <a:lumMod val="85000"/>
                </a:schemeClr>
              </a:solidFill>
            </a:rPr>
            <a:t>variabilità significativa</a:t>
          </a:r>
          <a:r>
            <a:rPr lang="it-IT" sz="1600" b="0" i="0" baseline="0">
              <a:solidFill>
                <a:schemeClr val="bg1">
                  <a:lumMod val="85000"/>
                </a:schemeClr>
              </a:solidFill>
            </a:rPr>
            <a:t> nel breve termine; i prezzi sono "nervosi" e oscillano mediamente di circa l'1,7% ogni giorno.</a:t>
          </a:r>
          <a:endParaRPr lang="en-US" sz="1600">
            <a:solidFill>
              <a:schemeClr val="bg1">
                <a:lumMod val="85000"/>
              </a:schemeClr>
            </a:solidFill>
          </a:endParaRPr>
        </a:p>
      </dgm:t>
    </dgm:pt>
    <dgm:pt modelId="{EEF75B12-B679-40C8-997E-B9E8DB7BB4FB}" type="parTrans" cxnId="{F0E0AAFE-B6D7-439C-A63F-F91DCA66B552}">
      <dgm:prSet/>
      <dgm:spPr/>
      <dgm:t>
        <a:bodyPr/>
        <a:lstStyle/>
        <a:p>
          <a:pPr algn="just"/>
          <a:endParaRPr lang="en-US"/>
        </a:p>
      </dgm:t>
    </dgm:pt>
    <dgm:pt modelId="{67BEDE34-3FA1-4910-924A-883C18A673B9}" type="sibTrans" cxnId="{F0E0AAFE-B6D7-439C-A63F-F91DCA66B552}">
      <dgm:prSet/>
      <dgm:spPr/>
      <dgm:t>
        <a:bodyPr/>
        <a:lstStyle/>
        <a:p>
          <a:pPr algn="just"/>
          <a:endParaRPr lang="en-US"/>
        </a:p>
      </dgm:t>
    </dgm:pt>
    <dgm:pt modelId="{4E14CA9D-B0E8-4115-BA2D-F3C794968854}">
      <dgm:prSet custT="1"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dgm:style>
      </dgm:prSet>
      <dgm:spPr>
        <a:solidFill>
          <a:schemeClr val="accent1">
            <a:lumMod val="75000"/>
            <a:alpha val="50000"/>
          </a:schemeClr>
        </a:solidFill>
        <a:ln>
          <a:noFill/>
        </a:ln>
      </dgm:spPr>
      <dgm:t>
        <a:bodyPr/>
        <a:lstStyle/>
        <a:p>
          <a:pPr algn="ctr"/>
          <a:r>
            <a:rPr lang="it-IT" sz="2000" b="1" i="0" baseline="0">
              <a:solidFill>
                <a:schemeClr val="bg1">
                  <a:lumMod val="85000"/>
                </a:schemeClr>
              </a:solidFill>
            </a:rPr>
            <a:t>Asimmetria -0,00062</a:t>
          </a:r>
          <a:r>
            <a:rPr lang="it-IT" sz="2000" b="0" i="0" baseline="0">
              <a:solidFill>
                <a:schemeClr val="bg1">
                  <a:lumMod val="85000"/>
                </a:schemeClr>
              </a:solidFill>
            </a:rPr>
            <a:t>  </a:t>
          </a:r>
        </a:p>
        <a:p>
          <a:pPr algn="ctr"/>
          <a:endParaRPr lang="it-IT" sz="100" b="0" i="0" baseline="0">
            <a:solidFill>
              <a:schemeClr val="bg1">
                <a:lumMod val="85000"/>
              </a:schemeClr>
            </a:solidFill>
          </a:endParaRPr>
        </a:p>
        <a:p>
          <a:pPr algn="ctr"/>
          <a:r>
            <a:rPr lang="it-IT" sz="1600" b="0" i="0" baseline="0">
              <a:solidFill>
                <a:schemeClr val="bg1">
                  <a:lumMod val="85000"/>
                </a:schemeClr>
              </a:solidFill>
            </a:rPr>
            <a:t>La distribuzione dei rendimenti è </a:t>
          </a:r>
          <a:r>
            <a:rPr lang="it-IT" sz="1600" b="1" i="0" baseline="0">
              <a:solidFill>
                <a:schemeClr val="bg1">
                  <a:lumMod val="85000"/>
                </a:schemeClr>
              </a:solidFill>
            </a:rPr>
            <a:t>quasi perfetta</a:t>
          </a:r>
          <a:r>
            <a:rPr lang="it-IT" sz="1600" b="0" i="0" baseline="0">
              <a:solidFill>
                <a:schemeClr val="bg1">
                  <a:lumMod val="85000"/>
                </a:schemeClr>
              </a:solidFill>
            </a:rPr>
            <a:t>, con una lievissima tendenza a registrare piccole perdite frequenti rispetto ai guadagni.</a:t>
          </a:r>
          <a:endParaRPr lang="en-US" sz="1600">
            <a:solidFill>
              <a:schemeClr val="bg1">
                <a:lumMod val="85000"/>
              </a:schemeClr>
            </a:solidFill>
          </a:endParaRPr>
        </a:p>
      </dgm:t>
    </dgm:pt>
    <dgm:pt modelId="{EE3831DE-10DE-4C8F-86EB-AA1A86C6581C}" type="parTrans" cxnId="{33B55C56-6CE9-4EA8-B0E0-D9EEBA96CF68}">
      <dgm:prSet/>
      <dgm:spPr/>
      <dgm:t>
        <a:bodyPr/>
        <a:lstStyle/>
        <a:p>
          <a:pPr algn="just"/>
          <a:endParaRPr lang="en-US"/>
        </a:p>
      </dgm:t>
    </dgm:pt>
    <dgm:pt modelId="{57B74EAB-BE17-42AF-ACD6-E8617E784607}" type="sibTrans" cxnId="{33B55C56-6CE9-4EA8-B0E0-D9EEBA96CF68}">
      <dgm:prSet/>
      <dgm:spPr/>
      <dgm:t>
        <a:bodyPr/>
        <a:lstStyle/>
        <a:p>
          <a:pPr algn="just"/>
          <a:endParaRPr lang="en-US"/>
        </a:p>
      </dgm:t>
    </dgm:pt>
    <dgm:pt modelId="{1F695142-F92C-4C3E-A8CB-232B55726C1F}">
      <dgm:prSet custT="1"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dgm:style>
      </dgm:prSet>
      <dgm:spPr>
        <a:solidFill>
          <a:schemeClr val="accent1">
            <a:lumMod val="75000"/>
            <a:alpha val="50000"/>
          </a:schemeClr>
        </a:solidFill>
        <a:ln>
          <a:noFill/>
        </a:ln>
      </dgm:spPr>
      <dgm:t>
        <a:bodyPr spcFirstLastPara="0" vert="horz" wrap="square" lIns="76200" tIns="76200" rIns="76200" bIns="76200" numCol="1" spcCol="1270" anchor="ctr" anchorCtr="0"/>
        <a:lstStyle/>
        <a:p>
          <a:pPr marL="0"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000" b="1" i="0" kern="1200" baseline="0">
              <a:solidFill>
                <a:schemeClr val="bg1">
                  <a:lumMod val="85000"/>
                </a:schemeClr>
              </a:solidFill>
              <a:latin typeface="Aptos" panose="020B0004020202020204"/>
              <a:ea typeface="+mn-ea"/>
              <a:cs typeface="+mn-cs"/>
            </a:rPr>
            <a:t>Curtosi 5,46</a:t>
          </a:r>
        </a:p>
        <a:p>
          <a:pPr marL="0"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t-IT" sz="600" b="1" i="0" kern="1200" baseline="0">
            <a:solidFill>
              <a:schemeClr val="bg1">
                <a:lumMod val="85000"/>
              </a:schemeClr>
            </a:solidFill>
            <a:latin typeface="Aptos" panose="020B0004020202020204"/>
            <a:ea typeface="+mn-ea"/>
            <a:cs typeface="+mn-cs"/>
          </a:endParaRPr>
        </a:p>
        <a:p>
          <a:pPr marL="0"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600" b="1" i="0" kern="1200" baseline="0">
              <a:solidFill>
                <a:schemeClr val="bg1">
                  <a:lumMod val="85000"/>
                </a:schemeClr>
              </a:solidFill>
              <a:latin typeface="Aptos" panose="020B0004020202020204"/>
              <a:ea typeface="+mn-ea"/>
              <a:cs typeface="+mn-cs"/>
            </a:rPr>
            <a:t> </a:t>
          </a:r>
          <a:r>
            <a:rPr lang="it-IT" sz="1600" b="0" i="0" kern="1200" baseline="0">
              <a:solidFill>
                <a:schemeClr val="bg1">
                  <a:lumMod val="85000"/>
                </a:schemeClr>
              </a:solidFill>
              <a:latin typeface="Aptos" panose="020B0004020202020204"/>
              <a:ea typeface="+mn-ea"/>
              <a:cs typeface="+mn-cs"/>
            </a:rPr>
            <a:t>Indica un’alta probabilità di eventi estremi, il titolo può essere considerato soggetto a </a:t>
          </a:r>
          <a:r>
            <a:rPr lang="it-IT" sz="1600" b="1" i="0" kern="1200" baseline="0">
              <a:solidFill>
                <a:schemeClr val="bg1">
                  <a:lumMod val="85000"/>
                </a:schemeClr>
              </a:solidFill>
              <a:latin typeface="Aptos" panose="020B0004020202020204"/>
              <a:ea typeface="+mn-ea"/>
              <a:cs typeface="+mn-cs"/>
            </a:rPr>
            <a:t>shock</a:t>
          </a:r>
          <a:r>
            <a:rPr lang="it-IT" sz="1600" b="0" i="0" kern="1200" baseline="0">
              <a:solidFill>
                <a:schemeClr val="bg1">
                  <a:lumMod val="85000"/>
                </a:schemeClr>
              </a:solidFill>
              <a:latin typeface="Aptos" panose="020B0004020202020204"/>
              <a:ea typeface="+mn-ea"/>
              <a:cs typeface="+mn-cs"/>
            </a:rPr>
            <a:t> </a:t>
          </a:r>
          <a:r>
            <a:rPr lang="it-IT" sz="1600" b="1" i="0" kern="1200" baseline="0">
              <a:solidFill>
                <a:schemeClr val="bg1">
                  <a:lumMod val="85000"/>
                </a:schemeClr>
              </a:solidFill>
              <a:latin typeface="Aptos" panose="020B0004020202020204"/>
              <a:ea typeface="+mn-ea"/>
              <a:cs typeface="+mn-cs"/>
            </a:rPr>
            <a:t>violenti e improvvisi</a:t>
          </a:r>
          <a:r>
            <a:rPr lang="it-IT" sz="1600" b="0" i="0" kern="1200" baseline="0">
              <a:solidFill>
                <a:schemeClr val="bg1">
                  <a:lumMod val="85000"/>
                </a:schemeClr>
              </a:solidFill>
              <a:latin typeface="Aptos" panose="020B0004020202020204"/>
              <a:ea typeface="+mn-ea"/>
              <a:cs typeface="+mn-cs"/>
            </a:rPr>
            <a:t>.</a:t>
          </a:r>
          <a:endParaRPr lang="en-US" sz="2000" b="0" i="0" kern="1200" baseline="0">
            <a:solidFill>
              <a:schemeClr val="bg1">
                <a:lumMod val="85000"/>
              </a:schemeClr>
            </a:solidFill>
            <a:latin typeface="Aptos" panose="020B0004020202020204"/>
            <a:ea typeface="+mn-ea"/>
            <a:cs typeface="+mn-cs"/>
          </a:endParaRPr>
        </a:p>
      </dgm:t>
    </dgm:pt>
    <dgm:pt modelId="{BE57A1E7-FF0B-4FD8-AE1A-BBB2F732A92E}" type="parTrans" cxnId="{8AA9EB47-BB6E-4E2D-A52F-849131E5AA14}">
      <dgm:prSet/>
      <dgm:spPr/>
      <dgm:t>
        <a:bodyPr/>
        <a:lstStyle/>
        <a:p>
          <a:pPr algn="just"/>
          <a:endParaRPr lang="en-US"/>
        </a:p>
      </dgm:t>
    </dgm:pt>
    <dgm:pt modelId="{322185AA-335F-43AC-A0D3-390301BE65D6}" type="sibTrans" cxnId="{8AA9EB47-BB6E-4E2D-A52F-849131E5AA14}">
      <dgm:prSet/>
      <dgm:spPr/>
      <dgm:t>
        <a:bodyPr/>
        <a:lstStyle/>
        <a:p>
          <a:pPr algn="just"/>
          <a:endParaRPr lang="en-US"/>
        </a:p>
      </dgm:t>
    </dgm:pt>
    <dgm:pt modelId="{F74ADA9E-F009-444E-8ABD-A399EFBD0F70}" type="pres">
      <dgm:prSet presAssocID="{9D8A48E8-6D0E-47F0-BFC4-FE402C48B352}" presName="diagram" presStyleCnt="0">
        <dgm:presLayoutVars>
          <dgm:dir/>
          <dgm:resizeHandles val="exact"/>
        </dgm:presLayoutVars>
      </dgm:prSet>
      <dgm:spPr/>
    </dgm:pt>
    <dgm:pt modelId="{3854DADC-0667-41D2-8486-716541A44F38}" type="pres">
      <dgm:prSet presAssocID="{7F3E780F-E2BA-4CF6-BDBD-93D76310CD2B}" presName="node" presStyleLbl="node1" presStyleIdx="0" presStyleCnt="4" custLinFactNeighborX="-25831" custLinFactNeighborY="-117">
        <dgm:presLayoutVars>
          <dgm:bulletEnabled val="1"/>
        </dgm:presLayoutVars>
      </dgm:prSet>
      <dgm:spPr/>
    </dgm:pt>
    <dgm:pt modelId="{9A9A216E-418E-4FDA-B276-BDA69F2667C0}" type="pres">
      <dgm:prSet presAssocID="{90DE9986-02F4-4F4A-BE7B-2CFF74626196}" presName="sibTrans" presStyleCnt="0"/>
      <dgm:spPr/>
    </dgm:pt>
    <dgm:pt modelId="{20FFD259-D27F-4C65-97CD-DA9A84185807}" type="pres">
      <dgm:prSet presAssocID="{4C78AFA7-8772-440A-8750-FB18B9EAE36C}" presName="node" presStyleLbl="node1" presStyleIdx="1" presStyleCnt="4" custLinFactX="36147" custLinFactNeighborX="100000" custLinFactNeighborY="-66">
        <dgm:presLayoutVars>
          <dgm:bulletEnabled val="1"/>
        </dgm:presLayoutVars>
      </dgm:prSet>
      <dgm:spPr/>
    </dgm:pt>
    <dgm:pt modelId="{6598D1EA-0A50-4517-B110-CA9304AF5360}" type="pres">
      <dgm:prSet presAssocID="{67BEDE34-3FA1-4910-924A-883C18A673B9}" presName="sibTrans" presStyleCnt="0"/>
      <dgm:spPr/>
    </dgm:pt>
    <dgm:pt modelId="{081186C8-BFA4-47C9-B460-5FCF8AABC684}" type="pres">
      <dgm:prSet presAssocID="{4E14CA9D-B0E8-4115-BA2D-F3C794968854}" presName="node" presStyleLbl="node1" presStyleIdx="2" presStyleCnt="4" custLinFactY="43004" custLinFactNeighborX="32668" custLinFactNeighborY="100000">
        <dgm:presLayoutVars>
          <dgm:bulletEnabled val="1"/>
        </dgm:presLayoutVars>
      </dgm:prSet>
      <dgm:spPr/>
    </dgm:pt>
    <dgm:pt modelId="{B3D9C799-658E-4FB9-9362-C9D0FA012694}" type="pres">
      <dgm:prSet presAssocID="{57B74EAB-BE17-42AF-ACD6-E8617E784607}" presName="sibTrans" presStyleCnt="0"/>
      <dgm:spPr/>
    </dgm:pt>
    <dgm:pt modelId="{C2579BB4-4F05-4B85-98D6-2706FB579E4A}" type="pres">
      <dgm:prSet presAssocID="{1F695142-F92C-4C3E-A8CB-232B55726C1F}" presName="node" presStyleLbl="node1" presStyleIdx="3" presStyleCnt="4" custLinFactX="-36204" custLinFactNeighborX="-100000" custLinFactNeighborY="26337">
        <dgm:presLayoutVars>
          <dgm:bulletEnabled val="1"/>
        </dgm:presLayoutVars>
      </dgm:prSet>
      <dgm:spPr>
        <a:xfrm>
          <a:off x="31686" y="2222939"/>
          <a:ext cx="3172043" cy="1903225"/>
        </a:xfrm>
        <a:prstGeom prst="rect">
          <a:avLst/>
        </a:prstGeom>
      </dgm:spPr>
    </dgm:pt>
  </dgm:ptLst>
  <dgm:cxnLst>
    <dgm:cxn modelId="{ECA3F300-AE44-4084-A76A-E06DCA1F4874}" type="presOf" srcId="{4E14CA9D-B0E8-4115-BA2D-F3C794968854}" destId="{081186C8-BFA4-47C9-B460-5FCF8AABC684}" srcOrd="0" destOrd="0" presId="urn:microsoft.com/office/officeart/2005/8/layout/default"/>
    <dgm:cxn modelId="{F5038F2C-890B-4E63-BF86-C982852BC3E1}" srcId="{9D8A48E8-6D0E-47F0-BFC4-FE402C48B352}" destId="{7F3E780F-E2BA-4CF6-BDBD-93D76310CD2B}" srcOrd="0" destOrd="0" parTransId="{FAA0EBC0-5B3B-45FB-BC18-6FDC387BC307}" sibTransId="{90DE9986-02F4-4F4A-BE7B-2CFF74626196}"/>
    <dgm:cxn modelId="{BA627033-A3A5-442F-AC67-7DEDEC43AA12}" type="presOf" srcId="{4C78AFA7-8772-440A-8750-FB18B9EAE36C}" destId="{20FFD259-D27F-4C65-97CD-DA9A84185807}" srcOrd="0" destOrd="0" presId="urn:microsoft.com/office/officeart/2005/8/layout/default"/>
    <dgm:cxn modelId="{A092493A-8816-4C1B-9CC8-B9C9916041DB}" type="presOf" srcId="{7F3E780F-E2BA-4CF6-BDBD-93D76310CD2B}" destId="{3854DADC-0667-41D2-8486-716541A44F38}" srcOrd="0" destOrd="0" presId="urn:microsoft.com/office/officeart/2005/8/layout/default"/>
    <dgm:cxn modelId="{8AA9EB47-BB6E-4E2D-A52F-849131E5AA14}" srcId="{9D8A48E8-6D0E-47F0-BFC4-FE402C48B352}" destId="{1F695142-F92C-4C3E-A8CB-232B55726C1F}" srcOrd="3" destOrd="0" parTransId="{BE57A1E7-FF0B-4FD8-AE1A-BBB2F732A92E}" sibTransId="{322185AA-335F-43AC-A0D3-390301BE65D6}"/>
    <dgm:cxn modelId="{1E7A244F-6489-46A5-BF63-6B93BC84F019}" type="presOf" srcId="{9D8A48E8-6D0E-47F0-BFC4-FE402C48B352}" destId="{F74ADA9E-F009-444E-8ABD-A399EFBD0F70}" srcOrd="0" destOrd="0" presId="urn:microsoft.com/office/officeart/2005/8/layout/default"/>
    <dgm:cxn modelId="{33B55C56-6CE9-4EA8-B0E0-D9EEBA96CF68}" srcId="{9D8A48E8-6D0E-47F0-BFC4-FE402C48B352}" destId="{4E14CA9D-B0E8-4115-BA2D-F3C794968854}" srcOrd="2" destOrd="0" parTransId="{EE3831DE-10DE-4C8F-86EB-AA1A86C6581C}" sibTransId="{57B74EAB-BE17-42AF-ACD6-E8617E784607}"/>
    <dgm:cxn modelId="{E353B3C7-BF38-4946-9DD9-4FB73569CAB5}" type="presOf" srcId="{1F695142-F92C-4C3E-A8CB-232B55726C1F}" destId="{C2579BB4-4F05-4B85-98D6-2706FB579E4A}" srcOrd="0" destOrd="0" presId="urn:microsoft.com/office/officeart/2005/8/layout/default"/>
    <dgm:cxn modelId="{F0E0AAFE-B6D7-439C-A63F-F91DCA66B552}" srcId="{9D8A48E8-6D0E-47F0-BFC4-FE402C48B352}" destId="{4C78AFA7-8772-440A-8750-FB18B9EAE36C}" srcOrd="1" destOrd="0" parTransId="{EEF75B12-B679-40C8-997E-B9E8DB7BB4FB}" sibTransId="{67BEDE34-3FA1-4910-924A-883C18A673B9}"/>
    <dgm:cxn modelId="{1BC0E3DE-85B8-442F-B68C-FB10DA010727}" type="presParOf" srcId="{F74ADA9E-F009-444E-8ABD-A399EFBD0F70}" destId="{3854DADC-0667-41D2-8486-716541A44F38}" srcOrd="0" destOrd="0" presId="urn:microsoft.com/office/officeart/2005/8/layout/default"/>
    <dgm:cxn modelId="{1FA5EDA2-95AA-41A7-90DC-FFAA62CF7C20}" type="presParOf" srcId="{F74ADA9E-F009-444E-8ABD-A399EFBD0F70}" destId="{9A9A216E-418E-4FDA-B276-BDA69F2667C0}" srcOrd="1" destOrd="0" presId="urn:microsoft.com/office/officeart/2005/8/layout/default"/>
    <dgm:cxn modelId="{72818DE6-685A-4333-8DEA-66A4ADDAEF30}" type="presParOf" srcId="{F74ADA9E-F009-444E-8ABD-A399EFBD0F70}" destId="{20FFD259-D27F-4C65-97CD-DA9A84185807}" srcOrd="2" destOrd="0" presId="urn:microsoft.com/office/officeart/2005/8/layout/default"/>
    <dgm:cxn modelId="{67575B86-3A6B-4189-BAFA-390B13BF11A0}" type="presParOf" srcId="{F74ADA9E-F009-444E-8ABD-A399EFBD0F70}" destId="{6598D1EA-0A50-4517-B110-CA9304AF5360}" srcOrd="3" destOrd="0" presId="urn:microsoft.com/office/officeart/2005/8/layout/default"/>
    <dgm:cxn modelId="{3A313CC2-A07B-42E4-92EE-53EC98D31495}" type="presParOf" srcId="{F74ADA9E-F009-444E-8ABD-A399EFBD0F70}" destId="{081186C8-BFA4-47C9-B460-5FCF8AABC684}" srcOrd="4" destOrd="0" presId="urn:microsoft.com/office/officeart/2005/8/layout/default"/>
    <dgm:cxn modelId="{7F967FEC-D4D8-4FFB-A3E7-C5130A614F5E}" type="presParOf" srcId="{F74ADA9E-F009-444E-8ABD-A399EFBD0F70}" destId="{B3D9C799-658E-4FB9-9362-C9D0FA012694}" srcOrd="5" destOrd="0" presId="urn:microsoft.com/office/officeart/2005/8/layout/default"/>
    <dgm:cxn modelId="{D472D9B5-2250-444E-B00D-2F654FDE3BC0}" type="presParOf" srcId="{F74ADA9E-F009-444E-8ABD-A399EFBD0F70}" destId="{C2579BB4-4F05-4B85-98D6-2706FB579E4A}" srcOrd="6" destOrd="0" presId="urn:microsoft.com/office/officeart/2005/8/layout/default"/>
  </dgm:cxnLst>
  <dgm:bg>
    <a:noFill/>
  </dgm:bg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7090F4A4-3A74-400B-93C5-1F170C0F7411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D91E2872-8103-4757-A20D-D3D8BA063B93}">
      <dgm:prSet/>
      <dgm:spPr/>
      <dgm:t>
        <a:bodyPr/>
        <a:lstStyle/>
        <a:p>
          <a:pPr>
            <a:lnSpc>
              <a:spcPct val="100000"/>
            </a:lnSpc>
          </a:pPr>
          <a:r>
            <a:rPr lang="it-IT" b="1" i="0" baseline="0"/>
            <a:t>Sovraperformance di mercato:</a:t>
          </a:r>
          <a:r>
            <a:rPr lang="it-IT" b="0" i="0" baseline="0"/>
            <a:t> Ferrari non si è limitata a dominare il settore </a:t>
          </a:r>
          <a:r>
            <a:rPr lang="it-IT" b="0" i="1" baseline="0"/>
            <a:t>automotive</a:t>
          </a:r>
          <a:r>
            <a:rPr lang="it-IT" b="0" i="0" baseline="0"/>
            <a:t>, ma ha sovraperformato in modo netto l'intero mercato azionario europeo.</a:t>
          </a:r>
        </a:p>
      </dgm:t>
    </dgm:pt>
    <dgm:pt modelId="{DE13F660-1480-4F7A-8D8F-7C1EE32AF67F}" type="parTrans" cxnId="{B3FBF5DB-3CFA-43D9-AE45-B9FDDF9AB9EF}">
      <dgm:prSet/>
      <dgm:spPr/>
      <dgm:t>
        <a:bodyPr/>
        <a:lstStyle/>
        <a:p>
          <a:endParaRPr lang="en-US"/>
        </a:p>
      </dgm:t>
    </dgm:pt>
    <dgm:pt modelId="{392BA90D-1AB1-4184-913C-9A97836EECC7}" type="sibTrans" cxnId="{B3FBF5DB-3CFA-43D9-AE45-B9FDDF9AB9EF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349B8D69-6942-4938-8545-856D12654266}">
      <dgm:prSet/>
      <dgm:spPr/>
      <dgm:t>
        <a:bodyPr/>
        <a:lstStyle/>
        <a:p>
          <a:pPr>
            <a:lnSpc>
              <a:spcPct val="100000"/>
            </a:lnSpc>
          </a:pPr>
          <a:r>
            <a:rPr lang="it-IT" b="1" i="0" baseline="0"/>
            <a:t>Resilienza del modello di business:</a:t>
          </a:r>
          <a:r>
            <a:rPr lang="it-IT" b="0" i="0" baseline="0"/>
            <a:t> elevate barriere all'ingresso, forza del brand (consolidata dalla F1) e "scarsità controllata" generano un valore eccezionale per gli azionisti, slegato dai cicli macroeconomici.</a:t>
          </a:r>
          <a:endParaRPr lang="en-US"/>
        </a:p>
      </dgm:t>
    </dgm:pt>
    <dgm:pt modelId="{0FDC3BD2-81EC-4E46-8BCF-BA50785D9BE7}" type="parTrans" cxnId="{B3F67800-F074-4BF5-B3A7-C7456D27F038}">
      <dgm:prSet/>
      <dgm:spPr/>
      <dgm:t>
        <a:bodyPr/>
        <a:lstStyle/>
        <a:p>
          <a:endParaRPr lang="en-US"/>
        </a:p>
      </dgm:t>
    </dgm:pt>
    <dgm:pt modelId="{49A81056-0DB4-451D-99E2-1AD406CA8994}" type="sibTrans" cxnId="{B3F67800-F074-4BF5-B3A7-C7456D27F038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83E6D57A-E242-478A-A0B7-F5C9DFFE6952}">
      <dgm:prSet/>
      <dgm:spPr/>
      <dgm:t>
        <a:bodyPr/>
        <a:lstStyle/>
        <a:p>
          <a:pPr>
            <a:lnSpc>
              <a:spcPct val="100000"/>
            </a:lnSpc>
          </a:pPr>
          <a:r>
            <a:rPr lang="it-IT" b="1" i="0" baseline="0"/>
            <a:t>Profilo di rischio/rendimento:</a:t>
          </a:r>
          <a:r>
            <a:rPr lang="it-IT" b="0" i="0" baseline="0"/>
            <a:t> l'analisi di volatilità e rendimenti logaritmici conferma che, pur subendo shock di breve termine (COVID-19, crisi geopolitiche), il posizionamento nel lusso esclusivo garantisce resilienza nel lungo periodo.</a:t>
          </a:r>
          <a:endParaRPr lang="en-US"/>
        </a:p>
      </dgm:t>
    </dgm:pt>
    <dgm:pt modelId="{578D16A6-8F06-45DE-8A86-B6E8282A86F5}" type="parTrans" cxnId="{A345139E-1781-4CC4-AC1F-5A05329343B0}">
      <dgm:prSet/>
      <dgm:spPr/>
      <dgm:t>
        <a:bodyPr/>
        <a:lstStyle/>
        <a:p>
          <a:endParaRPr lang="en-US"/>
        </a:p>
      </dgm:t>
    </dgm:pt>
    <dgm:pt modelId="{60A8F5B5-DA85-4CAF-9F73-86D1C6EB52B7}" type="sibTrans" cxnId="{A345139E-1781-4CC4-AC1F-5A05329343B0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3E4749F5-1544-4826-9D51-2154B6E35701}">
      <dgm:prSet/>
      <dgm:spPr/>
      <dgm:t>
        <a:bodyPr/>
        <a:lstStyle/>
        <a:p>
          <a:pPr>
            <a:lnSpc>
              <a:spcPct val="100000"/>
            </a:lnSpc>
          </a:pPr>
          <a:r>
            <a:rPr lang="it-IT" b="1" i="0" baseline="0"/>
            <a:t>Premio al rischio:</a:t>
          </a:r>
          <a:r>
            <a:rPr lang="it-IT" b="0" i="0" baseline="0"/>
            <a:t> gli investitori che hanno tollerato il maggior rischio specifico del comparto lusso sono stati ricompensati con un extra-rendimento, validando la strategia basata sull'inelasticità della domanda e su un elevato </a:t>
          </a:r>
          <a:r>
            <a:rPr lang="it-IT" b="0" i="1" baseline="0"/>
            <a:t>pricing power</a:t>
          </a:r>
          <a:r>
            <a:rPr lang="it-IT" b="0" i="0" baseline="0"/>
            <a:t>.</a:t>
          </a:r>
          <a:endParaRPr lang="en-US"/>
        </a:p>
      </dgm:t>
    </dgm:pt>
    <dgm:pt modelId="{0ED4E66A-FE30-4124-B286-21EB9712E9FB}" type="parTrans" cxnId="{9E746D57-CE8F-451F-BC1F-B3259D58BB89}">
      <dgm:prSet/>
      <dgm:spPr/>
      <dgm:t>
        <a:bodyPr/>
        <a:lstStyle/>
        <a:p>
          <a:endParaRPr lang="en-US"/>
        </a:p>
      </dgm:t>
    </dgm:pt>
    <dgm:pt modelId="{CDFA6275-50AD-43DB-A74F-E332E7B90D33}" type="sibTrans" cxnId="{9E746D57-CE8F-451F-BC1F-B3259D58BB89}">
      <dgm:prSet/>
      <dgm:spPr/>
      <dgm:t>
        <a:bodyPr/>
        <a:lstStyle/>
        <a:p>
          <a:endParaRPr lang="en-US"/>
        </a:p>
      </dgm:t>
    </dgm:pt>
    <dgm:pt modelId="{50DA0737-5466-4D2E-99F8-0FCC59A9C052}" type="pres">
      <dgm:prSet presAssocID="{7090F4A4-3A74-400B-93C5-1F170C0F7411}" presName="root" presStyleCnt="0">
        <dgm:presLayoutVars>
          <dgm:dir/>
          <dgm:resizeHandles val="exact"/>
        </dgm:presLayoutVars>
      </dgm:prSet>
      <dgm:spPr/>
    </dgm:pt>
    <dgm:pt modelId="{81EA4296-54EA-4FB1-B517-9D0AB400BCD5}" type="pres">
      <dgm:prSet presAssocID="{7090F4A4-3A74-400B-93C5-1F170C0F7411}" presName="container" presStyleCnt="0">
        <dgm:presLayoutVars>
          <dgm:dir/>
          <dgm:resizeHandles val="exact"/>
        </dgm:presLayoutVars>
      </dgm:prSet>
      <dgm:spPr/>
    </dgm:pt>
    <dgm:pt modelId="{F3172434-93ED-494A-9A1A-92A8B409444A}" type="pres">
      <dgm:prSet presAssocID="{D91E2872-8103-4757-A20D-D3D8BA063B93}" presName="compNode" presStyleCnt="0"/>
      <dgm:spPr/>
    </dgm:pt>
    <dgm:pt modelId="{D5B6DBF7-0B47-42AC-AD20-5F73815C76A1}" type="pres">
      <dgm:prSet presAssocID="{D91E2872-8103-4757-A20D-D3D8BA063B93}" presName="iconBgRect" presStyleLbl="bgShp" presStyleIdx="0" presStyleCnt="4"/>
      <dgm:spPr/>
    </dgm:pt>
    <dgm:pt modelId="{56B2C3F7-D519-44EB-95C0-748B84CABA09}" type="pres">
      <dgm:prSet presAssocID="{D91E2872-8103-4757-A20D-D3D8BA063B93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cooter"/>
        </a:ext>
      </dgm:extLst>
    </dgm:pt>
    <dgm:pt modelId="{6740511D-DCD9-463F-999F-3977EF6C6BA3}" type="pres">
      <dgm:prSet presAssocID="{D91E2872-8103-4757-A20D-D3D8BA063B93}" presName="spaceRect" presStyleCnt="0"/>
      <dgm:spPr/>
    </dgm:pt>
    <dgm:pt modelId="{658B8532-D53F-4CB0-BECD-B2C6B2AB243B}" type="pres">
      <dgm:prSet presAssocID="{D91E2872-8103-4757-A20D-D3D8BA063B93}" presName="textRect" presStyleLbl="revTx" presStyleIdx="0" presStyleCnt="4">
        <dgm:presLayoutVars>
          <dgm:chMax val="1"/>
          <dgm:chPref val="1"/>
        </dgm:presLayoutVars>
      </dgm:prSet>
      <dgm:spPr/>
    </dgm:pt>
    <dgm:pt modelId="{8BE00458-81A2-4DD0-AC46-6AE53FE83D46}" type="pres">
      <dgm:prSet presAssocID="{392BA90D-1AB1-4184-913C-9A97836EECC7}" presName="sibTrans" presStyleLbl="sibTrans2D1" presStyleIdx="0" presStyleCnt="0"/>
      <dgm:spPr/>
    </dgm:pt>
    <dgm:pt modelId="{16028AB1-B67B-4EA8-918C-7DF636C7427A}" type="pres">
      <dgm:prSet presAssocID="{349B8D69-6942-4938-8545-856D12654266}" presName="compNode" presStyleCnt="0"/>
      <dgm:spPr/>
    </dgm:pt>
    <dgm:pt modelId="{2C4AB993-0730-4600-A066-9F2C616E6271}" type="pres">
      <dgm:prSet presAssocID="{349B8D69-6942-4938-8545-856D12654266}" presName="iconBgRect" presStyleLbl="bgShp" presStyleIdx="1" presStyleCnt="4"/>
      <dgm:spPr/>
    </dgm:pt>
    <dgm:pt modelId="{A3D43F9F-B357-4433-B186-06B7A733D813}" type="pres">
      <dgm:prSet presAssocID="{349B8D69-6942-4938-8545-856D12654266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ipeti"/>
        </a:ext>
      </dgm:extLst>
    </dgm:pt>
    <dgm:pt modelId="{BFB587F7-67A0-4874-B867-1013B41054D7}" type="pres">
      <dgm:prSet presAssocID="{349B8D69-6942-4938-8545-856D12654266}" presName="spaceRect" presStyleCnt="0"/>
      <dgm:spPr/>
    </dgm:pt>
    <dgm:pt modelId="{20FF252B-6084-4363-B9DD-EDD07D201F6B}" type="pres">
      <dgm:prSet presAssocID="{349B8D69-6942-4938-8545-856D12654266}" presName="textRect" presStyleLbl="revTx" presStyleIdx="1" presStyleCnt="4">
        <dgm:presLayoutVars>
          <dgm:chMax val="1"/>
          <dgm:chPref val="1"/>
        </dgm:presLayoutVars>
      </dgm:prSet>
      <dgm:spPr/>
    </dgm:pt>
    <dgm:pt modelId="{5502767D-C448-45D5-A1D9-904D9E06CFDD}" type="pres">
      <dgm:prSet presAssocID="{49A81056-0DB4-451D-99E2-1AD406CA8994}" presName="sibTrans" presStyleLbl="sibTrans2D1" presStyleIdx="0" presStyleCnt="0"/>
      <dgm:spPr/>
    </dgm:pt>
    <dgm:pt modelId="{2D9F5188-847C-4DAF-B3F9-220756B735E8}" type="pres">
      <dgm:prSet presAssocID="{83E6D57A-E242-478A-A0B7-F5C9DFFE6952}" presName="compNode" presStyleCnt="0"/>
      <dgm:spPr/>
    </dgm:pt>
    <dgm:pt modelId="{C6DBA53A-78C4-4FC2-AFEB-846274CF6175}" type="pres">
      <dgm:prSet presAssocID="{83E6D57A-E242-478A-A0B7-F5C9DFFE6952}" presName="iconBgRect" presStyleLbl="bgShp" presStyleIdx="2" presStyleCnt="4"/>
      <dgm:spPr/>
    </dgm:pt>
    <dgm:pt modelId="{5DA61173-943F-442E-A3FD-68BA2A1F301A}" type="pres">
      <dgm:prSet presAssocID="{83E6D57A-E242-478A-A0B7-F5C9DFFE6952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Graph with Upward Trend"/>
        </a:ext>
      </dgm:extLst>
    </dgm:pt>
    <dgm:pt modelId="{A091DAE3-FC25-4A7C-B500-2F0D3838B2D1}" type="pres">
      <dgm:prSet presAssocID="{83E6D57A-E242-478A-A0B7-F5C9DFFE6952}" presName="spaceRect" presStyleCnt="0"/>
      <dgm:spPr/>
    </dgm:pt>
    <dgm:pt modelId="{25179F7B-E68E-45EC-BB7C-A0AA69252BA5}" type="pres">
      <dgm:prSet presAssocID="{83E6D57A-E242-478A-A0B7-F5C9DFFE6952}" presName="textRect" presStyleLbl="revTx" presStyleIdx="2" presStyleCnt="4">
        <dgm:presLayoutVars>
          <dgm:chMax val="1"/>
          <dgm:chPref val="1"/>
        </dgm:presLayoutVars>
      </dgm:prSet>
      <dgm:spPr/>
    </dgm:pt>
    <dgm:pt modelId="{A1E491B1-127A-4AF0-926C-6F31B082697C}" type="pres">
      <dgm:prSet presAssocID="{60A8F5B5-DA85-4CAF-9F73-86D1C6EB52B7}" presName="sibTrans" presStyleLbl="sibTrans2D1" presStyleIdx="0" presStyleCnt="0"/>
      <dgm:spPr/>
    </dgm:pt>
    <dgm:pt modelId="{07C5A492-4043-4CB2-AE0C-E386A49C0DC1}" type="pres">
      <dgm:prSet presAssocID="{3E4749F5-1544-4826-9D51-2154B6E35701}" presName="compNode" presStyleCnt="0"/>
      <dgm:spPr/>
    </dgm:pt>
    <dgm:pt modelId="{E2E9126F-7131-4ED3-95A0-DE2598B8F149}" type="pres">
      <dgm:prSet presAssocID="{3E4749F5-1544-4826-9D51-2154B6E35701}" presName="iconBgRect" presStyleLbl="bgShp" presStyleIdx="3" presStyleCnt="4"/>
      <dgm:spPr/>
    </dgm:pt>
    <dgm:pt modelId="{99B494A3-E518-43FA-A7D5-5A3479D7C1EC}" type="pres">
      <dgm:prSet presAssocID="{3E4749F5-1544-4826-9D51-2154B6E35701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enaro"/>
        </a:ext>
      </dgm:extLst>
    </dgm:pt>
    <dgm:pt modelId="{76AE0148-C985-4166-B8A5-B35DEB57C6A9}" type="pres">
      <dgm:prSet presAssocID="{3E4749F5-1544-4826-9D51-2154B6E35701}" presName="spaceRect" presStyleCnt="0"/>
      <dgm:spPr/>
    </dgm:pt>
    <dgm:pt modelId="{8AAA2BC6-A3BB-4DF1-ACF9-659BE841E01A}" type="pres">
      <dgm:prSet presAssocID="{3E4749F5-1544-4826-9D51-2154B6E35701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B3F67800-F074-4BF5-B3A7-C7456D27F038}" srcId="{7090F4A4-3A74-400B-93C5-1F170C0F7411}" destId="{349B8D69-6942-4938-8545-856D12654266}" srcOrd="1" destOrd="0" parTransId="{0FDC3BD2-81EC-4E46-8BCF-BA50785D9BE7}" sibTransId="{49A81056-0DB4-451D-99E2-1AD406CA8994}"/>
    <dgm:cxn modelId="{B804F705-F1B3-4320-9270-F150940E23B4}" type="presOf" srcId="{3E4749F5-1544-4826-9D51-2154B6E35701}" destId="{8AAA2BC6-A3BB-4DF1-ACF9-659BE841E01A}" srcOrd="0" destOrd="0" presId="urn:microsoft.com/office/officeart/2018/2/layout/IconCircleList"/>
    <dgm:cxn modelId="{C2AB070C-A52B-4190-BA90-9638738C60D9}" type="presOf" srcId="{7090F4A4-3A74-400B-93C5-1F170C0F7411}" destId="{50DA0737-5466-4D2E-99F8-0FCC59A9C052}" srcOrd="0" destOrd="0" presId="urn:microsoft.com/office/officeart/2018/2/layout/IconCircleList"/>
    <dgm:cxn modelId="{FE57BD27-F3C9-4262-9E2F-024EAF4FAEE8}" type="presOf" srcId="{83E6D57A-E242-478A-A0B7-F5C9DFFE6952}" destId="{25179F7B-E68E-45EC-BB7C-A0AA69252BA5}" srcOrd="0" destOrd="0" presId="urn:microsoft.com/office/officeart/2018/2/layout/IconCircleList"/>
    <dgm:cxn modelId="{9E746D57-CE8F-451F-BC1F-B3259D58BB89}" srcId="{7090F4A4-3A74-400B-93C5-1F170C0F7411}" destId="{3E4749F5-1544-4826-9D51-2154B6E35701}" srcOrd="3" destOrd="0" parTransId="{0ED4E66A-FE30-4124-B286-21EB9712E9FB}" sibTransId="{CDFA6275-50AD-43DB-A74F-E332E7B90D33}"/>
    <dgm:cxn modelId="{DE7BCB80-6120-42E5-B620-DA639AC03351}" type="presOf" srcId="{D91E2872-8103-4757-A20D-D3D8BA063B93}" destId="{658B8532-D53F-4CB0-BECD-B2C6B2AB243B}" srcOrd="0" destOrd="0" presId="urn:microsoft.com/office/officeart/2018/2/layout/IconCircleList"/>
    <dgm:cxn modelId="{A345139E-1781-4CC4-AC1F-5A05329343B0}" srcId="{7090F4A4-3A74-400B-93C5-1F170C0F7411}" destId="{83E6D57A-E242-478A-A0B7-F5C9DFFE6952}" srcOrd="2" destOrd="0" parTransId="{578D16A6-8F06-45DE-8A86-B6E8282A86F5}" sibTransId="{60A8F5B5-DA85-4CAF-9F73-86D1C6EB52B7}"/>
    <dgm:cxn modelId="{7762E2B2-59A0-41B6-9AF5-7AE05913CE7B}" type="presOf" srcId="{49A81056-0DB4-451D-99E2-1AD406CA8994}" destId="{5502767D-C448-45D5-A1D9-904D9E06CFDD}" srcOrd="0" destOrd="0" presId="urn:microsoft.com/office/officeart/2018/2/layout/IconCircleList"/>
    <dgm:cxn modelId="{392302C1-303B-480E-B5E5-FE7A24FEFFE5}" type="presOf" srcId="{60A8F5B5-DA85-4CAF-9F73-86D1C6EB52B7}" destId="{A1E491B1-127A-4AF0-926C-6F31B082697C}" srcOrd="0" destOrd="0" presId="urn:microsoft.com/office/officeart/2018/2/layout/IconCircleList"/>
    <dgm:cxn modelId="{A40A78CF-FB03-4EEF-9B8F-7DA38CC956F4}" type="presOf" srcId="{349B8D69-6942-4938-8545-856D12654266}" destId="{20FF252B-6084-4363-B9DD-EDD07D201F6B}" srcOrd="0" destOrd="0" presId="urn:microsoft.com/office/officeart/2018/2/layout/IconCircleList"/>
    <dgm:cxn modelId="{B3FBF5DB-3CFA-43D9-AE45-B9FDDF9AB9EF}" srcId="{7090F4A4-3A74-400B-93C5-1F170C0F7411}" destId="{D91E2872-8103-4757-A20D-D3D8BA063B93}" srcOrd="0" destOrd="0" parTransId="{DE13F660-1480-4F7A-8D8F-7C1EE32AF67F}" sibTransId="{392BA90D-1AB1-4184-913C-9A97836EECC7}"/>
    <dgm:cxn modelId="{6FFED0DC-C048-47AA-B998-602DDC1D56ED}" type="presOf" srcId="{392BA90D-1AB1-4184-913C-9A97836EECC7}" destId="{8BE00458-81A2-4DD0-AC46-6AE53FE83D46}" srcOrd="0" destOrd="0" presId="urn:microsoft.com/office/officeart/2018/2/layout/IconCircleList"/>
    <dgm:cxn modelId="{B77E848B-F495-4039-954F-B5D14A2CC672}" type="presParOf" srcId="{50DA0737-5466-4D2E-99F8-0FCC59A9C052}" destId="{81EA4296-54EA-4FB1-B517-9D0AB400BCD5}" srcOrd="0" destOrd="0" presId="urn:microsoft.com/office/officeart/2018/2/layout/IconCircleList"/>
    <dgm:cxn modelId="{B83309CE-32B3-4693-9628-6A3A16A05E14}" type="presParOf" srcId="{81EA4296-54EA-4FB1-B517-9D0AB400BCD5}" destId="{F3172434-93ED-494A-9A1A-92A8B409444A}" srcOrd="0" destOrd="0" presId="urn:microsoft.com/office/officeart/2018/2/layout/IconCircleList"/>
    <dgm:cxn modelId="{7C6B6276-C0BA-467F-B146-C3E92225A969}" type="presParOf" srcId="{F3172434-93ED-494A-9A1A-92A8B409444A}" destId="{D5B6DBF7-0B47-42AC-AD20-5F73815C76A1}" srcOrd="0" destOrd="0" presId="urn:microsoft.com/office/officeart/2018/2/layout/IconCircleList"/>
    <dgm:cxn modelId="{2AB1BDAB-1BD2-4D64-B5AF-FA68897E3F25}" type="presParOf" srcId="{F3172434-93ED-494A-9A1A-92A8B409444A}" destId="{56B2C3F7-D519-44EB-95C0-748B84CABA09}" srcOrd="1" destOrd="0" presId="urn:microsoft.com/office/officeart/2018/2/layout/IconCircleList"/>
    <dgm:cxn modelId="{47E6255B-16AA-4178-B25F-ECC936E3892F}" type="presParOf" srcId="{F3172434-93ED-494A-9A1A-92A8B409444A}" destId="{6740511D-DCD9-463F-999F-3977EF6C6BA3}" srcOrd="2" destOrd="0" presId="urn:microsoft.com/office/officeart/2018/2/layout/IconCircleList"/>
    <dgm:cxn modelId="{6EA9ED0A-27FE-435D-8ACB-A7598EE42ADB}" type="presParOf" srcId="{F3172434-93ED-494A-9A1A-92A8B409444A}" destId="{658B8532-D53F-4CB0-BECD-B2C6B2AB243B}" srcOrd="3" destOrd="0" presId="urn:microsoft.com/office/officeart/2018/2/layout/IconCircleList"/>
    <dgm:cxn modelId="{6491CA55-0A80-417B-AA67-C119E5378122}" type="presParOf" srcId="{81EA4296-54EA-4FB1-B517-9D0AB400BCD5}" destId="{8BE00458-81A2-4DD0-AC46-6AE53FE83D46}" srcOrd="1" destOrd="0" presId="urn:microsoft.com/office/officeart/2018/2/layout/IconCircleList"/>
    <dgm:cxn modelId="{5C409060-364D-45C2-810A-97C3976D7AAD}" type="presParOf" srcId="{81EA4296-54EA-4FB1-B517-9D0AB400BCD5}" destId="{16028AB1-B67B-4EA8-918C-7DF636C7427A}" srcOrd="2" destOrd="0" presId="urn:microsoft.com/office/officeart/2018/2/layout/IconCircleList"/>
    <dgm:cxn modelId="{9A08D7D3-14AC-45AD-8430-33ECBDFE8658}" type="presParOf" srcId="{16028AB1-B67B-4EA8-918C-7DF636C7427A}" destId="{2C4AB993-0730-4600-A066-9F2C616E6271}" srcOrd="0" destOrd="0" presId="urn:microsoft.com/office/officeart/2018/2/layout/IconCircleList"/>
    <dgm:cxn modelId="{982A6CB6-BA8D-4EFB-87FB-7F47DC830ABB}" type="presParOf" srcId="{16028AB1-B67B-4EA8-918C-7DF636C7427A}" destId="{A3D43F9F-B357-4433-B186-06B7A733D813}" srcOrd="1" destOrd="0" presId="urn:microsoft.com/office/officeart/2018/2/layout/IconCircleList"/>
    <dgm:cxn modelId="{854FA678-22C6-4778-A4C0-2B93C42A3F8E}" type="presParOf" srcId="{16028AB1-B67B-4EA8-918C-7DF636C7427A}" destId="{BFB587F7-67A0-4874-B867-1013B41054D7}" srcOrd="2" destOrd="0" presId="urn:microsoft.com/office/officeart/2018/2/layout/IconCircleList"/>
    <dgm:cxn modelId="{324AB768-8575-488D-917B-6D35A547730A}" type="presParOf" srcId="{16028AB1-B67B-4EA8-918C-7DF636C7427A}" destId="{20FF252B-6084-4363-B9DD-EDD07D201F6B}" srcOrd="3" destOrd="0" presId="urn:microsoft.com/office/officeart/2018/2/layout/IconCircleList"/>
    <dgm:cxn modelId="{7B4C8282-77FB-46A0-9DD7-CFD0602C13A8}" type="presParOf" srcId="{81EA4296-54EA-4FB1-B517-9D0AB400BCD5}" destId="{5502767D-C448-45D5-A1D9-904D9E06CFDD}" srcOrd="3" destOrd="0" presId="urn:microsoft.com/office/officeart/2018/2/layout/IconCircleList"/>
    <dgm:cxn modelId="{7AEAA223-C48E-4820-80D8-B346AEE087A3}" type="presParOf" srcId="{81EA4296-54EA-4FB1-B517-9D0AB400BCD5}" destId="{2D9F5188-847C-4DAF-B3F9-220756B735E8}" srcOrd="4" destOrd="0" presId="urn:microsoft.com/office/officeart/2018/2/layout/IconCircleList"/>
    <dgm:cxn modelId="{0AB91A91-141E-4D5C-99A6-9952EE754F19}" type="presParOf" srcId="{2D9F5188-847C-4DAF-B3F9-220756B735E8}" destId="{C6DBA53A-78C4-4FC2-AFEB-846274CF6175}" srcOrd="0" destOrd="0" presId="urn:microsoft.com/office/officeart/2018/2/layout/IconCircleList"/>
    <dgm:cxn modelId="{E473616A-EF7E-46A9-A2D8-A2D2B321E7EF}" type="presParOf" srcId="{2D9F5188-847C-4DAF-B3F9-220756B735E8}" destId="{5DA61173-943F-442E-A3FD-68BA2A1F301A}" srcOrd="1" destOrd="0" presId="urn:microsoft.com/office/officeart/2018/2/layout/IconCircleList"/>
    <dgm:cxn modelId="{3F9E126F-120A-4BCA-A925-CD932C4635CD}" type="presParOf" srcId="{2D9F5188-847C-4DAF-B3F9-220756B735E8}" destId="{A091DAE3-FC25-4A7C-B500-2F0D3838B2D1}" srcOrd="2" destOrd="0" presId="urn:microsoft.com/office/officeart/2018/2/layout/IconCircleList"/>
    <dgm:cxn modelId="{8E7DFA6D-51A4-49B6-A976-0905005AD80D}" type="presParOf" srcId="{2D9F5188-847C-4DAF-B3F9-220756B735E8}" destId="{25179F7B-E68E-45EC-BB7C-A0AA69252BA5}" srcOrd="3" destOrd="0" presId="urn:microsoft.com/office/officeart/2018/2/layout/IconCircleList"/>
    <dgm:cxn modelId="{EBDDA8AA-4BF7-444A-9290-DCB928BD46F5}" type="presParOf" srcId="{81EA4296-54EA-4FB1-B517-9D0AB400BCD5}" destId="{A1E491B1-127A-4AF0-926C-6F31B082697C}" srcOrd="5" destOrd="0" presId="urn:microsoft.com/office/officeart/2018/2/layout/IconCircleList"/>
    <dgm:cxn modelId="{119E455A-D787-4F4E-B288-2A31749F3BB6}" type="presParOf" srcId="{81EA4296-54EA-4FB1-B517-9D0AB400BCD5}" destId="{07C5A492-4043-4CB2-AE0C-E386A49C0DC1}" srcOrd="6" destOrd="0" presId="urn:microsoft.com/office/officeart/2018/2/layout/IconCircleList"/>
    <dgm:cxn modelId="{1EF40496-BB87-401E-BE38-F52EB826B487}" type="presParOf" srcId="{07C5A492-4043-4CB2-AE0C-E386A49C0DC1}" destId="{E2E9126F-7131-4ED3-95A0-DE2598B8F149}" srcOrd="0" destOrd="0" presId="urn:microsoft.com/office/officeart/2018/2/layout/IconCircleList"/>
    <dgm:cxn modelId="{DDD53276-00A8-4BD6-9728-2A8E1B4259AC}" type="presParOf" srcId="{07C5A492-4043-4CB2-AE0C-E386A49C0DC1}" destId="{99B494A3-E518-43FA-A7D5-5A3479D7C1EC}" srcOrd="1" destOrd="0" presId="urn:microsoft.com/office/officeart/2018/2/layout/IconCircleList"/>
    <dgm:cxn modelId="{BD13760A-72FD-40BC-8E30-0826A8B0EE55}" type="presParOf" srcId="{07C5A492-4043-4CB2-AE0C-E386A49C0DC1}" destId="{76AE0148-C985-4166-B8A5-B35DEB57C6A9}" srcOrd="2" destOrd="0" presId="urn:microsoft.com/office/officeart/2018/2/layout/IconCircleList"/>
    <dgm:cxn modelId="{0A894CEC-4EB1-46DE-BEE6-4608069945E3}" type="presParOf" srcId="{07C5A492-4043-4CB2-AE0C-E386A49C0DC1}" destId="{8AAA2BC6-A3BB-4DF1-ACF9-659BE841E01A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F1385A8-6F07-2E40-975C-9786D17C5070}">
      <dsp:nvSpPr>
        <dsp:cNvPr id="0" name=""/>
        <dsp:cNvSpPr/>
      </dsp:nvSpPr>
      <dsp:spPr>
        <a:xfrm>
          <a:off x="-4393174" y="-673826"/>
          <a:ext cx="5233851" cy="5233851"/>
        </a:xfrm>
        <a:prstGeom prst="blockArc">
          <a:avLst>
            <a:gd name="adj1" fmla="val 18900000"/>
            <a:gd name="adj2" fmla="val 2700000"/>
            <a:gd name="adj3" fmla="val 413"/>
          </a:avLst>
        </a:prstGeom>
        <a:noFill/>
        <a:ln w="19050" cap="flat" cmpd="sng" algn="ctr">
          <a:solidFill>
            <a:schemeClr val="accent1">
              <a:tint val="99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0412CB4-47A5-8E4F-A797-BDEA3FBEEAD2}">
      <dsp:nvSpPr>
        <dsp:cNvPr id="0" name=""/>
        <dsp:cNvSpPr/>
      </dsp:nvSpPr>
      <dsp:spPr>
        <a:xfrm>
          <a:off x="440391" y="298770"/>
          <a:ext cx="11699229" cy="597852"/>
        </a:xfrm>
        <a:prstGeom prst="rect">
          <a:avLst/>
        </a:prstGeom>
        <a:solidFill>
          <a:schemeClr val="accent1">
            <a:lumMod val="5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74546" tIns="40640" rIns="40640" bIns="4064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600" kern="1200"/>
            <a:t>- PRESTIGIO DEL MARCHIO SENZA PARAGONI</a:t>
          </a:r>
        </a:p>
      </dsp:txBody>
      <dsp:txXfrm>
        <a:off x="440391" y="298770"/>
        <a:ext cx="11699229" cy="597852"/>
      </dsp:txXfrm>
    </dsp:sp>
    <dsp:sp modelId="{52138E90-32C6-AF42-9B53-D8F3EE5AAACC}">
      <dsp:nvSpPr>
        <dsp:cNvPr id="0" name=""/>
        <dsp:cNvSpPr/>
      </dsp:nvSpPr>
      <dsp:spPr>
        <a:xfrm>
          <a:off x="66733" y="224039"/>
          <a:ext cx="747316" cy="747316"/>
        </a:xfrm>
        <a:prstGeom prst="ellipse">
          <a:avLst/>
        </a:prstGeom>
        <a:solidFill>
          <a:schemeClr val="bg1">
            <a:lumMod val="8500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846D94D-C438-6D47-92B9-48A4B026FFEC}">
      <dsp:nvSpPr>
        <dsp:cNvPr id="0" name=""/>
        <dsp:cNvSpPr/>
      </dsp:nvSpPr>
      <dsp:spPr>
        <a:xfrm>
          <a:off x="783154" y="1195705"/>
          <a:ext cx="11356467" cy="597852"/>
        </a:xfrm>
        <a:prstGeom prst="rect">
          <a:avLst/>
        </a:prstGeom>
        <a:solidFill>
          <a:schemeClr val="accent1">
            <a:lumMod val="75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74546" tIns="40640" rIns="40640" bIns="4064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600" kern="1200"/>
            <a:t>- VOLUMI DI PRODUZIONE LIMITATI 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600" kern="1200"/>
            <a:t>- VOLATILITÀ FINANZIARIA STRETTAMENTE COLLEGATA ALL’ANDAMENTO DELLE GARE IN PISTA</a:t>
          </a:r>
        </a:p>
      </dsp:txBody>
      <dsp:txXfrm>
        <a:off x="783154" y="1195705"/>
        <a:ext cx="11356467" cy="597852"/>
      </dsp:txXfrm>
    </dsp:sp>
    <dsp:sp modelId="{137E7A1F-B13E-4842-A252-A26FB872BA67}">
      <dsp:nvSpPr>
        <dsp:cNvPr id="0" name=""/>
        <dsp:cNvSpPr/>
      </dsp:nvSpPr>
      <dsp:spPr>
        <a:xfrm>
          <a:off x="409496" y="1120974"/>
          <a:ext cx="747316" cy="747316"/>
        </a:xfrm>
        <a:prstGeom prst="ellipse">
          <a:avLst/>
        </a:prstGeom>
        <a:solidFill>
          <a:schemeClr val="bg1">
            <a:lumMod val="85000"/>
          </a:schemeClr>
        </a:solidFill>
        <a:ln w="19050" cap="flat" cmpd="sng" algn="ctr">
          <a:solidFill>
            <a:schemeClr val="accent1">
              <a:shade val="80000"/>
              <a:hueOff val="181866"/>
              <a:satOff val="-18964"/>
              <a:lumOff val="1274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067D339-2D4A-C741-A319-6C4FBFDA62D9}">
      <dsp:nvSpPr>
        <dsp:cNvPr id="0" name=""/>
        <dsp:cNvSpPr/>
      </dsp:nvSpPr>
      <dsp:spPr>
        <a:xfrm>
          <a:off x="783154" y="2092640"/>
          <a:ext cx="11356467" cy="597852"/>
        </a:xfrm>
        <a:prstGeom prst="rect">
          <a:avLst/>
        </a:prstGeom>
        <a:solidFill>
          <a:srgbClr val="13668D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74546" tIns="40640" rIns="40640" bIns="4064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600" kern="1200"/>
            <a:t>- ESPANSIONE AL MERCATO DEI SUV (MODELLO PUROSANGUE) E MOTORI ELETTRICI</a:t>
          </a:r>
        </a:p>
      </dsp:txBody>
      <dsp:txXfrm>
        <a:off x="783154" y="2092640"/>
        <a:ext cx="11356467" cy="597852"/>
      </dsp:txXfrm>
    </dsp:sp>
    <dsp:sp modelId="{FFF2AFA5-7BE9-6C4D-A498-285FB514786C}">
      <dsp:nvSpPr>
        <dsp:cNvPr id="0" name=""/>
        <dsp:cNvSpPr/>
      </dsp:nvSpPr>
      <dsp:spPr>
        <a:xfrm>
          <a:off x="409496" y="2017908"/>
          <a:ext cx="747316" cy="747316"/>
        </a:xfrm>
        <a:prstGeom prst="ellipse">
          <a:avLst/>
        </a:prstGeom>
        <a:solidFill>
          <a:schemeClr val="bg1">
            <a:lumMod val="85000"/>
          </a:schemeClr>
        </a:solidFill>
        <a:ln w="19050" cap="flat" cmpd="sng" algn="ctr">
          <a:solidFill>
            <a:schemeClr val="accent1">
              <a:shade val="80000"/>
              <a:hueOff val="363732"/>
              <a:satOff val="-37928"/>
              <a:lumOff val="2548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69795C9-8015-8E43-9C6A-B2D82520BF7C}">
      <dsp:nvSpPr>
        <dsp:cNvPr id="0" name=""/>
        <dsp:cNvSpPr/>
      </dsp:nvSpPr>
      <dsp:spPr>
        <a:xfrm>
          <a:off x="440391" y="2989575"/>
          <a:ext cx="11699229" cy="597852"/>
        </a:xfrm>
        <a:prstGeom prst="rect">
          <a:avLst/>
        </a:prstGeom>
        <a:solidFill>
          <a:srgbClr val="117BAD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74546" tIns="40640" rIns="40640" bIns="4064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600" kern="1200"/>
            <a:t>- REGOLAMENTI UE RELATIVI ALLE EMISSIONI MOLTO RIGIDI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600" kern="1200"/>
            <a:t>- PRESSIONI MACROECONOMICHE, RISCHIO DI PERDERE I FINANZIAMENTI DEGLI SPONSOR PRINCIPALI</a:t>
          </a:r>
        </a:p>
      </dsp:txBody>
      <dsp:txXfrm>
        <a:off x="440391" y="2989575"/>
        <a:ext cx="11699229" cy="597852"/>
      </dsp:txXfrm>
    </dsp:sp>
    <dsp:sp modelId="{A77448FF-9EB2-754A-A722-F088E305E4DB}">
      <dsp:nvSpPr>
        <dsp:cNvPr id="0" name=""/>
        <dsp:cNvSpPr/>
      </dsp:nvSpPr>
      <dsp:spPr>
        <a:xfrm>
          <a:off x="66733" y="2914843"/>
          <a:ext cx="747316" cy="747316"/>
        </a:xfrm>
        <a:prstGeom prst="ellipse">
          <a:avLst/>
        </a:prstGeom>
        <a:solidFill>
          <a:schemeClr val="bg1">
            <a:lumMod val="85000"/>
          </a:schemeClr>
        </a:solidFill>
        <a:ln w="19050" cap="flat" cmpd="sng" algn="ctr">
          <a:solidFill>
            <a:schemeClr val="accent1">
              <a:shade val="80000"/>
              <a:hueOff val="545598"/>
              <a:satOff val="-56892"/>
              <a:lumOff val="3822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3F9E2D2-C2BA-7649-8507-677AF10C6300}">
      <dsp:nvSpPr>
        <dsp:cNvPr id="0" name=""/>
        <dsp:cNvSpPr/>
      </dsp:nvSpPr>
      <dsp:spPr>
        <a:xfrm>
          <a:off x="3580" y="462981"/>
          <a:ext cx="3185069" cy="1763535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1">
            <a:alphaModFix amt="70000"/>
          </a:blip>
          <a:srcRect/>
          <a:stretch>
            <a:fillRect t="-15000" b="-15000"/>
          </a:stretch>
        </a:blip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4164A750-8AE8-8944-AA29-84C77116B972}">
      <dsp:nvSpPr>
        <dsp:cNvPr id="0" name=""/>
        <dsp:cNvSpPr/>
      </dsp:nvSpPr>
      <dsp:spPr>
        <a:xfrm>
          <a:off x="325561" y="701675"/>
          <a:ext cx="3185069" cy="1763535"/>
        </a:xfrm>
        <a:prstGeom prst="roundRect">
          <a:avLst>
            <a:gd name="adj" fmla="val 10000"/>
          </a:avLst>
        </a:prstGeom>
        <a:solidFill>
          <a:schemeClr val="accent1">
            <a:lumMod val="50000"/>
            <a:alpha val="50000"/>
          </a:schemeClr>
        </a:solidFill>
        <a:ln>
          <a:noFill/>
          <a:headEnd type="none" w="med" len="med"/>
          <a:tailEnd type="none" w="med" len="med"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000" b="1" kern="1200">
              <a:solidFill>
                <a:schemeClr val="bg1">
                  <a:lumMod val="85000"/>
                </a:schemeClr>
              </a:solidFill>
              <a:ea typeface="+mn-lt"/>
              <a:cs typeface="+mn-lt"/>
            </a:rPr>
            <a:t>Eccellenza Maranello</a:t>
          </a:r>
          <a:endParaRPr lang="it-IT" sz="2000" kern="1200">
            <a:solidFill>
              <a:schemeClr val="bg1">
                <a:lumMod val="85000"/>
              </a:schemeClr>
            </a:solidFill>
          </a:endParaRPr>
        </a:p>
        <a:p>
          <a:pPr marL="57150" lvl="1" indent="-57150" algn="ctr" defTabSz="1778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endParaRPr lang="it-IT" sz="400" kern="1200">
            <a:solidFill>
              <a:schemeClr val="bg1">
                <a:lumMod val="85000"/>
              </a:schemeClr>
            </a:solidFill>
          </a:endParaRPr>
        </a:p>
        <a:p>
          <a:pPr marL="171450" lvl="1" indent="-171450" algn="ctr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it-IT" sz="1600" kern="1200">
              <a:solidFill>
                <a:schemeClr val="bg1">
                  <a:lumMod val="85000"/>
                </a:schemeClr>
              </a:solidFill>
              <a:ea typeface="+mn-lt"/>
              <a:cs typeface="+mn-lt"/>
            </a:rPr>
            <a:t>Ferrari rappresenta a livello</a:t>
          </a:r>
          <a:endParaRPr lang="it-IT" sz="1600" kern="1200">
            <a:solidFill>
              <a:schemeClr val="bg1">
                <a:lumMod val="85000"/>
              </a:schemeClr>
            </a:solidFill>
          </a:endParaRPr>
        </a:p>
        <a:p>
          <a:pPr marL="171450" lvl="1" indent="-171450" algn="ctr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it-IT" sz="1600" kern="1200">
              <a:solidFill>
                <a:schemeClr val="bg1">
                  <a:lumMod val="85000"/>
                </a:schemeClr>
              </a:solidFill>
              <a:ea typeface="+mn-lt"/>
              <a:cs typeface="+mn-lt"/>
            </a:rPr>
            <a:t>globale performance,</a:t>
          </a:r>
          <a:endParaRPr lang="it-IT" sz="1600" kern="1200">
            <a:solidFill>
              <a:schemeClr val="bg1">
                <a:lumMod val="85000"/>
              </a:schemeClr>
            </a:solidFill>
          </a:endParaRPr>
        </a:p>
        <a:p>
          <a:pPr marL="171450" lvl="1" indent="-171450" algn="ctr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it-IT" sz="1600" kern="1200">
              <a:solidFill>
                <a:schemeClr val="bg1">
                  <a:lumMod val="85000"/>
                </a:schemeClr>
              </a:solidFill>
              <a:ea typeface="+mn-lt"/>
              <a:cs typeface="+mn-lt"/>
            </a:rPr>
            <a:t>innovazione e design. </a:t>
          </a:r>
          <a:endParaRPr lang="it-IT" sz="1600" kern="1200">
            <a:solidFill>
              <a:schemeClr val="bg1">
                <a:lumMod val="85000"/>
              </a:schemeClr>
            </a:solidFill>
          </a:endParaRPr>
        </a:p>
      </dsp:txBody>
      <dsp:txXfrm>
        <a:off x="377213" y="753327"/>
        <a:ext cx="3081765" cy="1660231"/>
      </dsp:txXfrm>
    </dsp:sp>
    <dsp:sp modelId="{A0ED7690-2CD5-5D42-A69B-3CADFA900B15}">
      <dsp:nvSpPr>
        <dsp:cNvPr id="0" name=""/>
        <dsp:cNvSpPr/>
      </dsp:nvSpPr>
      <dsp:spPr>
        <a:xfrm rot="21591649">
          <a:off x="3815002" y="1381305"/>
          <a:ext cx="512278" cy="387539"/>
        </a:xfrm>
        <a:prstGeom prst="notchedRightArrow">
          <a:avLst/>
        </a:prstGeom>
        <a:solidFill>
          <a:schemeClr val="bg1">
            <a:lumMod val="50000"/>
          </a:scheme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t-IT" sz="1600" kern="1200"/>
        </a:p>
      </dsp:txBody>
      <dsp:txXfrm>
        <a:off x="3815002" y="1458954"/>
        <a:ext cx="396016" cy="232523"/>
      </dsp:txXfrm>
    </dsp:sp>
    <dsp:sp modelId="{08D91108-9075-BE4D-AE5A-04CA9BF4BFD1}">
      <dsp:nvSpPr>
        <dsp:cNvPr id="0" name=""/>
        <dsp:cNvSpPr/>
      </dsp:nvSpPr>
      <dsp:spPr>
        <a:xfrm>
          <a:off x="4652154" y="529060"/>
          <a:ext cx="3185069" cy="1763535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2">
            <a:alphaModFix amt="70000"/>
          </a:blip>
          <a:srcRect/>
          <a:stretch>
            <a:fillRect t="-1000" b="-1000"/>
          </a:stretch>
        </a:blip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8F0D564F-D064-3B4B-B498-640CC913EEA9}">
      <dsp:nvSpPr>
        <dsp:cNvPr id="0" name=""/>
        <dsp:cNvSpPr/>
      </dsp:nvSpPr>
      <dsp:spPr>
        <a:xfrm>
          <a:off x="4972670" y="701675"/>
          <a:ext cx="3185069" cy="1763535"/>
        </a:xfrm>
        <a:prstGeom prst="roundRect">
          <a:avLst>
            <a:gd name="adj" fmla="val 10000"/>
          </a:avLst>
        </a:prstGeom>
        <a:solidFill>
          <a:schemeClr val="accent1">
            <a:lumMod val="50000"/>
            <a:alpha val="50000"/>
          </a:schemeClr>
        </a:solidFill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ts val="0"/>
            </a:spcAft>
            <a:buNone/>
          </a:pPr>
          <a:r>
            <a:rPr lang="it-IT" sz="1800" b="1" kern="1200">
              <a:solidFill>
                <a:schemeClr val="bg1">
                  <a:lumMod val="85000"/>
                </a:schemeClr>
              </a:solidFill>
              <a:ea typeface="+mn-lt"/>
              <a:cs typeface="+mn-lt"/>
            </a:rPr>
            <a:t>Posizionamento: 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600" b="1" kern="1200">
              <a:solidFill>
                <a:schemeClr val="bg1">
                  <a:lumMod val="85000"/>
                </a:schemeClr>
              </a:solidFill>
              <a:ea typeface="+mn-lt"/>
              <a:cs typeface="+mn-lt"/>
            </a:rPr>
            <a:t>“Lusso personale”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t-IT" sz="400" kern="1200">
            <a:solidFill>
              <a:schemeClr val="bg1">
                <a:lumMod val="85000"/>
              </a:schemeClr>
            </a:solidFill>
          </a:endParaRPr>
        </a:p>
        <a:p>
          <a:pPr marL="171450" lvl="1" indent="-171450" algn="ctr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it-IT" sz="1600" kern="1200">
              <a:solidFill>
                <a:schemeClr val="bg1">
                  <a:lumMod val="85000"/>
                </a:schemeClr>
              </a:solidFill>
              <a:ea typeface="+mn-lt"/>
              <a:cs typeface="+mn-lt"/>
            </a:rPr>
            <a:t>Ferrari compete nel</a:t>
          </a:r>
          <a:endParaRPr lang="it-IT" sz="1600" kern="1200">
            <a:solidFill>
              <a:schemeClr val="bg1">
                <a:lumMod val="85000"/>
              </a:schemeClr>
            </a:solidFill>
          </a:endParaRPr>
        </a:p>
        <a:p>
          <a:pPr marL="171450" lvl="1" indent="-171450" algn="ctr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it-IT" sz="1600" kern="1200">
              <a:solidFill>
                <a:schemeClr val="bg1">
                  <a:lumMod val="85000"/>
                </a:schemeClr>
              </a:solidFill>
              <a:ea typeface="+mn-lt"/>
              <a:cs typeface="+mn-lt"/>
            </a:rPr>
            <a:t>segmento del lusso</a:t>
          </a:r>
          <a:endParaRPr lang="it-IT" sz="1600" kern="1200">
            <a:solidFill>
              <a:schemeClr val="bg1">
                <a:lumMod val="85000"/>
              </a:schemeClr>
            </a:solidFill>
          </a:endParaRPr>
        </a:p>
        <a:p>
          <a:pPr marL="171450" lvl="1" indent="-171450" algn="ctr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it-IT" sz="1600" kern="1200">
              <a:solidFill>
                <a:schemeClr val="bg1">
                  <a:lumMod val="85000"/>
                </a:schemeClr>
              </a:solidFill>
              <a:ea typeface="+mn-lt"/>
              <a:cs typeface="+mn-lt"/>
            </a:rPr>
            <a:t>esclusivo.</a:t>
          </a:r>
          <a:endParaRPr lang="it-IT" sz="1600" kern="1200">
            <a:solidFill>
              <a:schemeClr val="bg1">
                <a:lumMod val="85000"/>
              </a:schemeClr>
            </a:solidFill>
          </a:endParaRPr>
        </a:p>
      </dsp:txBody>
      <dsp:txXfrm>
        <a:off x="5024322" y="753327"/>
        <a:ext cx="3081765" cy="166023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22D48D7-06F7-425B-A37C-B41424CB0D6A}">
      <dsp:nvSpPr>
        <dsp:cNvPr id="0" name=""/>
        <dsp:cNvSpPr/>
      </dsp:nvSpPr>
      <dsp:spPr>
        <a:xfrm rot="16200000">
          <a:off x="-1867795" y="2772037"/>
          <a:ext cx="4226560" cy="392277"/>
        </a:xfrm>
        <a:prstGeom prst="rect">
          <a:avLst/>
        </a:prstGeom>
        <a:solidFill>
          <a:schemeClr val="accent1">
            <a:lumMod val="20000"/>
            <a:lumOff val="80000"/>
          </a:schemeClr>
        </a:solidFill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345967" bIns="0" numCol="1" spcCol="1270" anchor="t" anchorCtr="0">
          <a:noAutofit/>
        </a:bodyPr>
        <a:lstStyle/>
        <a:p>
          <a:pPr marL="0" lvl="0" indent="0" algn="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400" kern="1200"/>
            <a:t>AUTOMOTIVE</a:t>
          </a:r>
          <a:endParaRPr lang="it-IT" sz="2700" kern="1200"/>
        </a:p>
      </dsp:txBody>
      <dsp:txXfrm>
        <a:off x="-1867795" y="2772037"/>
        <a:ext cx="4226560" cy="392277"/>
      </dsp:txXfrm>
    </dsp:sp>
    <dsp:sp modelId="{B3932540-298D-47A0-BB41-2230DE30340C}">
      <dsp:nvSpPr>
        <dsp:cNvPr id="0" name=""/>
        <dsp:cNvSpPr/>
      </dsp:nvSpPr>
      <dsp:spPr>
        <a:xfrm>
          <a:off x="441623" y="854895"/>
          <a:ext cx="1953958" cy="422656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345967" rIns="99568" bIns="99568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it-IT" sz="1400" kern="1200"/>
            <a:t>Unico competitor automobilistico con margini comparabili.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it-IT" sz="1400" kern="1200"/>
            <a:t> Esclude deliberatamente i produttori di automobili di massa a basso margine.</a:t>
          </a:r>
        </a:p>
      </dsp:txBody>
      <dsp:txXfrm>
        <a:off x="441623" y="854895"/>
        <a:ext cx="1953958" cy="4226560"/>
      </dsp:txXfrm>
    </dsp:sp>
    <dsp:sp modelId="{323E1B97-6A07-4198-9F44-F4876EC476DB}">
      <dsp:nvSpPr>
        <dsp:cNvPr id="0" name=""/>
        <dsp:cNvSpPr/>
      </dsp:nvSpPr>
      <dsp:spPr>
        <a:xfrm>
          <a:off x="49345" y="337089"/>
          <a:ext cx="784555" cy="784555"/>
        </a:xfrm>
        <a:prstGeom prst="rect">
          <a:avLst/>
        </a:prstGeom>
        <a:blipFill>
          <a:blip xmlns:r="http://schemas.openxmlformats.org/officeDocument/2006/relationships" r:embed="rId1"/>
          <a:srcRect/>
          <a:stretch>
            <a:fillRect t="-22000" b="-22000"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D7695BC-4D5D-4E89-AB80-98E33BAC1BF7}">
      <dsp:nvSpPr>
        <dsp:cNvPr id="0" name=""/>
        <dsp:cNvSpPr/>
      </dsp:nvSpPr>
      <dsp:spPr>
        <a:xfrm rot="16200000">
          <a:off x="973740" y="2772158"/>
          <a:ext cx="4226560" cy="392277"/>
        </a:xfrm>
        <a:prstGeom prst="rect">
          <a:avLst/>
        </a:prstGeom>
        <a:solidFill>
          <a:schemeClr val="accent1">
            <a:lumMod val="20000"/>
            <a:lumOff val="80000"/>
          </a:schemeClr>
        </a:solidFill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345967" bIns="0" numCol="1" spcCol="1270" anchor="t" anchorCtr="0">
          <a:noAutofit/>
        </a:bodyPr>
        <a:lstStyle/>
        <a:p>
          <a:pPr marL="0" lvl="0" indent="0" algn="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400" kern="1200"/>
            <a:t>LUXURY</a:t>
          </a:r>
          <a:endParaRPr lang="it-IT" sz="2700" kern="1200"/>
        </a:p>
      </dsp:txBody>
      <dsp:txXfrm>
        <a:off x="973740" y="2772158"/>
        <a:ext cx="4226560" cy="392277"/>
      </dsp:txXfrm>
    </dsp:sp>
    <dsp:sp modelId="{2E73312A-AC52-4A4F-A8DE-75E28F0091EA}">
      <dsp:nvSpPr>
        <dsp:cNvPr id="0" name=""/>
        <dsp:cNvSpPr/>
      </dsp:nvSpPr>
      <dsp:spPr>
        <a:xfrm>
          <a:off x="3283159" y="855017"/>
          <a:ext cx="1953958" cy="422656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345967" rIns="106680" bIns="10668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it-IT" sz="1500" kern="1200"/>
            <a:t> </a:t>
          </a:r>
          <a:r>
            <a:rPr lang="it-IT" sz="1400" kern="1200"/>
            <a:t>Riflette il vero modello di business di Ferrari: "scarsità controllata."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it-IT" sz="1400" kern="1200"/>
            <a:t>Agisce come il massimo punto di riferimento per il potere di determinazione dei prezzi e l'esclusività.</a:t>
          </a:r>
        </a:p>
      </dsp:txBody>
      <dsp:txXfrm>
        <a:off x="3283159" y="855017"/>
        <a:ext cx="1953958" cy="4226560"/>
      </dsp:txXfrm>
    </dsp:sp>
    <dsp:sp modelId="{F2EABDE4-66C5-4970-BD34-97250470421A}">
      <dsp:nvSpPr>
        <dsp:cNvPr id="0" name=""/>
        <dsp:cNvSpPr/>
      </dsp:nvSpPr>
      <dsp:spPr>
        <a:xfrm>
          <a:off x="2890881" y="337089"/>
          <a:ext cx="784555" cy="784798"/>
        </a:xfrm>
        <a:prstGeom prst="rect">
          <a:avLst/>
        </a:prstGeom>
        <a:blipFill rotWithShape="1">
          <a:blip xmlns:r="http://schemas.openxmlformats.org/officeDocument/2006/relationships" r:embed="rId2"/>
          <a:srcRect/>
          <a:stretch>
            <a:fillRect l="-7000" r="-7000"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E84827B-CA9C-44C9-9B56-118D89D968B3}">
      <dsp:nvSpPr>
        <dsp:cNvPr id="0" name=""/>
        <dsp:cNvSpPr/>
      </dsp:nvSpPr>
      <dsp:spPr>
        <a:xfrm rot="16200000">
          <a:off x="3815276" y="2772037"/>
          <a:ext cx="4226560" cy="392277"/>
        </a:xfrm>
        <a:prstGeom prst="rect">
          <a:avLst/>
        </a:prstGeom>
        <a:solidFill>
          <a:schemeClr val="accent1">
            <a:lumMod val="20000"/>
            <a:lumOff val="80000"/>
          </a:schemeClr>
        </a:solidFill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345967" bIns="0" numCol="1" spcCol="1270" anchor="t" anchorCtr="0">
          <a:noAutofit/>
        </a:bodyPr>
        <a:lstStyle/>
        <a:p>
          <a:pPr marL="0" lvl="0" indent="0" algn="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400" kern="1200"/>
            <a:t>BENCHMARK</a:t>
          </a:r>
          <a:endParaRPr lang="it-IT" sz="2700" kern="1200"/>
        </a:p>
      </dsp:txBody>
      <dsp:txXfrm>
        <a:off x="3815276" y="2772037"/>
        <a:ext cx="4226560" cy="392277"/>
      </dsp:txXfrm>
    </dsp:sp>
    <dsp:sp modelId="{035AB2AF-FA5F-4A42-82AC-78E2A693DB43}">
      <dsp:nvSpPr>
        <dsp:cNvPr id="0" name=""/>
        <dsp:cNvSpPr/>
      </dsp:nvSpPr>
      <dsp:spPr>
        <a:xfrm>
          <a:off x="6124695" y="854895"/>
          <a:ext cx="1953958" cy="422656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345967" rIns="106680" bIns="10668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it-IT" sz="1500" kern="1200"/>
            <a:t> </a:t>
          </a:r>
          <a:r>
            <a:rPr lang="it-IT" sz="1400" kern="1200"/>
            <a:t>Un ampio indice che include sia il settore automobilistico sia quello del lusso.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it-IT" sz="1400" kern="1200"/>
            <a:t> Fornisce un punto di riferimento neutrale per dimostrare che le azioni Ferrari si comportano come un bene di lusso, non come un produttore di automobili.</a:t>
          </a:r>
        </a:p>
      </dsp:txBody>
      <dsp:txXfrm>
        <a:off x="6124695" y="854895"/>
        <a:ext cx="1953958" cy="4226560"/>
      </dsp:txXfrm>
    </dsp:sp>
    <dsp:sp modelId="{E292716B-003B-4C09-856E-2D288B03384D}">
      <dsp:nvSpPr>
        <dsp:cNvPr id="0" name=""/>
        <dsp:cNvSpPr/>
      </dsp:nvSpPr>
      <dsp:spPr>
        <a:xfrm>
          <a:off x="5732418" y="337089"/>
          <a:ext cx="784555" cy="784555"/>
        </a:xfrm>
        <a:prstGeom prst="rect">
          <a:avLst/>
        </a:prstGeom>
        <a:blipFill rotWithShape="1">
          <a:blip xmlns:r="http://schemas.openxmlformats.org/officeDocument/2006/relationships" r:embed="rId3"/>
          <a:srcRect/>
          <a:stretch>
            <a:fillRect l="-6000" r="-6000"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854DADC-0667-41D2-8486-716541A44F38}">
      <dsp:nvSpPr>
        <dsp:cNvPr id="0" name=""/>
        <dsp:cNvSpPr/>
      </dsp:nvSpPr>
      <dsp:spPr>
        <a:xfrm>
          <a:off x="43518" y="0"/>
          <a:ext cx="3172043" cy="1903225"/>
        </a:xfrm>
        <a:prstGeom prst="rect">
          <a:avLst/>
        </a:prstGeom>
        <a:solidFill>
          <a:schemeClr val="accent1">
            <a:lumMod val="75000"/>
            <a:alpha val="50000"/>
          </a:schemeClr>
        </a:solidFill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000" b="1" i="0" kern="1200" baseline="0">
              <a:solidFill>
                <a:schemeClr val="bg1">
                  <a:lumMod val="85000"/>
                </a:schemeClr>
              </a:solidFill>
            </a:rPr>
            <a:t>Media dei rendimenti positiva 0,10 %</a:t>
          </a:r>
          <a:r>
            <a:rPr lang="it-IT" sz="2000" b="0" i="0" kern="1200" baseline="0">
              <a:solidFill>
                <a:schemeClr val="bg1">
                  <a:lumMod val="85000"/>
                </a:schemeClr>
              </a:solidFill>
            </a:rPr>
            <a:t> 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t-IT" sz="600" b="0" i="0" kern="1200" baseline="0">
            <a:solidFill>
              <a:schemeClr val="bg1">
                <a:lumMod val="85000"/>
              </a:schemeClr>
            </a:solidFill>
          </a:endParaRP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600" b="0" i="0" kern="1200" baseline="0">
              <a:solidFill>
                <a:schemeClr val="bg1">
                  <a:lumMod val="85000"/>
                </a:schemeClr>
              </a:solidFill>
            </a:rPr>
            <a:t>Il titolo mostra una </a:t>
          </a:r>
          <a:r>
            <a:rPr lang="it-IT" sz="1600" b="1" i="0" kern="1200" baseline="0">
              <a:solidFill>
                <a:schemeClr val="bg1">
                  <a:lumMod val="85000"/>
                </a:schemeClr>
              </a:solidFill>
            </a:rPr>
            <a:t>crescita costante</a:t>
          </a:r>
          <a:r>
            <a:rPr lang="it-IT" sz="1600" b="0" i="0" kern="1200" baseline="0">
              <a:solidFill>
                <a:schemeClr val="bg1">
                  <a:lumMod val="85000"/>
                </a:schemeClr>
              </a:solidFill>
            </a:rPr>
            <a:t> nel periodo analizzato.</a:t>
          </a:r>
          <a:endParaRPr lang="en-US" sz="1600" kern="1200">
            <a:solidFill>
              <a:schemeClr val="bg1">
                <a:lumMod val="85000"/>
              </a:schemeClr>
            </a:solidFill>
          </a:endParaRPr>
        </a:p>
      </dsp:txBody>
      <dsp:txXfrm>
        <a:off x="43518" y="0"/>
        <a:ext cx="3172043" cy="1903225"/>
      </dsp:txXfrm>
    </dsp:sp>
    <dsp:sp modelId="{20FFD259-D27F-4C65-97CD-DA9A84185807}">
      <dsp:nvSpPr>
        <dsp:cNvPr id="0" name=""/>
        <dsp:cNvSpPr/>
      </dsp:nvSpPr>
      <dsp:spPr>
        <a:xfrm>
          <a:off x="8670777" y="0"/>
          <a:ext cx="3172043" cy="1903225"/>
        </a:xfrm>
        <a:prstGeom prst="rect">
          <a:avLst/>
        </a:prstGeom>
        <a:solidFill>
          <a:schemeClr val="accent1">
            <a:alpha val="50000"/>
          </a:schemeClr>
        </a:solidFill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000" b="1" i="0" kern="1200" baseline="0">
              <a:solidFill>
                <a:schemeClr val="bg1">
                  <a:lumMod val="85000"/>
                </a:schemeClr>
              </a:solidFill>
            </a:rPr>
            <a:t>Deviazione standard  1,69%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t-IT" sz="100" b="1" i="0" kern="1200" baseline="0">
            <a:solidFill>
              <a:schemeClr val="bg1">
                <a:lumMod val="85000"/>
              </a:schemeClr>
            </a:solidFill>
          </a:endParaRP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600" b="0" i="0" kern="1200" baseline="0">
              <a:solidFill>
                <a:schemeClr val="bg1">
                  <a:lumMod val="85000"/>
                </a:schemeClr>
              </a:solidFill>
            </a:rPr>
            <a:t>Ferrari presenta una </a:t>
          </a:r>
          <a:r>
            <a:rPr lang="it-IT" sz="1600" b="1" i="0" kern="1200" baseline="0">
              <a:solidFill>
                <a:schemeClr val="bg1">
                  <a:lumMod val="85000"/>
                </a:schemeClr>
              </a:solidFill>
            </a:rPr>
            <a:t>variabilità significativa</a:t>
          </a:r>
          <a:r>
            <a:rPr lang="it-IT" sz="1600" b="0" i="0" kern="1200" baseline="0">
              <a:solidFill>
                <a:schemeClr val="bg1">
                  <a:lumMod val="85000"/>
                </a:schemeClr>
              </a:solidFill>
            </a:rPr>
            <a:t> nel breve termine; i prezzi sono "nervosi" e oscillano mediamente di circa l'1,7% ogni giorno.</a:t>
          </a:r>
          <a:endParaRPr lang="en-US" sz="1600" kern="1200">
            <a:solidFill>
              <a:schemeClr val="bg1">
                <a:lumMod val="85000"/>
              </a:schemeClr>
            </a:solidFill>
          </a:endParaRPr>
        </a:p>
      </dsp:txBody>
      <dsp:txXfrm>
        <a:off x="8670777" y="0"/>
        <a:ext cx="3172043" cy="1903225"/>
      </dsp:txXfrm>
    </dsp:sp>
    <dsp:sp modelId="{081186C8-BFA4-47C9-B460-5FCF8AABC684}">
      <dsp:nvSpPr>
        <dsp:cNvPr id="0" name=""/>
        <dsp:cNvSpPr/>
      </dsp:nvSpPr>
      <dsp:spPr>
        <a:xfrm>
          <a:off x="8704271" y="2222939"/>
          <a:ext cx="3172043" cy="1903225"/>
        </a:xfrm>
        <a:prstGeom prst="rect">
          <a:avLst/>
        </a:prstGeom>
        <a:solidFill>
          <a:schemeClr val="accent1">
            <a:lumMod val="75000"/>
            <a:alpha val="50000"/>
          </a:schemeClr>
        </a:solidFill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000" b="1" i="0" kern="1200" baseline="0">
              <a:solidFill>
                <a:schemeClr val="bg1">
                  <a:lumMod val="85000"/>
                </a:schemeClr>
              </a:solidFill>
            </a:rPr>
            <a:t>Asimmetria -0,00062</a:t>
          </a:r>
          <a:r>
            <a:rPr lang="it-IT" sz="2000" b="0" i="0" kern="1200" baseline="0">
              <a:solidFill>
                <a:schemeClr val="bg1">
                  <a:lumMod val="85000"/>
                </a:schemeClr>
              </a:solidFill>
            </a:rPr>
            <a:t>  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t-IT" sz="100" b="0" i="0" kern="1200" baseline="0">
            <a:solidFill>
              <a:schemeClr val="bg1">
                <a:lumMod val="85000"/>
              </a:schemeClr>
            </a:solidFill>
          </a:endParaRP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600" b="0" i="0" kern="1200" baseline="0">
              <a:solidFill>
                <a:schemeClr val="bg1">
                  <a:lumMod val="85000"/>
                </a:schemeClr>
              </a:solidFill>
            </a:rPr>
            <a:t>La distribuzione dei rendimenti è </a:t>
          </a:r>
          <a:r>
            <a:rPr lang="it-IT" sz="1600" b="1" i="0" kern="1200" baseline="0">
              <a:solidFill>
                <a:schemeClr val="bg1">
                  <a:lumMod val="85000"/>
                </a:schemeClr>
              </a:solidFill>
            </a:rPr>
            <a:t>quasi perfetta</a:t>
          </a:r>
          <a:r>
            <a:rPr lang="it-IT" sz="1600" b="0" i="0" kern="1200" baseline="0">
              <a:solidFill>
                <a:schemeClr val="bg1">
                  <a:lumMod val="85000"/>
                </a:schemeClr>
              </a:solidFill>
            </a:rPr>
            <a:t>, con una lievissima tendenza a registrare piccole perdite frequenti rispetto ai guadagni.</a:t>
          </a:r>
          <a:endParaRPr lang="en-US" sz="1600" kern="1200">
            <a:solidFill>
              <a:schemeClr val="bg1">
                <a:lumMod val="85000"/>
              </a:schemeClr>
            </a:solidFill>
          </a:endParaRPr>
        </a:p>
      </dsp:txBody>
      <dsp:txXfrm>
        <a:off x="8704271" y="2222939"/>
        <a:ext cx="3172043" cy="1903225"/>
      </dsp:txXfrm>
    </dsp:sp>
    <dsp:sp modelId="{C2579BB4-4F05-4B85-98D6-2706FB579E4A}">
      <dsp:nvSpPr>
        <dsp:cNvPr id="0" name=""/>
        <dsp:cNvSpPr/>
      </dsp:nvSpPr>
      <dsp:spPr>
        <a:xfrm>
          <a:off x="31686" y="2222939"/>
          <a:ext cx="3172043" cy="1903225"/>
        </a:xfrm>
        <a:prstGeom prst="rect">
          <a:avLst/>
        </a:prstGeom>
        <a:solidFill>
          <a:schemeClr val="accent1">
            <a:lumMod val="75000"/>
            <a:alpha val="50000"/>
          </a:schemeClr>
        </a:solidFill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000" b="1" i="0" kern="1200" baseline="0">
              <a:solidFill>
                <a:schemeClr val="bg1">
                  <a:lumMod val="85000"/>
                </a:schemeClr>
              </a:solidFill>
              <a:latin typeface="Aptos" panose="020B0004020202020204"/>
              <a:ea typeface="+mn-ea"/>
              <a:cs typeface="+mn-cs"/>
            </a:rPr>
            <a:t>Curtosi 5,46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t-IT" sz="600" b="1" i="0" kern="1200" baseline="0">
            <a:solidFill>
              <a:schemeClr val="bg1">
                <a:lumMod val="85000"/>
              </a:schemeClr>
            </a:solidFill>
            <a:latin typeface="Aptos" panose="020B0004020202020204"/>
            <a:ea typeface="+mn-ea"/>
            <a:cs typeface="+mn-cs"/>
          </a:endParaRP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600" b="1" i="0" kern="1200" baseline="0">
              <a:solidFill>
                <a:schemeClr val="bg1">
                  <a:lumMod val="85000"/>
                </a:schemeClr>
              </a:solidFill>
              <a:latin typeface="Aptos" panose="020B0004020202020204"/>
              <a:ea typeface="+mn-ea"/>
              <a:cs typeface="+mn-cs"/>
            </a:rPr>
            <a:t> </a:t>
          </a:r>
          <a:r>
            <a:rPr lang="it-IT" sz="1600" b="0" i="0" kern="1200" baseline="0">
              <a:solidFill>
                <a:schemeClr val="bg1">
                  <a:lumMod val="85000"/>
                </a:schemeClr>
              </a:solidFill>
              <a:latin typeface="Aptos" panose="020B0004020202020204"/>
              <a:ea typeface="+mn-ea"/>
              <a:cs typeface="+mn-cs"/>
            </a:rPr>
            <a:t>Indica un’alta probabilità di eventi estremi, il titolo può essere considerato soggetto a </a:t>
          </a:r>
          <a:r>
            <a:rPr lang="it-IT" sz="1600" b="1" i="0" kern="1200" baseline="0">
              <a:solidFill>
                <a:schemeClr val="bg1">
                  <a:lumMod val="85000"/>
                </a:schemeClr>
              </a:solidFill>
              <a:latin typeface="Aptos" panose="020B0004020202020204"/>
              <a:ea typeface="+mn-ea"/>
              <a:cs typeface="+mn-cs"/>
            </a:rPr>
            <a:t>shock</a:t>
          </a:r>
          <a:r>
            <a:rPr lang="it-IT" sz="1600" b="0" i="0" kern="1200" baseline="0">
              <a:solidFill>
                <a:schemeClr val="bg1">
                  <a:lumMod val="85000"/>
                </a:schemeClr>
              </a:solidFill>
              <a:latin typeface="Aptos" panose="020B0004020202020204"/>
              <a:ea typeface="+mn-ea"/>
              <a:cs typeface="+mn-cs"/>
            </a:rPr>
            <a:t> </a:t>
          </a:r>
          <a:r>
            <a:rPr lang="it-IT" sz="1600" b="1" i="0" kern="1200" baseline="0">
              <a:solidFill>
                <a:schemeClr val="bg1">
                  <a:lumMod val="85000"/>
                </a:schemeClr>
              </a:solidFill>
              <a:latin typeface="Aptos" panose="020B0004020202020204"/>
              <a:ea typeface="+mn-ea"/>
              <a:cs typeface="+mn-cs"/>
            </a:rPr>
            <a:t>violenti e improvvisi</a:t>
          </a:r>
          <a:r>
            <a:rPr lang="it-IT" sz="1600" b="0" i="0" kern="1200" baseline="0">
              <a:solidFill>
                <a:schemeClr val="bg1">
                  <a:lumMod val="85000"/>
                </a:schemeClr>
              </a:solidFill>
              <a:latin typeface="Aptos" panose="020B0004020202020204"/>
              <a:ea typeface="+mn-ea"/>
              <a:cs typeface="+mn-cs"/>
            </a:rPr>
            <a:t>.</a:t>
          </a:r>
          <a:endParaRPr lang="en-US" sz="2000" b="0" i="0" kern="1200" baseline="0">
            <a:solidFill>
              <a:schemeClr val="bg1">
                <a:lumMod val="85000"/>
              </a:schemeClr>
            </a:solidFill>
            <a:latin typeface="Aptos" panose="020B0004020202020204"/>
            <a:ea typeface="+mn-ea"/>
            <a:cs typeface="+mn-cs"/>
          </a:endParaRPr>
        </a:p>
      </dsp:txBody>
      <dsp:txXfrm>
        <a:off x="31686" y="2222939"/>
        <a:ext cx="3172043" cy="1903225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5B6DBF7-0B47-42AC-AD20-5F73815C76A1}">
      <dsp:nvSpPr>
        <dsp:cNvPr id="0" name=""/>
        <dsp:cNvSpPr/>
      </dsp:nvSpPr>
      <dsp:spPr>
        <a:xfrm>
          <a:off x="282221" y="159118"/>
          <a:ext cx="1371985" cy="1371985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6B2C3F7-D519-44EB-95C0-748B84CABA09}">
      <dsp:nvSpPr>
        <dsp:cNvPr id="0" name=""/>
        <dsp:cNvSpPr/>
      </dsp:nvSpPr>
      <dsp:spPr>
        <a:xfrm>
          <a:off x="570337" y="447234"/>
          <a:ext cx="795751" cy="79575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58B8532-D53F-4CB0-BECD-B2C6B2AB243B}">
      <dsp:nvSpPr>
        <dsp:cNvPr id="0" name=""/>
        <dsp:cNvSpPr/>
      </dsp:nvSpPr>
      <dsp:spPr>
        <a:xfrm>
          <a:off x="1948202" y="159118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300" b="1" i="0" kern="1200" baseline="0"/>
            <a:t>Sovraperformance di mercato:</a:t>
          </a:r>
          <a:r>
            <a:rPr lang="it-IT" sz="1300" b="0" i="0" kern="1200" baseline="0"/>
            <a:t> Ferrari non si è limitata a dominare il settore </a:t>
          </a:r>
          <a:r>
            <a:rPr lang="it-IT" sz="1300" b="0" i="1" kern="1200" baseline="0"/>
            <a:t>automotive</a:t>
          </a:r>
          <a:r>
            <a:rPr lang="it-IT" sz="1300" b="0" i="0" kern="1200" baseline="0"/>
            <a:t>, ma ha sovraperformato in modo netto l'intero mercato azionario europeo.</a:t>
          </a:r>
        </a:p>
      </dsp:txBody>
      <dsp:txXfrm>
        <a:off x="1948202" y="159118"/>
        <a:ext cx="3233964" cy="1371985"/>
      </dsp:txXfrm>
    </dsp:sp>
    <dsp:sp modelId="{2C4AB993-0730-4600-A066-9F2C616E6271}">
      <dsp:nvSpPr>
        <dsp:cNvPr id="0" name=""/>
        <dsp:cNvSpPr/>
      </dsp:nvSpPr>
      <dsp:spPr>
        <a:xfrm>
          <a:off x="5745661" y="159118"/>
          <a:ext cx="1371985" cy="1371985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3D43F9F-B357-4433-B186-06B7A733D813}">
      <dsp:nvSpPr>
        <dsp:cNvPr id="0" name=""/>
        <dsp:cNvSpPr/>
      </dsp:nvSpPr>
      <dsp:spPr>
        <a:xfrm>
          <a:off x="6033778" y="447234"/>
          <a:ext cx="795751" cy="79575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0FF252B-6084-4363-B9DD-EDD07D201F6B}">
      <dsp:nvSpPr>
        <dsp:cNvPr id="0" name=""/>
        <dsp:cNvSpPr/>
      </dsp:nvSpPr>
      <dsp:spPr>
        <a:xfrm>
          <a:off x="7411643" y="159118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300" b="1" i="0" kern="1200" baseline="0"/>
            <a:t>Resilienza del modello di business:</a:t>
          </a:r>
          <a:r>
            <a:rPr lang="it-IT" sz="1300" b="0" i="0" kern="1200" baseline="0"/>
            <a:t> elevate barriere all'ingresso, forza del brand (consolidata dalla F1) e "scarsità controllata" generano un valore eccezionale per gli azionisti, slegato dai cicli macroeconomici.</a:t>
          </a:r>
          <a:endParaRPr lang="en-US" sz="1300" kern="1200"/>
        </a:p>
      </dsp:txBody>
      <dsp:txXfrm>
        <a:off x="7411643" y="159118"/>
        <a:ext cx="3233964" cy="1371985"/>
      </dsp:txXfrm>
    </dsp:sp>
    <dsp:sp modelId="{C6DBA53A-78C4-4FC2-AFEB-846274CF6175}">
      <dsp:nvSpPr>
        <dsp:cNvPr id="0" name=""/>
        <dsp:cNvSpPr/>
      </dsp:nvSpPr>
      <dsp:spPr>
        <a:xfrm>
          <a:off x="282221" y="2158301"/>
          <a:ext cx="1371985" cy="1371985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DA61173-943F-442E-A3FD-68BA2A1F301A}">
      <dsp:nvSpPr>
        <dsp:cNvPr id="0" name=""/>
        <dsp:cNvSpPr/>
      </dsp:nvSpPr>
      <dsp:spPr>
        <a:xfrm>
          <a:off x="570337" y="2446418"/>
          <a:ext cx="795751" cy="79575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5179F7B-E68E-45EC-BB7C-A0AA69252BA5}">
      <dsp:nvSpPr>
        <dsp:cNvPr id="0" name=""/>
        <dsp:cNvSpPr/>
      </dsp:nvSpPr>
      <dsp:spPr>
        <a:xfrm>
          <a:off x="1948202" y="2158301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300" b="1" i="0" kern="1200" baseline="0"/>
            <a:t>Profilo di rischio/rendimento:</a:t>
          </a:r>
          <a:r>
            <a:rPr lang="it-IT" sz="1300" b="0" i="0" kern="1200" baseline="0"/>
            <a:t> l'analisi di volatilità e rendimenti logaritmici conferma che, pur subendo shock di breve termine (COVID-19, crisi geopolitiche), il posizionamento nel lusso esclusivo garantisce resilienza nel lungo periodo.</a:t>
          </a:r>
          <a:endParaRPr lang="en-US" sz="1300" kern="1200"/>
        </a:p>
      </dsp:txBody>
      <dsp:txXfrm>
        <a:off x="1948202" y="2158301"/>
        <a:ext cx="3233964" cy="1371985"/>
      </dsp:txXfrm>
    </dsp:sp>
    <dsp:sp modelId="{E2E9126F-7131-4ED3-95A0-DE2598B8F149}">
      <dsp:nvSpPr>
        <dsp:cNvPr id="0" name=""/>
        <dsp:cNvSpPr/>
      </dsp:nvSpPr>
      <dsp:spPr>
        <a:xfrm>
          <a:off x="5745661" y="2158301"/>
          <a:ext cx="1371985" cy="1371985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9B494A3-E518-43FA-A7D5-5A3479D7C1EC}">
      <dsp:nvSpPr>
        <dsp:cNvPr id="0" name=""/>
        <dsp:cNvSpPr/>
      </dsp:nvSpPr>
      <dsp:spPr>
        <a:xfrm>
          <a:off x="6033778" y="2446418"/>
          <a:ext cx="795751" cy="79575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AAA2BC6-A3BB-4DF1-ACF9-659BE841E01A}">
      <dsp:nvSpPr>
        <dsp:cNvPr id="0" name=""/>
        <dsp:cNvSpPr/>
      </dsp:nvSpPr>
      <dsp:spPr>
        <a:xfrm>
          <a:off x="7411643" y="2158301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300" b="1" i="0" kern="1200" baseline="0"/>
            <a:t>Premio al rischio:</a:t>
          </a:r>
          <a:r>
            <a:rPr lang="it-IT" sz="1300" b="0" i="0" kern="1200" baseline="0"/>
            <a:t> gli investitori che hanno tollerato il maggior rischio specifico del comparto lusso sono stati ricompensati con un extra-rendimento, validando la strategia basata sull'inelasticità della domanda e su un elevato </a:t>
          </a:r>
          <a:r>
            <a:rPr lang="it-IT" sz="1300" b="0" i="1" kern="1200" baseline="0"/>
            <a:t>pricing power</a:t>
          </a:r>
          <a:r>
            <a:rPr lang="it-IT" sz="1300" b="0" i="0" kern="1200" baseline="0"/>
            <a:t>.</a:t>
          </a:r>
          <a:endParaRPr lang="en-US" sz="1300" kern="1200"/>
        </a:p>
      </dsp:txBody>
      <dsp:txXfrm>
        <a:off x="7411643" y="2158301"/>
        <a:ext cx="3233964" cy="137198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Process10">
  <dgm:title val=""/>
  <dgm:desc val=""/>
  <dgm:catLst>
    <dgm:cat type="process" pri="3000"/>
    <dgm:cat type="picture" pri="30000"/>
    <dgm:cat type="pictureconvert" pri="3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" refType="w"/>
      <dgm:constr type="w" for="ch" ptType="sibTrans" refType="w" refFor="ch" refForName="composite" op="equ" fact="0.3333"/>
      <dgm:constr type="primFontSz" for="des" forName="txNode" op="equ" val="65"/>
      <dgm:constr type="primFontSz" for="des" forName="connTx" op="equ" val="55"/>
      <dgm:constr type="primFontSz" for="des" forName="connTx" refType="primFontSz" refFor="des" refForName="txNode" op="lte" fact="0.8"/>
    </dgm:constrLst>
    <dgm:ruleLst/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l" for="ch" forName="imagSh"/>
              <dgm:constr type="w" for="ch" forName="imagSh" refType="w" fact="0.86"/>
              <dgm:constr type="t" for="ch" forName="imagSh"/>
              <dgm:constr type="h" for="ch" forName="imagSh" refType="w" refFor="ch" refForName="imagSh"/>
              <dgm:constr type="l" for="ch" forName="txNode" refType="w" fact="0.14"/>
              <dgm:constr type="w" for="ch" forName="txNode" refType="w" refFor="ch" refForName="imagSh"/>
              <dgm:constr type="t" for="ch" forName="txNode" refType="h" refFor="ch" refForName="imagSh" fact="0.6"/>
              <dgm:constr type="h" for="ch" forName="txNode" refType="h" refFor="ch" refForName="imagSh"/>
            </dgm:constrLst>
          </dgm:if>
          <dgm:else name="Name7">
            <dgm:constrLst>
              <dgm:constr type="l" for="ch" forName="imagSh" refType="w" fact="0.14"/>
              <dgm:constr type="w" for="ch" forName="imagSh" refType="w" fact="0.86"/>
              <dgm:constr type="t" for="ch" forName="imagSh"/>
              <dgm:constr type="h" for="ch" forName="imagSh" refType="w" refFor="ch" refForName="imagSh"/>
              <dgm:constr type="l" for="ch" forName="txNode"/>
              <dgm:constr type="w" for="ch" forName="txNode" refType="w" refFor="ch" refForName="imagSh"/>
              <dgm:constr type="t" for="ch" forName="txNode" refType="h" refFor="ch" refForName="imagSh" fact="0.6"/>
              <dgm:constr type="h" for="ch" forName="txNode" refType="h" refFor="ch" refForName="imagSh"/>
            </dgm:constrLst>
          </dgm:else>
        </dgm:choose>
        <dgm:ruleLst/>
        <dgm:layoutNode name="imagSh" styleLbl="bgImgPlace1">
          <dgm:alg type="sp"/>
          <dgm:shape xmlns:r="http://schemas.openxmlformats.org/officeDocument/2006/relationships" type="roundRect" r:blip="" blipPhldr="1">
            <dgm:adjLst>
              <dgm:adj idx="1" val="0.1"/>
            </dgm:adjLst>
          </dgm:shape>
          <dgm:presOf/>
          <dgm:constrLst/>
          <dgm:ruleLst/>
        </dgm:layoutNode>
        <dgm:layoutNode name="tx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  <dgm:param type="srcNode" val="imagSh"/>
            <dgm:param type="dstNode" val="imagSh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35"/>
            <dgm:constr type="endPad" refType="connDist" fact="0.3"/>
          </dgm:constrLst>
          <dgm:ruleLst/>
          <dgm:layoutNode name="connTx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List2">
  <dgm:title val=""/>
  <dgm:desc val=""/>
  <dgm:catLst>
    <dgm:cat type="list" pri="6000"/>
    <dgm:cat type="relationship" pri="16000"/>
    <dgm:cat type="picture" pri="29000"/>
    <dgm:cat type="pictureconvert" pri="2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/>
    </dgm:varLst>
    <dgm:choose name="Name0">
      <dgm:if name="Name1" func="var" arg="dir" op="equ" val="norm">
        <dgm:alg type="lin">
          <dgm:param type="linDir" val="fromL"/>
          <dgm:param type="nodeVertAlign" val="t"/>
        </dgm:alg>
      </dgm:if>
      <dgm:else name="Name2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Node" refType="w"/>
      <dgm:constr type="h" for="ch" forName="compositeNode" refType="h"/>
      <dgm:constr type="w" for="ch" forName="sibTrans" refType="w" refFor="ch" refForName="compositeNode" op="equ" fact="0.2"/>
      <dgm:constr type="h" for="des" forName="childNode" op="equ"/>
      <dgm:constr type="w" for="des" forName="childNode" op="equ"/>
      <dgm:constr type="w" for="des" forName="parentNode" op="equ"/>
      <dgm:constr type="h" for="des" forName="image" op="equ"/>
      <dgm:constr type="w" for="des" forName="image" op="equ"/>
      <dgm:constr type="primFontSz" for="des" forName="parentNode" op="equ" val="65"/>
      <dgm:constr type="primFontSz" for="des" forName="childNode" op="equ" val="65"/>
    </dgm:constrLst>
    <dgm:ruleLst/>
    <dgm:forEach name="Name3" axis="ch" ptType="node">
      <dgm:layoutNode name="compositeNode">
        <dgm:varLst>
          <dgm:bulletEnabled val="1"/>
        </dgm:varLst>
        <dgm:alg type="composite"/>
        <dgm:presOf/>
        <dgm:choose name="Name4">
          <dgm:if name="Name5" func="var" arg="dir" op="equ" val="norm">
            <dgm:constrLst>
              <dgm:constr type="w" for="ch" forName="image" refType="w"/>
              <dgm:constr type="h" for="ch" forName="image" refType="h"/>
              <dgm:constr type="h" for="ch" forName="image" refType="w" refFor="ch" refForName="image" op="lte"/>
              <dgm:constr type="w" for="ch" forName="image" refType="h" refFor="ch" refForName="image" op="lte"/>
              <dgm:constr type="w" for="ch" forName="image" refType="w" op="lte" fact="0.33"/>
              <dgm:constr type="h" for="ch" forName="image" refType="h" op="lte" fact="0.33"/>
              <dgm:constr type="t" for="ch" forName="image"/>
              <dgm:constr type="l" for="ch" forName="image"/>
              <dgm:constr type="w" for="ch" forName="childNode" refType="w" fact="0.85"/>
              <dgm:constr type="h" for="ch" forName="childNode" refType="h" fact="0.78"/>
              <dgm:constr type="t" for="ch" forName="childNode" refType="h" refFor="ch" refForName="image" fact="0.66"/>
              <dgm:constr type="l" for="ch" forName="childNode" refType="w" refFor="ch" refForName="image" fact="0.5"/>
              <dgm:constr type="tMarg" for="ch" forName="childNode" refType="w" refFor="ch" refForName="image" fact="1.25"/>
              <dgm:constr type="t" for="ch" forName="parentNode" refType="h" refFor="ch" refForName="image" fact="0.66"/>
              <dgm:constr type="b" for="ch" forName="parentNode" refType="b" refFor="ch" refForName="childNode"/>
              <dgm:constr type="l" for="ch" forName="parentNode"/>
              <dgm:constr type="r" for="ch" forName="parentNode" refType="l" refFor="ch" refForName="childNode"/>
              <dgm:constr type="rMarg" for="ch" forName="parentNode" refType="w" refFor="ch" refForName="image" fact="1.25"/>
            </dgm:constrLst>
          </dgm:if>
          <dgm:else name="Name6">
            <dgm:constrLst>
              <dgm:constr type="w" for="ch" forName="image" refType="w"/>
              <dgm:constr type="h" for="ch" forName="image" refType="h"/>
              <dgm:constr type="h" for="ch" forName="image" refType="w" refFor="ch" refForName="image" op="lte"/>
              <dgm:constr type="w" for="ch" forName="image" refType="h" refFor="ch" refForName="image" op="lte"/>
              <dgm:constr type="w" for="ch" forName="image" refType="w" op="lte" fact="0.33"/>
              <dgm:constr type="h" for="ch" forName="image" refType="h" op="lte" fact="0.33"/>
              <dgm:constr type="t" for="ch" forName="image"/>
              <dgm:constr type="r" for="ch" forName="image" refType="w"/>
              <dgm:constr type="w" for="ch" forName="childNode" refType="w" fact="0.85"/>
              <dgm:constr type="h" for="ch" forName="childNode" refType="h" fact="0.78"/>
              <dgm:constr type="t" for="ch" forName="childNode" refType="h" refFor="ch" refForName="image" fact="0.66"/>
              <dgm:constr type="r" for="ch" forName="childNode" refType="w"/>
              <dgm:constr type="rOff" for="ch" forName="childNode" refType="w" refFor="ch" refForName="image" fact="-0.5"/>
              <dgm:constr type="tMarg" for="ch" forName="childNode" refType="w" refFor="ch" refForName="image" fact="1.25"/>
              <dgm:constr type="t" for="ch" forName="parentNode" refType="h" refFor="ch" refForName="image" fact="0.66"/>
              <dgm:constr type="b" for="ch" forName="parentNode" refType="b" refFor="ch" refForName="childNode"/>
              <dgm:constr type="r" for="ch" forName="parentNode" refType="w"/>
              <dgm:constr type="l" for="ch" forName="parentNode" refType="r" refFor="ch" refForName="childNode"/>
              <dgm:constr type="lOff" for="ch" forName="parentNode" refType="rOff" refFor="ch" refForName="childNode"/>
              <dgm:constr type="lMarg" for="ch" forName="parentNode" refType="w" refFor="ch" refForName="image" fact="1.25"/>
            </dgm:constrLst>
          </dgm:else>
        </dgm:choose>
        <dgm:ruleLst>
          <dgm:rule type="w" for="ch" forName="childNode" val="NaN" fact="0.4" max="NaN"/>
          <dgm:rule type="h" for="ch" forName="childNode" val="NaN" fact="0.5" max="NaN"/>
        </dgm:ruleLst>
        <dgm:layoutNode name="image" styleLbl="fgImgPlace1">
          <dgm:alg type="sp"/>
          <dgm:shape xmlns:r="http://schemas.openxmlformats.org/officeDocument/2006/relationships" type="rect" r:blip="" zOrderOff="4" blipPhldr="1">
            <dgm:adjLst/>
          </dgm:shape>
          <dgm:presOf/>
          <dgm:constrLst/>
          <dgm:ruleLst/>
        </dgm:layoutNode>
        <dgm:layoutNode name="childNode" styleLbl="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 zOrderOff="2">
            <dgm:adjLst/>
          </dgm:shape>
          <dgm:presOf axis="des" ptType="node"/>
          <dgm:constrLst/>
          <dgm:ruleLst>
            <dgm:rule type="primFontSz" val="5" fact="NaN" max="NaN"/>
          </dgm:ruleLst>
        </dgm:layoutNode>
        <dgm:layoutNode name="parentNode" styleLbl="revTx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autoTxRot" val="grav"/>
                <dgm:param type="txAnchorVert" val="t"/>
                <dgm:param type="parTxLTRAlign" val="r"/>
                <dgm:param type="parTxRTLAlign" val="r"/>
              </dgm:alg>
              <dgm:shape xmlns:r="http://schemas.openxmlformats.org/officeDocument/2006/relationships" rot="270" type="rect" r:blip="">
                <dgm:adjLst/>
              </dgm:shape>
              <dgm:presOf axis="self"/>
              <dgm:constrLst>
                <dgm:constr type="lMarg"/>
                <dgm:constr type="bMarg"/>
                <dgm:constr type="tMarg"/>
              </dgm:constrLst>
            </dgm:if>
            <dgm:else name="Name9">
              <dgm:alg type="tx">
                <dgm:param type="autoTxRot" val="grav"/>
                <dgm:param type="parTxLTRAlign" val="l"/>
                <dgm:param type="parTxRTLAlign" val="l"/>
              </dgm:alg>
              <dgm:shape xmlns:r="http://schemas.openxmlformats.org/officeDocument/2006/relationships" rot="90" type="rect" r:blip="">
                <dgm:adjLst/>
              </dgm:shape>
              <dgm:presOf axis="self"/>
              <dgm:constrLst>
                <dgm:constr type="rMarg"/>
                <dgm:constr type="bMarg"/>
                <dgm:constr type="tMarg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0.10059</cdr:x>
      <cdr:y>0.1558</cdr:y>
    </cdr:from>
    <cdr:to>
      <cdr:x>0.45308</cdr:x>
      <cdr:y>0.37448</cdr:y>
    </cdr:to>
    <cdr:sp macro="" textlink="">
      <cdr:nvSpPr>
        <cdr:cNvPr id="2" name="CasellaDiTesto 1">
          <a:extLst xmlns:a="http://schemas.openxmlformats.org/drawingml/2006/main">
            <a:ext uri="{FF2B5EF4-FFF2-40B4-BE49-F238E27FC236}">
              <a16:creationId xmlns:a16="http://schemas.microsoft.com/office/drawing/2014/main" id="{A9EF4E6A-40BB-47E1-DB08-6BBD81CDD8EC}"/>
            </a:ext>
          </a:extLst>
        </cdr:cNvPr>
        <cdr:cNvSpPr txBox="1"/>
      </cdr:nvSpPr>
      <cdr:spPr>
        <a:xfrm xmlns:a="http://schemas.openxmlformats.org/drawingml/2006/main">
          <a:off x="919795" y="595894"/>
          <a:ext cx="3223169" cy="836412"/>
        </a:xfrm>
        <a:prstGeom xmlns:a="http://schemas.openxmlformats.org/drawingml/2006/main" prst="rect">
          <a:avLst/>
        </a:prstGeom>
      </cdr:spPr>
      <cdr:style>
        <a:lnRef xmlns:a="http://schemas.openxmlformats.org/drawingml/2006/main" idx="2">
          <a:schemeClr val="accent1">
            <a:shade val="15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vertOverflow="clip" wrap="none" rtlCol="0"/>
        <a:lstStyle xmlns:a="http://schemas.openxmlformats.org/drawingml/2006/main"/>
        <a:p xmlns:a="http://schemas.openxmlformats.org/drawingml/2006/main">
          <a:pPr algn="just"/>
          <a:r>
            <a:rPr lang="it-IT" b="1" dirty="0"/>
            <a:t>Pandemia: </a:t>
          </a:r>
          <a:r>
            <a:rPr lang="it-IT" dirty="0"/>
            <a:t>ROE e ROIC in discesa, tuttavia il P/E </a:t>
          </a:r>
        </a:p>
        <a:p xmlns:a="http://schemas.openxmlformats.org/drawingml/2006/main">
          <a:pPr algn="just"/>
          <a:r>
            <a:rPr lang="it-IT" dirty="0"/>
            <a:t>schizza a 58,9x. </a:t>
          </a:r>
        </a:p>
        <a:p xmlns:a="http://schemas.openxmlformats.org/drawingml/2006/main">
          <a:pPr algn="just"/>
          <a:r>
            <a:rPr lang="it-IT" dirty="0"/>
            <a:t>Il mercato prezza Ferrari come bene di lusso </a:t>
          </a:r>
        </a:p>
        <a:p xmlns:a="http://schemas.openxmlformats.org/drawingml/2006/main">
          <a:pPr algn="just"/>
          <a:r>
            <a:rPr lang="it-IT" dirty="0"/>
            <a:t>resiliente, non come auto vulnerabile. </a:t>
          </a:r>
          <a:endParaRPr lang="it-IT" sz="1100" kern="1200" dirty="0"/>
        </a:p>
      </cdr:txBody>
    </cdr:sp>
  </cdr:relSizeAnchor>
  <cdr:relSizeAnchor xmlns:cdr="http://schemas.openxmlformats.org/drawingml/2006/chartDrawing">
    <cdr:from>
      <cdr:x>0.25689</cdr:x>
      <cdr:y>0.36754</cdr:y>
    </cdr:from>
    <cdr:to>
      <cdr:x>0.26904</cdr:x>
      <cdr:y>0.46627</cdr:y>
    </cdr:to>
    <cdr:cxnSp macro="">
      <cdr:nvCxnSpPr>
        <cdr:cNvPr id="4" name="Connettore 2 3">
          <a:extLst xmlns:a="http://schemas.openxmlformats.org/drawingml/2006/main">
            <a:ext uri="{FF2B5EF4-FFF2-40B4-BE49-F238E27FC236}">
              <a16:creationId xmlns:a16="http://schemas.microsoft.com/office/drawing/2014/main" id="{A28E0A3F-EBB2-5923-E80B-CB62A81A49BD}"/>
            </a:ext>
          </a:extLst>
        </cdr:cNvPr>
        <cdr:cNvCxnSpPr/>
      </cdr:nvCxnSpPr>
      <cdr:spPr>
        <a:xfrm xmlns:a="http://schemas.openxmlformats.org/drawingml/2006/main">
          <a:off x="2285820" y="1348478"/>
          <a:ext cx="108155" cy="362207"/>
        </a:xfrm>
        <a:prstGeom xmlns:a="http://schemas.openxmlformats.org/drawingml/2006/main" prst="straightConnector1">
          <a:avLst/>
        </a:prstGeom>
        <a:ln xmlns:a="http://schemas.openxmlformats.org/drawingml/2006/main">
          <a:tailEnd type="triangle"/>
        </a:ln>
      </cdr:spPr>
      <cdr:style>
        <a:lnRef xmlns:a="http://schemas.openxmlformats.org/drawingml/2006/main" idx="2">
          <a:schemeClr val="accent1"/>
        </a:lnRef>
        <a:fillRef xmlns:a="http://schemas.openxmlformats.org/drawingml/2006/main" idx="0">
          <a:schemeClr val="accent1"/>
        </a:fillRef>
        <a:effectRef xmlns:a="http://schemas.openxmlformats.org/drawingml/2006/main" idx="1">
          <a:schemeClr val="accent1"/>
        </a:effectRef>
        <a:fontRef xmlns:a="http://schemas.openxmlformats.org/drawingml/2006/main" idx="minor">
          <a:schemeClr val="tx1"/>
        </a:fontRef>
      </cdr:style>
    </cdr:cxnSp>
  </cdr:relSizeAnchor>
  <cdr:relSizeAnchor xmlns:cdr="http://schemas.openxmlformats.org/drawingml/2006/chartDrawing">
    <cdr:from>
      <cdr:x>0.55682</cdr:x>
      <cdr:y>0.07735</cdr:y>
    </cdr:from>
    <cdr:to>
      <cdr:x>0.79217</cdr:x>
      <cdr:y>0.25298</cdr:y>
    </cdr:to>
    <cdr:sp macro="" textlink="">
      <cdr:nvSpPr>
        <cdr:cNvPr id="6" name="CasellaDiTesto 5">
          <a:extLst xmlns:a="http://schemas.openxmlformats.org/drawingml/2006/main">
            <a:ext uri="{FF2B5EF4-FFF2-40B4-BE49-F238E27FC236}">
              <a16:creationId xmlns:a16="http://schemas.microsoft.com/office/drawing/2014/main" id="{50293C20-E4C3-28F4-54FC-21C93A93C062}"/>
            </a:ext>
          </a:extLst>
        </cdr:cNvPr>
        <cdr:cNvSpPr txBox="1"/>
      </cdr:nvSpPr>
      <cdr:spPr>
        <a:xfrm xmlns:a="http://schemas.openxmlformats.org/drawingml/2006/main">
          <a:off x="5091525" y="295843"/>
          <a:ext cx="2152040" cy="671754"/>
        </a:xfrm>
        <a:prstGeom xmlns:a="http://schemas.openxmlformats.org/drawingml/2006/main" prst="rect">
          <a:avLst/>
        </a:prstGeom>
      </cdr:spPr>
      <cdr:style>
        <a:lnRef xmlns:a="http://schemas.openxmlformats.org/drawingml/2006/main" idx="2">
          <a:schemeClr val="accent1">
            <a:shade val="15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vertOverflow="clip" wrap="none" rtlCol="0"/>
        <a:lstStyle xmlns:a="http://schemas.openxmlformats.org/drawingml/2006/main"/>
        <a:p xmlns:a="http://schemas.openxmlformats.org/drawingml/2006/main">
          <a:r>
            <a:rPr lang="it-IT" b="1" dirty="0"/>
            <a:t>Picco di volatilità 2022:</a:t>
          </a:r>
          <a:r>
            <a:rPr lang="it-IT" dirty="0"/>
            <a:t> </a:t>
          </a:r>
        </a:p>
        <a:p xmlns:a="http://schemas.openxmlformats.org/drawingml/2006/main">
          <a:r>
            <a:rPr lang="it-IT" dirty="0"/>
            <a:t>reazione violenta del titolo </a:t>
          </a:r>
        </a:p>
        <a:p xmlns:a="http://schemas.openxmlformats.org/drawingml/2006/main">
          <a:r>
            <a:rPr lang="it-IT" dirty="0"/>
            <a:t>all'inizio del conflitto in Ucraina.</a:t>
          </a:r>
          <a:endParaRPr lang="it-IT" sz="1100" kern="1200" dirty="0"/>
        </a:p>
      </cdr:txBody>
    </cdr:sp>
  </cdr:relSizeAnchor>
  <cdr:relSizeAnchor xmlns:cdr="http://schemas.openxmlformats.org/drawingml/2006/chartDrawing">
    <cdr:from>
      <cdr:x>0.68341</cdr:x>
      <cdr:y>0.25432</cdr:y>
    </cdr:from>
    <cdr:to>
      <cdr:x>0.69335</cdr:x>
      <cdr:y>0.41135</cdr:y>
    </cdr:to>
    <cdr:cxnSp macro="">
      <cdr:nvCxnSpPr>
        <cdr:cNvPr id="8" name="Connettore 2 7">
          <a:extLst xmlns:a="http://schemas.openxmlformats.org/drawingml/2006/main">
            <a:ext uri="{FF2B5EF4-FFF2-40B4-BE49-F238E27FC236}">
              <a16:creationId xmlns:a16="http://schemas.microsoft.com/office/drawing/2014/main" id="{385B43C2-EC7C-A318-ED34-26F7132E4BB9}"/>
            </a:ext>
          </a:extLst>
        </cdr:cNvPr>
        <cdr:cNvCxnSpPr/>
      </cdr:nvCxnSpPr>
      <cdr:spPr>
        <a:xfrm xmlns:a="http://schemas.openxmlformats.org/drawingml/2006/main">
          <a:off x="6081072" y="933065"/>
          <a:ext cx="88497" cy="576122"/>
        </a:xfrm>
        <a:prstGeom xmlns:a="http://schemas.openxmlformats.org/drawingml/2006/main" prst="straightConnector1">
          <a:avLst/>
        </a:prstGeom>
        <a:ln xmlns:a="http://schemas.openxmlformats.org/drawingml/2006/main">
          <a:tailEnd type="triangle"/>
        </a:ln>
      </cdr:spPr>
      <cdr:style>
        <a:lnRef xmlns:a="http://schemas.openxmlformats.org/drawingml/2006/main" idx="2">
          <a:schemeClr val="accent1"/>
        </a:lnRef>
        <a:fillRef xmlns:a="http://schemas.openxmlformats.org/drawingml/2006/main" idx="0">
          <a:schemeClr val="accent1"/>
        </a:fillRef>
        <a:effectRef xmlns:a="http://schemas.openxmlformats.org/drawingml/2006/main" idx="1">
          <a:schemeClr val="accent1"/>
        </a:effectRef>
        <a:fontRef xmlns:a="http://schemas.openxmlformats.org/drawingml/2006/main" idx="minor">
          <a:schemeClr val="tx1"/>
        </a:fontRef>
      </cdr:style>
    </cdr:cxnSp>
  </cdr:relSizeAnchor>
  <cdr:relSizeAnchor xmlns:cdr="http://schemas.openxmlformats.org/drawingml/2006/chartDrawing">
    <cdr:from>
      <cdr:x>0.43368</cdr:x>
      <cdr:y>0.75077</cdr:y>
    </cdr:from>
    <cdr:to>
      <cdr:x>0.53644</cdr:x>
      <cdr:y>1</cdr:y>
    </cdr:to>
    <cdr:sp macro="" textlink="">
      <cdr:nvSpPr>
        <cdr:cNvPr id="9" name="CasellaDiTesto 8">
          <a:extLst xmlns:a="http://schemas.openxmlformats.org/drawingml/2006/main">
            <a:ext uri="{FF2B5EF4-FFF2-40B4-BE49-F238E27FC236}">
              <a16:creationId xmlns:a16="http://schemas.microsoft.com/office/drawing/2014/main" id="{9B073AC1-E87B-3D63-BCA2-DCF35D20ACCA}"/>
            </a:ext>
          </a:extLst>
        </cdr:cNvPr>
        <cdr:cNvSpPr txBox="1"/>
      </cdr:nvSpPr>
      <cdr:spPr>
        <a:xfrm xmlns:a="http://schemas.openxmlformats.org/drawingml/2006/main">
          <a:off x="3858981" y="3018375"/>
          <a:ext cx="914400" cy="914400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none" rtlCol="0"/>
        <a:lstStyle xmlns:a="http://schemas.openxmlformats.org/drawingml/2006/main"/>
        <a:p xmlns:a="http://schemas.openxmlformats.org/drawingml/2006/main">
          <a:endParaRPr lang="it-IT" sz="1100" kern="1200" dirty="0"/>
        </a:p>
      </cdr:txBody>
    </cdr:sp>
  </cdr:relSizeAnchor>
  <cdr:relSizeAnchor xmlns:cdr="http://schemas.openxmlformats.org/drawingml/2006/chartDrawing">
    <cdr:from>
      <cdr:x>0.84301</cdr:x>
      <cdr:y>0.30565</cdr:y>
    </cdr:from>
    <cdr:to>
      <cdr:x>0.93522</cdr:x>
      <cdr:y>0.53701</cdr:y>
    </cdr:to>
    <cdr:cxnSp macro="">
      <cdr:nvCxnSpPr>
        <cdr:cNvPr id="11" name="Connettore 2 10">
          <a:extLst xmlns:a="http://schemas.openxmlformats.org/drawingml/2006/main">
            <a:ext uri="{FF2B5EF4-FFF2-40B4-BE49-F238E27FC236}">
              <a16:creationId xmlns:a16="http://schemas.microsoft.com/office/drawing/2014/main" id="{A5EE4C5E-0AAA-4A59-0F0A-0A127656CA54}"/>
            </a:ext>
          </a:extLst>
        </cdr:cNvPr>
        <cdr:cNvCxnSpPr/>
      </cdr:nvCxnSpPr>
      <cdr:spPr>
        <a:xfrm xmlns:a="http://schemas.openxmlformats.org/drawingml/2006/main" flipV="1">
          <a:off x="7708491" y="1169051"/>
          <a:ext cx="843207" cy="884903"/>
        </a:xfrm>
        <a:prstGeom xmlns:a="http://schemas.openxmlformats.org/drawingml/2006/main" prst="straightConnector1">
          <a:avLst/>
        </a:prstGeom>
        <a:ln xmlns:a="http://schemas.openxmlformats.org/drawingml/2006/main">
          <a:tailEnd type="triangle"/>
        </a:ln>
      </cdr:spPr>
      <cdr:style>
        <a:lnRef xmlns:a="http://schemas.openxmlformats.org/drawingml/2006/main" idx="2">
          <a:schemeClr val="accent1"/>
        </a:lnRef>
        <a:fillRef xmlns:a="http://schemas.openxmlformats.org/drawingml/2006/main" idx="0">
          <a:schemeClr val="accent1"/>
        </a:fillRef>
        <a:effectRef xmlns:a="http://schemas.openxmlformats.org/drawingml/2006/main" idx="1">
          <a:schemeClr val="accent1"/>
        </a:effectRef>
        <a:fontRef xmlns:a="http://schemas.openxmlformats.org/drawingml/2006/main" idx="minor">
          <a:schemeClr val="tx1"/>
        </a:fontRef>
      </cdr:style>
    </cdr:cxnSp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D0DA3A-FF1C-4210-9C6D-BE51001AE242}" type="datetimeFigureOut">
              <a:rPr lang="it-IT" smtClean="0"/>
              <a:t>11/03/2026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CA3A5D-0FD2-41D4-BEE1-EADC3AB654A8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913676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CA3A5D-0FD2-41D4-BEE1-EADC3AB654A8}" type="slidenum">
              <a:rPr lang="it-IT" smtClean="0"/>
              <a:t>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948886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CA3A5D-0FD2-41D4-BEE1-EADC3AB654A8}" type="slidenum">
              <a:rPr lang="it-IT" smtClean="0"/>
              <a:t>10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812635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it-IT"/>
              <a:t>Fare clic per modificare lo stile del sottotitolo dello schema</a:t>
            </a:r>
            <a:endParaRPr lang="de-DE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11.03.2026</a:t>
            </a:fld>
            <a:endParaRPr lang="de-DE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86192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11.03.2026</a:t>
            </a:fld>
            <a:endParaRPr lang="de-DE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63181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11.03.2026</a:t>
            </a:fld>
            <a:endParaRPr lang="de-DE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773935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11.03.2026</a:t>
            </a:fld>
            <a:endParaRPr lang="de-DE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840897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11.03.2026</a:t>
            </a:fld>
            <a:endParaRPr lang="de-DE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479829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11.03.2026</a:t>
            </a:fld>
            <a:endParaRPr lang="de-DE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17825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11.03.2026</a:t>
            </a:fld>
            <a:endParaRPr lang="de-DE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940951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11.03.2026</a:t>
            </a:fld>
            <a:endParaRPr lang="de-DE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658163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de-DE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11.03.2026</a:t>
            </a:fld>
            <a:endParaRPr lang="de-DE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885766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11.03.2026</a:t>
            </a:fld>
            <a:endParaRPr lang="de-DE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244690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11.03.2026</a:t>
            </a:fld>
            <a:endParaRPr lang="de-DE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268423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4">
                <a:lumMod val="5000"/>
                <a:lumOff val="95000"/>
              </a:schemeClr>
            </a:gs>
            <a:gs pos="74000">
              <a:schemeClr val="accent4">
                <a:lumMod val="45000"/>
                <a:lumOff val="55000"/>
              </a:schemeClr>
            </a:gs>
            <a:gs pos="83000">
              <a:schemeClr val="accent4">
                <a:lumMod val="45000"/>
                <a:lumOff val="55000"/>
              </a:schemeClr>
            </a:gs>
            <a:gs pos="100000">
              <a:schemeClr val="accent4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64A8E5F-40E5-4553-9F3C-699F1A5B8145}" type="datetimeFigureOut">
              <a:rPr lang="de-DE" smtClean="0"/>
              <a:t>11.03.2026</a:t>
            </a:fld>
            <a:endParaRPr lang="de-DE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CD45B7-DFE2-4393-8D37-380FC36BF3A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019314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4.xml"/><Relationship Id="rId3" Type="http://schemas.microsoft.com/office/2014/relationships/chartEx" Target="../charts/chartEx1.xml"/><Relationship Id="rId7" Type="http://schemas.openxmlformats.org/officeDocument/2006/relationships/diagramQuickStyle" Target="../diagrams/quickStyle4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4.xml"/><Relationship Id="rId5" Type="http://schemas.openxmlformats.org/officeDocument/2006/relationships/diagramData" Target="../diagrams/data4.xml"/><Relationship Id="rId4" Type="http://schemas.openxmlformats.org/officeDocument/2006/relationships/image" Target="../media/image7.png"/><Relationship Id="rId9" Type="http://schemas.microsoft.com/office/2007/relationships/diagramDrawing" Target="../diagrams/drawing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errari.com/it-IT/corporate/dati-principali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lseg.com/en/data-analytics/products/workspace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22A397E7-BF60-45B2-84C7-B074B76C37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Immagine 5" descr="Immagine che contiene cielo, scena, aria aperta, strada&#10;&#10;Il contenuto generato dall'IA potrebbe non essere corretto.">
            <a:extLst>
              <a:ext uri="{FF2B5EF4-FFF2-40B4-BE49-F238E27FC236}">
                <a16:creationId xmlns:a16="http://schemas.microsoft.com/office/drawing/2014/main" id="{1D783E20-DB60-0793-46F4-ED96E90664E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56" r="19972" b="-1"/>
          <a:stretch>
            <a:fillRect/>
          </a:stretch>
        </p:blipFill>
        <p:spPr>
          <a:xfrm>
            <a:off x="4283902" y="10"/>
            <a:ext cx="7908098" cy="6857992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890DEF05-784E-4B61-89E4-04C4ECF4E5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36000">
                <a:schemeClr val="tx1">
                  <a:lumMod val="95000"/>
                  <a:lumOff val="5000"/>
                </a:schemeClr>
              </a:gs>
              <a:gs pos="81000">
                <a:schemeClr val="tx1">
                  <a:lumMod val="95000"/>
                  <a:lumOff val="5000"/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728663" y="1115219"/>
            <a:ext cx="5505449" cy="2387600"/>
          </a:xfrm>
        </p:spPr>
        <p:txBody>
          <a:bodyPr>
            <a:normAutofit/>
          </a:bodyPr>
          <a:lstStyle/>
          <a:p>
            <a:pPr algn="l"/>
            <a:r>
              <a:rPr lang="de-DE" sz="5000" b="1">
                <a:solidFill>
                  <a:schemeClr val="bg1">
                    <a:lumMod val="65000"/>
                  </a:schemeClr>
                </a:solidFill>
              </a:rPr>
              <a:t>FERRARI NV (RACE)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728663" y="3902075"/>
            <a:ext cx="5505449" cy="1655762"/>
          </a:xfrm>
        </p:spPr>
        <p:txBody>
          <a:bodyPr vert="horz" lIns="68580" tIns="34290" rIns="68580" bIns="34290" rtlCol="0">
            <a:normAutofit/>
          </a:bodyPr>
          <a:lstStyle/>
          <a:p>
            <a:pPr algn="l"/>
            <a:r>
              <a:rPr lang="de-DE" sz="1400" b="1">
                <a:solidFill>
                  <a:schemeClr val="bg1"/>
                </a:solidFill>
                <a:latin typeface="Tenorite" panose="00000500000000000000" pitchFamily="2" charset="0"/>
              </a:rPr>
              <a:t>Rebecca Mazzarol 35139A</a:t>
            </a:r>
          </a:p>
          <a:p>
            <a:pPr algn="l"/>
            <a:r>
              <a:rPr lang="de-DE" sz="1400" b="1">
                <a:solidFill>
                  <a:schemeClr val="bg1"/>
                </a:solidFill>
                <a:latin typeface="Tenorite" panose="00000500000000000000" pitchFamily="2" charset="0"/>
              </a:rPr>
              <a:t>Emma Plani 35707A</a:t>
            </a:r>
          </a:p>
          <a:p>
            <a:pPr algn="l"/>
            <a:r>
              <a:rPr lang="de-DE" sz="1400" b="1">
                <a:solidFill>
                  <a:schemeClr val="bg1"/>
                </a:solidFill>
                <a:latin typeface="Tenorite" panose="00000500000000000000" pitchFamily="2" charset="0"/>
              </a:rPr>
              <a:t>Sara Murru 35178A</a:t>
            </a:r>
          </a:p>
          <a:p>
            <a:pPr algn="l"/>
            <a:r>
              <a:rPr lang="de-DE" sz="1400" b="1">
                <a:solidFill>
                  <a:schemeClr val="bg1"/>
                </a:solidFill>
                <a:latin typeface="Tenorite" panose="00000500000000000000" pitchFamily="2" charset="0"/>
              </a:rPr>
              <a:t>Andrea Minutoli 35146A</a:t>
            </a:r>
          </a:p>
          <a:p>
            <a:pPr algn="l"/>
            <a:r>
              <a:rPr lang="de-DE" sz="1400" b="1">
                <a:solidFill>
                  <a:schemeClr val="bg1"/>
                </a:solidFill>
                <a:latin typeface="Tenorite" panose="00000500000000000000" pitchFamily="2" charset="0"/>
              </a:rPr>
              <a:t>Luca Scialdone 29859A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41BAEC7-F7B0-4224-8B18-8F74B7D87F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28585" y="3681408"/>
            <a:ext cx="1193482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625839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Segnaposto contenuto 3">
            <a:extLst>
              <a:ext uri="{FF2B5EF4-FFF2-40B4-BE49-F238E27FC236}">
                <a16:creationId xmlns:a16="http://schemas.microsoft.com/office/drawing/2014/main" id="{E521B392-3073-18EB-AF3E-51C663CC36F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12912912"/>
              </p:ext>
            </p:extLst>
          </p:nvPr>
        </p:nvGraphicFramePr>
        <p:xfrm>
          <a:off x="0" y="2971800"/>
          <a:ext cx="12192000" cy="38861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CasellaDiTesto 4">
            <a:extLst>
              <a:ext uri="{FF2B5EF4-FFF2-40B4-BE49-F238E27FC236}">
                <a16:creationId xmlns:a16="http://schemas.microsoft.com/office/drawing/2014/main" id="{4BE2DCC0-3F62-1CE2-DEB1-3278B0CB9E6B}"/>
              </a:ext>
            </a:extLst>
          </p:cNvPr>
          <p:cNvSpPr txBox="1"/>
          <p:nvPr/>
        </p:nvSpPr>
        <p:spPr>
          <a:xfrm>
            <a:off x="158970" y="3075971"/>
            <a:ext cx="6515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5400" b="1">
                <a:solidFill>
                  <a:schemeClr val="accent1">
                    <a:lumMod val="50000"/>
                  </a:schemeClr>
                </a:solidFill>
              </a:rPr>
              <a:t>S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D160B44E-5DA3-1AE9-3D8C-986E521B643E}"/>
              </a:ext>
            </a:extLst>
          </p:cNvPr>
          <p:cNvSpPr txBox="1"/>
          <p:nvPr/>
        </p:nvSpPr>
        <p:spPr>
          <a:xfrm>
            <a:off x="409816" y="4093687"/>
            <a:ext cx="82045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4800" b="1">
                <a:solidFill>
                  <a:schemeClr val="accent1">
                    <a:lumMod val="75000"/>
                  </a:schemeClr>
                </a:solidFill>
              </a:rPr>
              <a:t>W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30B85779-4B99-D38E-49D1-F2958874E1DA}"/>
              </a:ext>
            </a:extLst>
          </p:cNvPr>
          <p:cNvSpPr txBox="1"/>
          <p:nvPr/>
        </p:nvSpPr>
        <p:spPr>
          <a:xfrm>
            <a:off x="445723" y="4914899"/>
            <a:ext cx="8204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5400" b="1">
                <a:solidFill>
                  <a:srgbClr val="13668D"/>
                </a:solidFill>
              </a:rPr>
              <a:t>O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F6AE9796-2C9A-0DA1-6814-BA1A4EC77676}"/>
              </a:ext>
            </a:extLst>
          </p:cNvPr>
          <p:cNvSpPr txBox="1"/>
          <p:nvPr/>
        </p:nvSpPr>
        <p:spPr>
          <a:xfrm>
            <a:off x="178662" y="5838229"/>
            <a:ext cx="53412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5400" b="1">
                <a:solidFill>
                  <a:srgbClr val="117BAD"/>
                </a:solidFill>
              </a:rPr>
              <a:t>T</a:t>
            </a:r>
          </a:p>
        </p:txBody>
      </p:sp>
      <p:graphicFrame>
        <p:nvGraphicFramePr>
          <p:cNvPr id="11" name="Diagramma 10">
            <a:extLst>
              <a:ext uri="{FF2B5EF4-FFF2-40B4-BE49-F238E27FC236}">
                <a16:creationId xmlns:a16="http://schemas.microsoft.com/office/drawing/2014/main" id="{2B0803BE-042F-0933-6712-28C7A518395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08416222"/>
              </p:ext>
            </p:extLst>
          </p:nvPr>
        </p:nvGraphicFramePr>
        <p:xfrm>
          <a:off x="3543299" y="0"/>
          <a:ext cx="8648701" cy="28216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12" name="Rettangolo 11">
            <a:extLst>
              <a:ext uri="{FF2B5EF4-FFF2-40B4-BE49-F238E27FC236}">
                <a16:creationId xmlns:a16="http://schemas.microsoft.com/office/drawing/2014/main" id="{AEBE369A-D4F5-9809-726C-1C6903C8994F}"/>
              </a:ext>
            </a:extLst>
          </p:cNvPr>
          <p:cNvSpPr/>
          <p:nvPr/>
        </p:nvSpPr>
        <p:spPr>
          <a:xfrm>
            <a:off x="0" y="0"/>
            <a:ext cx="3121306" cy="2821656"/>
          </a:xfrm>
          <a:prstGeom prst="rect">
            <a:avLst/>
          </a:prstGeom>
          <a:solidFill>
            <a:schemeClr val="accent1">
              <a:lumMod val="50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it-IT" sz="4000" b="1">
                <a:solidFill>
                  <a:schemeClr val="bg1">
                    <a:lumMod val="85000"/>
                  </a:schemeClr>
                </a:solidFill>
                <a:latin typeface="Aptos" panose="020B0004020202020204" pitchFamily="34" charset="0"/>
                <a:ea typeface="Cambria Math" panose="02040503050406030204" pitchFamily="18" charset="0"/>
              </a:rPr>
              <a:t> </a:t>
            </a:r>
            <a:endParaRPr lang="it-IT" sz="3600" b="1">
              <a:solidFill>
                <a:schemeClr val="bg1">
                  <a:lumMod val="85000"/>
                </a:schemeClr>
              </a:solidFill>
              <a:latin typeface="+mj-lt"/>
              <a:ea typeface="+mj-ea"/>
              <a:cs typeface="+mj-cs"/>
            </a:endParaRPr>
          </a:p>
        </p:txBody>
      </p:sp>
      <p:cxnSp>
        <p:nvCxnSpPr>
          <p:cNvPr id="3" name="Connettore dritto 2">
            <a:extLst>
              <a:ext uri="{FF2B5EF4-FFF2-40B4-BE49-F238E27FC236}">
                <a16:creationId xmlns:a16="http://schemas.microsoft.com/office/drawing/2014/main" id="{D06941FC-D887-358C-5170-24DF5330EFFF}"/>
              </a:ext>
            </a:extLst>
          </p:cNvPr>
          <p:cNvCxnSpPr>
            <a:cxnSpLocks/>
          </p:cNvCxnSpPr>
          <p:nvPr/>
        </p:nvCxnSpPr>
        <p:spPr>
          <a:xfrm>
            <a:off x="3345772" y="2817712"/>
            <a:ext cx="859999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onnettore pagina esterna 15">
            <a:extLst>
              <a:ext uri="{FF2B5EF4-FFF2-40B4-BE49-F238E27FC236}">
                <a16:creationId xmlns:a16="http://schemas.microsoft.com/office/drawing/2014/main" id="{492E456C-B79D-3868-6170-DAF399822B5C}"/>
              </a:ext>
            </a:extLst>
          </p:cNvPr>
          <p:cNvSpPr/>
          <p:nvPr/>
        </p:nvSpPr>
        <p:spPr>
          <a:xfrm>
            <a:off x="222629" y="8461"/>
            <a:ext cx="2676047" cy="2304764"/>
          </a:xfrm>
          <a:prstGeom prst="flowChartOffpageConnector">
            <a:avLst/>
          </a:prstGeom>
          <a:solidFill>
            <a:schemeClr val="bg1">
              <a:lumMod val="85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</a:pPr>
            <a:endParaRPr lang="it-IT" sz="6000" b="1">
              <a:solidFill>
                <a:schemeClr val="bg1">
                  <a:lumMod val="85000"/>
                </a:schemeClr>
              </a:solidFill>
            </a:endParaRPr>
          </a:p>
          <a:p>
            <a:pPr algn="ctr">
              <a:lnSpc>
                <a:spcPct val="90000"/>
              </a:lnSpc>
              <a:spcBef>
                <a:spcPct val="0"/>
              </a:spcBef>
            </a:pPr>
            <a:r>
              <a:rPr lang="it-IT" sz="3200" b="1">
                <a:solidFill>
                  <a:schemeClr val="accent1">
                    <a:lumMod val="50000"/>
                  </a:schemeClr>
                </a:solidFill>
              </a:rPr>
              <a:t>PROFILO  </a:t>
            </a:r>
          </a:p>
          <a:p>
            <a:pPr algn="ctr">
              <a:lnSpc>
                <a:spcPct val="90000"/>
              </a:lnSpc>
              <a:spcBef>
                <a:spcPct val="0"/>
              </a:spcBef>
            </a:pPr>
            <a:r>
              <a:rPr lang="it-IT" sz="3200" b="1">
                <a:solidFill>
                  <a:schemeClr val="accent1">
                    <a:lumMod val="50000"/>
                  </a:schemeClr>
                </a:solidFill>
              </a:rPr>
              <a:t>SOCIETARIO</a:t>
            </a:r>
          </a:p>
          <a:p>
            <a:pPr algn="ctr"/>
            <a:endParaRPr lang="it-IT"/>
          </a:p>
        </p:txBody>
      </p:sp>
      <p:cxnSp>
        <p:nvCxnSpPr>
          <p:cNvPr id="18" name="Connettore dritto 17">
            <a:extLst>
              <a:ext uri="{FF2B5EF4-FFF2-40B4-BE49-F238E27FC236}">
                <a16:creationId xmlns:a16="http://schemas.microsoft.com/office/drawing/2014/main" id="{42505C9E-275F-0423-3107-9A65F42ED33F}"/>
              </a:ext>
            </a:extLst>
          </p:cNvPr>
          <p:cNvCxnSpPr/>
          <p:nvPr/>
        </p:nvCxnSpPr>
        <p:spPr>
          <a:xfrm>
            <a:off x="4038600" y="1160843"/>
            <a:ext cx="2830286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ttore dritto 19">
            <a:extLst>
              <a:ext uri="{FF2B5EF4-FFF2-40B4-BE49-F238E27FC236}">
                <a16:creationId xmlns:a16="http://schemas.microsoft.com/office/drawing/2014/main" id="{D9D3CD90-2AEE-C011-B13A-8879339487CB}"/>
              </a:ext>
            </a:extLst>
          </p:cNvPr>
          <p:cNvCxnSpPr>
            <a:cxnSpLocks/>
          </p:cNvCxnSpPr>
          <p:nvPr/>
        </p:nvCxnSpPr>
        <p:spPr>
          <a:xfrm>
            <a:off x="8763000" y="1334628"/>
            <a:ext cx="2710543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966010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0741DA8-BA7A-06B5-CF5B-E44CEED026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712" y="833377"/>
            <a:ext cx="11146420" cy="728894"/>
          </a:xfr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>
            <a:noAutofit/>
          </a:bodyPr>
          <a:lstStyle/>
          <a:p>
            <a:pPr algn="ctr"/>
            <a:r>
              <a:rPr lang="it-IT" b="1">
                <a:solidFill>
                  <a:schemeClr val="bg1">
                    <a:lumMod val="85000"/>
                  </a:schemeClr>
                </a:solidFill>
              </a:rPr>
              <a:t>Competitors e benchmark </a:t>
            </a:r>
          </a:p>
        </p:txBody>
      </p:sp>
      <p:graphicFrame>
        <p:nvGraphicFramePr>
          <p:cNvPr id="11" name="Diagramma 10">
            <a:extLst>
              <a:ext uri="{FF2B5EF4-FFF2-40B4-BE49-F238E27FC236}">
                <a16:creationId xmlns:a16="http://schemas.microsoft.com/office/drawing/2014/main" id="{F2717282-8DA4-BC61-7B6B-8011E93F4DE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41079934"/>
              </p:ext>
            </p:extLst>
          </p:nvPr>
        </p:nvGraphicFramePr>
        <p:xfrm>
          <a:off x="1678039" y="1439333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98BCA6B1-C539-6BE4-8809-745A19CA8129}"/>
              </a:ext>
            </a:extLst>
          </p:cNvPr>
          <p:cNvSpPr txBox="1"/>
          <p:nvPr/>
        </p:nvSpPr>
        <p:spPr>
          <a:xfrm>
            <a:off x="2448226" y="1893730"/>
            <a:ext cx="1740551" cy="33855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it-IT" sz="1600" b="1"/>
              <a:t>Porsche</a:t>
            </a:r>
            <a:endParaRPr lang="it-IT" b="1"/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B35D041B-F96A-0CF6-5394-590539F0A249}"/>
              </a:ext>
            </a:extLst>
          </p:cNvPr>
          <p:cNvSpPr txBox="1"/>
          <p:nvPr/>
        </p:nvSpPr>
        <p:spPr>
          <a:xfrm>
            <a:off x="5268654" y="1893730"/>
            <a:ext cx="1740551" cy="33855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it-IT" sz="1600" b="1"/>
              <a:t>LVMH &amp; Hermès</a:t>
            </a:r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DF411E02-ED6B-CEF6-A767-C38D7198D066}"/>
              </a:ext>
            </a:extLst>
          </p:cNvPr>
          <p:cNvSpPr txBox="1"/>
          <p:nvPr/>
        </p:nvSpPr>
        <p:spPr>
          <a:xfrm>
            <a:off x="8089083" y="1893730"/>
            <a:ext cx="2003537" cy="33855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it-IT" sz="1600" b="1"/>
              <a:t>STOXX Europe 600</a:t>
            </a:r>
          </a:p>
        </p:txBody>
      </p:sp>
    </p:spTree>
    <p:extLst>
      <p:ext uri="{BB962C8B-B14F-4D97-AF65-F5344CB8AC3E}">
        <p14:creationId xmlns:p14="http://schemas.microsoft.com/office/powerpoint/2010/main" val="13738136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8">
            <a:extLst>
              <a:ext uri="{FF2B5EF4-FFF2-40B4-BE49-F238E27FC236}">
                <a16:creationId xmlns:a16="http://schemas.microsoft.com/office/drawing/2014/main" id="{7FF47CB7-972F-479F-A36D-9E72D26EC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85725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6" name="Freeform: Shape 10">
            <a:extLst>
              <a:ext uri="{FF2B5EF4-FFF2-40B4-BE49-F238E27FC236}">
                <a16:creationId xmlns:a16="http://schemas.microsoft.com/office/drawing/2014/main" id="{0D153B68-5844-490D-8E67-F616D6D72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857250"/>
            <a:ext cx="8824632" cy="1546378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84330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06E45162-4B96-8384-7EB2-E2BCC9368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8123" y="599970"/>
            <a:ext cx="7396386" cy="906976"/>
          </a:xfrm>
          <a:solidFill>
            <a:schemeClr val="bg1">
              <a:lumMod val="65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>
            <a:noAutofit/>
          </a:bodyPr>
          <a:lstStyle/>
          <a:p>
            <a:pPr algn="ctr"/>
            <a:r>
              <a:rPr lang="it-IT" sz="3600" b="1">
                <a:solidFill>
                  <a:schemeClr val="tx2">
                    <a:lumMod val="90000"/>
                    <a:lumOff val="10000"/>
                  </a:schemeClr>
                </a:solidFill>
                <a:latin typeface="Aptos"/>
              </a:rPr>
              <a:t>Andamento quotazione RACE.MI</a:t>
            </a:r>
          </a:p>
        </p:txBody>
      </p:sp>
      <p:sp>
        <p:nvSpPr>
          <p:cNvPr id="17" name="Freeform: Shape 12">
            <a:extLst>
              <a:ext uri="{FF2B5EF4-FFF2-40B4-BE49-F238E27FC236}">
                <a16:creationId xmlns:a16="http://schemas.microsoft.com/office/drawing/2014/main" id="{9A0D773F-7A7D-4DBB-9DEA-86BB8B8F4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560220" y="5514310"/>
            <a:ext cx="5107781" cy="486440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/>
          </a:p>
        </p:txBody>
      </p:sp>
      <p:graphicFrame>
        <p:nvGraphicFramePr>
          <p:cNvPr id="4" name="Grafico 3">
            <a:extLst>
              <a:ext uri="{FF2B5EF4-FFF2-40B4-BE49-F238E27FC236}">
                <a16:creationId xmlns:a16="http://schemas.microsoft.com/office/drawing/2014/main" id="{5D219549-7B52-4B09-B4D5-7A23EF78EE6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30112804"/>
              </p:ext>
            </p:extLst>
          </p:nvPr>
        </p:nvGraphicFramePr>
        <p:xfrm>
          <a:off x="1523999" y="2576748"/>
          <a:ext cx="9144001" cy="38248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Rectangle 1">
            <a:extLst>
              <a:ext uri="{FF2B5EF4-FFF2-40B4-BE49-F238E27FC236}">
                <a16:creationId xmlns:a16="http://schemas.microsoft.com/office/drawing/2014/main" id="{A7EF9E1D-31E0-9199-67FA-3402D6E0C47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57103" y="1780237"/>
            <a:ext cx="10277791" cy="52322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it-IT" altLang="it-IT" sz="1400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Total Shareholder Return CAGR: 28.67%</a:t>
            </a:r>
            <a:r>
              <a:rPr kumimoji="0" lang="it-IT" altLang="it-IT" sz="14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it-IT" altLang="it-IT" sz="14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Il titolo ha ampiamente sovraperformato, passando da €86,52 (2019) a €305,20 (2023).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E1CF3CE7-10DB-D9D8-4955-8FBF2F2FD978}"/>
              </a:ext>
            </a:extLst>
          </p:cNvPr>
          <p:cNvSpPr txBox="1"/>
          <p:nvPr/>
        </p:nvSpPr>
        <p:spPr>
          <a:xfrm>
            <a:off x="5936316" y="4591268"/>
            <a:ext cx="4139381" cy="600164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it-IT" sz="1100" b="1">
                <a:solidFill>
                  <a:schemeClr val="bg1"/>
                </a:solidFill>
              </a:rPr>
              <a:t>Efficienza 2023:</a:t>
            </a:r>
            <a:r>
              <a:rPr lang="it-IT" sz="1100">
                <a:solidFill>
                  <a:schemeClr val="bg1"/>
                </a:solidFill>
              </a:rPr>
              <a:t> il ROIC rimbalza al 19.7%. </a:t>
            </a:r>
          </a:p>
          <a:p>
            <a:r>
              <a:rPr lang="it-IT" sz="1100">
                <a:solidFill>
                  <a:schemeClr val="bg1"/>
                </a:solidFill>
              </a:rPr>
              <a:t>Ferrari genera rendimenti eccezionali nonostante il lancio del Purosangue e il budget </a:t>
            </a:r>
            <a:r>
              <a:rPr lang="it-IT" sz="1100" err="1">
                <a:solidFill>
                  <a:schemeClr val="bg1"/>
                </a:solidFill>
              </a:rPr>
              <a:t>cap</a:t>
            </a:r>
            <a:r>
              <a:rPr lang="it-IT" sz="1100">
                <a:solidFill>
                  <a:schemeClr val="bg1"/>
                </a:solidFill>
              </a:rPr>
              <a:t> in F1.</a:t>
            </a:r>
          </a:p>
        </p:txBody>
      </p:sp>
    </p:spTree>
    <p:extLst>
      <p:ext uri="{BB962C8B-B14F-4D97-AF65-F5344CB8AC3E}">
        <p14:creationId xmlns:p14="http://schemas.microsoft.com/office/powerpoint/2010/main" val="2314381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D17E46-C059-258E-FD88-4EF484A19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E1085F37-C130-F618-FAF7-D3CB999394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A38511B-77AF-0BBC-F9ED-6F02061AF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1C7AE11-F12F-567A-90D5-94B1B28EBB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CEFEA2E-ED65-6FDA-F968-E8A2637929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70583D00-8A76-DEE6-F578-68E5893315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138" y="367546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800" b="1">
                <a:solidFill>
                  <a:schemeClr val="bg1">
                    <a:lumMod val="85000"/>
                  </a:schemeClr>
                </a:solidFill>
              </a:rPr>
              <a:t>Analisi comparativa</a:t>
            </a:r>
          </a:p>
        </p:txBody>
      </p:sp>
      <p:graphicFrame>
        <p:nvGraphicFramePr>
          <p:cNvPr id="4" name="Grafico 3">
            <a:extLst>
              <a:ext uri="{FF2B5EF4-FFF2-40B4-BE49-F238E27FC236}">
                <a16:creationId xmlns:a16="http://schemas.microsoft.com/office/drawing/2014/main" id="{492DD835-C7CD-7268-5128-17AA84F5AF6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6445035"/>
              </p:ext>
            </p:extLst>
          </p:nvPr>
        </p:nvGraphicFramePr>
        <p:xfrm>
          <a:off x="4615543" y="2704720"/>
          <a:ext cx="7082707" cy="363626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CasellaDiTesto 4">
            <a:extLst>
              <a:ext uri="{FF2B5EF4-FFF2-40B4-BE49-F238E27FC236}">
                <a16:creationId xmlns:a16="http://schemas.microsoft.com/office/drawing/2014/main" id="{8D8DA06C-19C7-F0D2-387B-B45C0B06C07F}"/>
              </a:ext>
            </a:extLst>
          </p:cNvPr>
          <p:cNvSpPr txBox="1"/>
          <p:nvPr/>
        </p:nvSpPr>
        <p:spPr>
          <a:xfrm>
            <a:off x="388779" y="1901210"/>
            <a:ext cx="11309471" cy="584775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it-IT" altLang="it-IT" sz="16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A differenza dei produttori premium (Porsche, P/E 13x), Ferrari limita deliberatamente l'offerta. </a:t>
            </a:r>
          </a:p>
          <a:p>
            <a:pPr algn="ctr"/>
            <a:r>
              <a:rPr lang="it-IT" altLang="it-IT" sz="16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Questo garantisce un </a:t>
            </a:r>
            <a:r>
              <a:rPr lang="it-IT" altLang="it-IT" sz="1600" b="1" i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pricing power</a:t>
            </a:r>
            <a:r>
              <a:rPr lang="it-IT" altLang="it-IT" sz="1600" b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it-IT" altLang="it-IT" sz="16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assoluto e multipli di valutazione allineati all'alta moda (P/E 44x, simile a Hermès).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AD02A2A4-40CF-5933-B815-095E04894EC1}"/>
              </a:ext>
            </a:extLst>
          </p:cNvPr>
          <p:cNvSpPr txBox="1"/>
          <p:nvPr/>
        </p:nvSpPr>
        <p:spPr>
          <a:xfrm>
            <a:off x="388779" y="2704720"/>
            <a:ext cx="3927405" cy="95410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just"/>
            <a:r>
              <a:rPr lang="it-IT" altLang="it-IT" sz="1400">
                <a:solidFill>
                  <a:schemeClr val="bg1"/>
                </a:solidFill>
                <a:latin typeface="Arial" panose="020B0604020202020204" pitchFamily="34" charset="0"/>
              </a:rPr>
              <a:t>Il margine </a:t>
            </a:r>
            <a:r>
              <a:rPr lang="it-IT" altLang="it-IT" sz="1400" b="1">
                <a:solidFill>
                  <a:schemeClr val="bg1"/>
                </a:solidFill>
                <a:latin typeface="Arial" panose="020B0604020202020204" pitchFamily="34" charset="0"/>
              </a:rPr>
              <a:t>EBITDA</a:t>
            </a:r>
            <a:r>
              <a:rPr lang="it-IT" altLang="it-IT" sz="1400">
                <a:solidFill>
                  <a:schemeClr val="bg1"/>
                </a:solidFill>
                <a:latin typeface="Arial" panose="020B0604020202020204" pitchFamily="34" charset="0"/>
              </a:rPr>
              <a:t> (~38%) è più del doppio rispetto al settore automotive d'élite (~17%) e supera persino i colossi del lusso diversificato come LVMH.</a:t>
            </a:r>
            <a:endParaRPr lang="it-IT" sz="1400">
              <a:solidFill>
                <a:schemeClr val="bg1"/>
              </a:solidFill>
            </a:endParaRP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BBC8E6B7-E843-7B35-9609-D7999D1613D8}"/>
              </a:ext>
            </a:extLst>
          </p:cNvPr>
          <p:cNvSpPr txBox="1"/>
          <p:nvPr/>
        </p:nvSpPr>
        <p:spPr>
          <a:xfrm>
            <a:off x="388779" y="3785308"/>
            <a:ext cx="3927405" cy="1384995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pPr algn="just"/>
            <a:r>
              <a:rPr lang="it-IT" altLang="it-IT" sz="1400" b="1">
                <a:solidFill>
                  <a:schemeClr val="bg1"/>
                </a:solidFill>
                <a:latin typeface="Arial" panose="020B0604020202020204" pitchFamily="34" charset="0"/>
              </a:rPr>
              <a:t>Dominio sul Benchmark:</a:t>
            </a:r>
          </a:p>
          <a:p>
            <a:pPr algn="just"/>
            <a:r>
              <a:rPr lang="it-IT" altLang="it-IT" sz="1400">
                <a:solidFill>
                  <a:schemeClr val="bg1"/>
                </a:solidFill>
                <a:latin typeface="Arial" panose="020B0604020202020204" pitchFamily="34" charset="0"/>
              </a:rPr>
              <a:t>mentre lo STOXX Europe </a:t>
            </a:r>
            <a:r>
              <a:rPr lang="it-IT" altLang="it-IT" sz="1200">
                <a:solidFill>
                  <a:schemeClr val="bg1"/>
                </a:solidFill>
                <a:latin typeface="Arial" panose="020B0604020202020204" pitchFamily="34" charset="0"/>
              </a:rPr>
              <a:t>600</a:t>
            </a:r>
            <a:r>
              <a:rPr lang="it-IT" altLang="it-IT" sz="1400">
                <a:solidFill>
                  <a:schemeClr val="bg1"/>
                </a:solidFill>
                <a:latin typeface="Arial" panose="020B0604020202020204" pitchFamily="34" charset="0"/>
              </a:rPr>
              <a:t> ha faticato contro inflazione e pandemia (≈42% in 5 anni), il titolo RACE ha generato un rendimento superiore al </a:t>
            </a:r>
            <a:r>
              <a:rPr lang="it-IT" altLang="it-IT" sz="1400" b="1">
                <a:solidFill>
                  <a:schemeClr val="bg1"/>
                </a:solidFill>
                <a:latin typeface="Arial" panose="020B0604020202020204" pitchFamily="34" charset="0"/>
              </a:rPr>
              <a:t>+200%</a:t>
            </a:r>
            <a:r>
              <a:rPr lang="it-IT" altLang="it-IT" sz="1400">
                <a:solidFill>
                  <a:schemeClr val="bg1"/>
                </a:solidFill>
                <a:latin typeface="Arial" panose="020B0604020202020204" pitchFamily="34" charset="0"/>
              </a:rPr>
              <a:t> (2019–2023),  premiando gli azionisti per la maggiore volatilità.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B2CC688F-C143-7131-6DEC-384BE0310489}"/>
              </a:ext>
            </a:extLst>
          </p:cNvPr>
          <p:cNvSpPr txBox="1"/>
          <p:nvPr/>
        </p:nvSpPr>
        <p:spPr>
          <a:xfrm>
            <a:off x="388781" y="5245276"/>
            <a:ext cx="3927405" cy="954107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pPr algn="just"/>
            <a:r>
              <a:rPr lang="it-IT" altLang="it-IT" sz="1400">
                <a:solidFill>
                  <a:schemeClr val="bg1"/>
                </a:solidFill>
                <a:latin typeface="Arial" panose="020B0604020202020204" pitchFamily="34" charset="0"/>
              </a:rPr>
              <a:t>La clientela UHNW protegge i flussi di cassa dalle normali recessioni macroeconomiche,  offrendo agli investitori una visibilità e sicurezza atipiche per le quattro ruote.</a:t>
            </a:r>
          </a:p>
        </p:txBody>
      </p:sp>
    </p:spTree>
    <p:extLst>
      <p:ext uri="{BB962C8B-B14F-4D97-AF65-F5344CB8AC3E}">
        <p14:creationId xmlns:p14="http://schemas.microsoft.com/office/powerpoint/2010/main" val="17418596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Grafico 4">
            <a:extLst>
              <a:ext uri="{FF2B5EF4-FFF2-40B4-BE49-F238E27FC236}">
                <a16:creationId xmlns:a16="http://schemas.microsoft.com/office/drawing/2014/main" id="{CE33CE62-2492-4BCC-A100-20FD4F2A889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95110223"/>
              </p:ext>
            </p:extLst>
          </p:nvPr>
        </p:nvGraphicFramePr>
        <p:xfrm>
          <a:off x="2153265" y="1858297"/>
          <a:ext cx="7895303" cy="404105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Titolo 1">
            <a:extLst>
              <a:ext uri="{FF2B5EF4-FFF2-40B4-BE49-F238E27FC236}">
                <a16:creationId xmlns:a16="http://schemas.microsoft.com/office/drawing/2014/main" id="{6BF7FA8A-C863-D753-F448-37F6770DAD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057" y="647877"/>
            <a:ext cx="10831286" cy="713103"/>
          </a:xfrm>
          <a:solidFill>
            <a:schemeClr val="accent1">
              <a:lumMod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>
            <a:noAutofit/>
          </a:bodyPr>
          <a:lstStyle/>
          <a:p>
            <a:pPr algn="ctr">
              <a:defRPr sz="1400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en-US" sz="3600" b="1">
                <a:solidFill>
                  <a:schemeClr val="bg1">
                    <a:lumMod val="85000"/>
                  </a:schemeClr>
                </a:solidFill>
              </a:rPr>
              <a:t>Rendimenti giornalieri RACE.MI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B17EDEDC-7979-13EA-8F5D-2D70D0E9BB66}"/>
              </a:ext>
            </a:extLst>
          </p:cNvPr>
          <p:cNvSpPr txBox="1"/>
          <p:nvPr/>
        </p:nvSpPr>
        <p:spPr>
          <a:xfrm>
            <a:off x="243349" y="1673576"/>
            <a:ext cx="1610032" cy="1615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just"/>
            <a:r>
              <a:rPr lang="it-IT" sz="1100" b="1">
                <a:solidFill>
                  <a:schemeClr val="bg1"/>
                </a:solidFill>
              </a:rPr>
              <a:t>Feb 2019 (+11%) profitti record:</a:t>
            </a:r>
            <a:r>
              <a:rPr lang="it-IT" sz="1100">
                <a:solidFill>
                  <a:schemeClr val="bg1"/>
                </a:solidFill>
              </a:rPr>
              <a:t> risultati eccezionali dell'anno fiscale 2018 e revisioni al rialzo delle previsioni per il 2019 hanno innescato un aumento della fiducia degli investitori.</a:t>
            </a:r>
          </a:p>
        </p:txBody>
      </p:sp>
      <p:cxnSp>
        <p:nvCxnSpPr>
          <p:cNvPr id="10" name="Connettore 2 9">
            <a:extLst>
              <a:ext uri="{FF2B5EF4-FFF2-40B4-BE49-F238E27FC236}">
                <a16:creationId xmlns:a16="http://schemas.microsoft.com/office/drawing/2014/main" id="{67A9D23D-E1A6-BBAB-5083-BE63BD328C69}"/>
              </a:ext>
            </a:extLst>
          </p:cNvPr>
          <p:cNvCxnSpPr>
            <a:cxnSpLocks/>
          </p:cNvCxnSpPr>
          <p:nvPr/>
        </p:nvCxnSpPr>
        <p:spPr>
          <a:xfrm>
            <a:off x="1853381" y="2166257"/>
            <a:ext cx="911590" cy="27114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E0D88DD2-79AD-8B1F-9B0B-8EF8FE4D5F9E}"/>
              </a:ext>
            </a:extLst>
          </p:cNvPr>
          <p:cNvSpPr txBox="1"/>
          <p:nvPr/>
        </p:nvSpPr>
        <p:spPr>
          <a:xfrm rot="10800000" flipV="1">
            <a:off x="6567445" y="4329616"/>
            <a:ext cx="3055526" cy="90024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just"/>
            <a:r>
              <a:rPr lang="it-IT" sz="1050" b="1">
                <a:solidFill>
                  <a:schemeClr val="bg1"/>
                </a:solidFill>
              </a:rPr>
              <a:t>Maggio 2021 (-8%) obiettivi finanziari posticipati: r</a:t>
            </a:r>
            <a:r>
              <a:rPr lang="it-IT" sz="1050">
                <a:solidFill>
                  <a:schemeClr val="bg1"/>
                </a:solidFill>
              </a:rPr>
              <a:t>invio dell'obiettivo EBITDA di €1,8 miliardi a causa del rallentamento dovuto alla pandemia, combinato con l'incertezza legata alla transizione del CEO.</a:t>
            </a:r>
          </a:p>
        </p:txBody>
      </p:sp>
      <p:cxnSp>
        <p:nvCxnSpPr>
          <p:cNvPr id="17" name="Connettore 2 16">
            <a:extLst>
              <a:ext uri="{FF2B5EF4-FFF2-40B4-BE49-F238E27FC236}">
                <a16:creationId xmlns:a16="http://schemas.microsoft.com/office/drawing/2014/main" id="{189B2A36-C360-8314-65DC-EA3022A09C4A}"/>
              </a:ext>
            </a:extLst>
          </p:cNvPr>
          <p:cNvCxnSpPr>
            <a:cxnSpLocks/>
          </p:cNvCxnSpPr>
          <p:nvPr/>
        </p:nvCxnSpPr>
        <p:spPr>
          <a:xfrm flipH="1" flipV="1">
            <a:off x="6096000" y="4395019"/>
            <a:ext cx="471445" cy="17698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1939252F-2D07-2043-21AF-C1D7E02640D4}"/>
              </a:ext>
            </a:extLst>
          </p:cNvPr>
          <p:cNvSpPr txBox="1"/>
          <p:nvPr/>
        </p:nvSpPr>
        <p:spPr>
          <a:xfrm>
            <a:off x="8279267" y="1667956"/>
            <a:ext cx="3318313" cy="76944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just"/>
            <a:r>
              <a:rPr lang="it-IT" sz="1100" b="1">
                <a:solidFill>
                  <a:schemeClr val="bg1"/>
                </a:solidFill>
              </a:rPr>
              <a:t>Feb/Mar 2022 (-6%) shock geopolitico: </a:t>
            </a:r>
            <a:r>
              <a:rPr lang="it-IT" sz="1100">
                <a:solidFill>
                  <a:schemeClr val="bg1"/>
                </a:solidFill>
              </a:rPr>
              <a:t>scoppio del conflitto in Ucraina, scatenando forti timori di mercato riguardo all'inflazione europea e alla crisi energetica.</a:t>
            </a:r>
          </a:p>
        </p:txBody>
      </p:sp>
      <p:cxnSp>
        <p:nvCxnSpPr>
          <p:cNvPr id="20" name="Connettore 2 19">
            <a:extLst>
              <a:ext uri="{FF2B5EF4-FFF2-40B4-BE49-F238E27FC236}">
                <a16:creationId xmlns:a16="http://schemas.microsoft.com/office/drawing/2014/main" id="{5445B489-3083-3D76-DF62-4A8AB18AE8E1}"/>
              </a:ext>
            </a:extLst>
          </p:cNvPr>
          <p:cNvCxnSpPr/>
          <p:nvPr/>
        </p:nvCxnSpPr>
        <p:spPr>
          <a:xfrm flipH="1">
            <a:off x="7334362" y="2340077"/>
            <a:ext cx="944905" cy="39329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FD9146DC-4A8A-1B16-B3F6-148DC2637398}"/>
              </a:ext>
            </a:extLst>
          </p:cNvPr>
          <p:cNvSpPr txBox="1"/>
          <p:nvPr/>
        </p:nvSpPr>
        <p:spPr>
          <a:xfrm>
            <a:off x="10230463" y="2779192"/>
            <a:ext cx="1547879" cy="14465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just"/>
            <a:r>
              <a:rPr lang="it-IT" sz="1100" b="1">
                <a:solidFill>
                  <a:schemeClr val="bg1"/>
                </a:solidFill>
              </a:rPr>
              <a:t>Feb 2023 (+7%) prestazioni finanziarie superiori: </a:t>
            </a:r>
            <a:r>
              <a:rPr lang="it-IT" sz="1100">
                <a:solidFill>
                  <a:schemeClr val="bg1"/>
                </a:solidFill>
              </a:rPr>
              <a:t>trimestri consecutivi di crescita a due cifre, spedizioni record di veicoli e previsione futura aumentata.</a:t>
            </a:r>
          </a:p>
        </p:txBody>
      </p:sp>
      <p:cxnSp>
        <p:nvCxnSpPr>
          <p:cNvPr id="23" name="Connettore 2 22">
            <a:extLst>
              <a:ext uri="{FF2B5EF4-FFF2-40B4-BE49-F238E27FC236}">
                <a16:creationId xmlns:a16="http://schemas.microsoft.com/office/drawing/2014/main" id="{F70389C9-5B6A-9E33-AA00-9FA49EFCA226}"/>
              </a:ext>
            </a:extLst>
          </p:cNvPr>
          <p:cNvCxnSpPr>
            <a:cxnSpLocks/>
          </p:cNvCxnSpPr>
          <p:nvPr/>
        </p:nvCxnSpPr>
        <p:spPr>
          <a:xfrm flipH="1">
            <a:off x="8588829" y="2922245"/>
            <a:ext cx="1641635" cy="1246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5" name="CasellaDiTesto 24">
            <a:extLst>
              <a:ext uri="{FF2B5EF4-FFF2-40B4-BE49-F238E27FC236}">
                <a16:creationId xmlns:a16="http://schemas.microsoft.com/office/drawing/2014/main" id="{D3B757F1-8863-B226-7436-E40890F34C28}"/>
              </a:ext>
            </a:extLst>
          </p:cNvPr>
          <p:cNvSpPr txBox="1"/>
          <p:nvPr/>
        </p:nvSpPr>
        <p:spPr>
          <a:xfrm>
            <a:off x="288389" y="4302018"/>
            <a:ext cx="3836243" cy="76944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just"/>
            <a:r>
              <a:rPr lang="it-IT" sz="1100" b="1">
                <a:solidFill>
                  <a:schemeClr val="bg1"/>
                </a:solidFill>
              </a:rPr>
              <a:t>Mar 2020 rimbalzo (+10%) clustering della volatilità:  </a:t>
            </a:r>
            <a:r>
              <a:rPr lang="it-IT" sz="1100">
                <a:solidFill>
                  <a:schemeClr val="bg1"/>
                </a:solidFill>
              </a:rPr>
              <a:t>dato dagli stimoli macroeconomici della politica monetaria espansiva e resilienza del settore lusso che ha portato ad un riacquisto delle azioni eccessivamente vendute.</a:t>
            </a:r>
          </a:p>
        </p:txBody>
      </p:sp>
      <p:cxnSp>
        <p:nvCxnSpPr>
          <p:cNvPr id="27" name="Connettore 2 26">
            <a:extLst>
              <a:ext uri="{FF2B5EF4-FFF2-40B4-BE49-F238E27FC236}">
                <a16:creationId xmlns:a16="http://schemas.microsoft.com/office/drawing/2014/main" id="{0A500047-32B2-FD28-32B8-192C235D258D}"/>
              </a:ext>
            </a:extLst>
          </p:cNvPr>
          <p:cNvCxnSpPr>
            <a:cxnSpLocks/>
          </p:cNvCxnSpPr>
          <p:nvPr/>
        </p:nvCxnSpPr>
        <p:spPr>
          <a:xfrm flipV="1">
            <a:off x="2764971" y="2536723"/>
            <a:ext cx="1620216" cy="176529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54296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olo 1">
            <a:extLst>
              <a:ext uri="{FF2B5EF4-FFF2-40B4-BE49-F238E27FC236}">
                <a16:creationId xmlns:a16="http://schemas.microsoft.com/office/drawing/2014/main" id="{E736E872-0421-C3F4-B539-135D94029A64}"/>
              </a:ext>
            </a:extLst>
          </p:cNvPr>
          <p:cNvSpPr txBox="1">
            <a:spLocks/>
          </p:cNvSpPr>
          <p:nvPr/>
        </p:nvSpPr>
        <p:spPr>
          <a:xfrm>
            <a:off x="2307220" y="641287"/>
            <a:ext cx="7577559" cy="12826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Aft>
                <a:spcPts val="600"/>
              </a:spcAft>
            </a:pPr>
            <a:r>
              <a:rPr lang="en-US" sz="4000" b="1">
                <a:solidFill>
                  <a:schemeClr val="bg1">
                    <a:lumMod val="85000"/>
                  </a:schemeClr>
                </a:solidFill>
              </a:rPr>
              <a:t>Statistiche descrittive e istogramma dei rendimenti </a:t>
            </a:r>
          </a:p>
        </p:txBody>
      </p:sp>
      <mc:AlternateContent xmlns:mc="http://schemas.openxmlformats.org/markup-compatibility/2006">
        <mc:Choice xmlns:cx1="http://schemas.microsoft.com/office/drawing/2015/9/8/chartex" Requires="cx1">
          <p:graphicFrame>
            <p:nvGraphicFramePr>
              <p:cNvPr id="4" name="Grafico 3">
                <a:extLst>
                  <a:ext uri="{FF2B5EF4-FFF2-40B4-BE49-F238E27FC236}">
                    <a16:creationId xmlns:a16="http://schemas.microsoft.com/office/drawing/2014/main" id="{3C9742A3-F1C5-4D50-8500-4DA228849F11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3713623122"/>
                  </p:ext>
                </p:extLst>
              </p:nvPr>
            </p:nvGraphicFramePr>
            <p:xfrm>
              <a:off x="3593432" y="2416149"/>
              <a:ext cx="4967644" cy="4126165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3"/>
              </a:graphicData>
            </a:graphic>
          </p:graphicFrame>
        </mc:Choice>
        <mc:Fallback>
          <p:pic>
            <p:nvPicPr>
              <p:cNvPr id="4" name="Grafico 3">
                <a:extLst>
                  <a:ext uri="{FF2B5EF4-FFF2-40B4-BE49-F238E27FC236}">
                    <a16:creationId xmlns:a16="http://schemas.microsoft.com/office/drawing/2014/main" id="{3C9742A3-F1C5-4D50-8500-4DA228849F11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593432" y="2416149"/>
                <a:ext cx="4967644" cy="4126165"/>
              </a:xfrm>
              <a:prstGeom prst="rect">
                <a:avLst/>
              </a:prstGeom>
            </p:spPr>
          </p:pic>
        </mc:Fallback>
      </mc:AlternateContent>
      <p:graphicFrame>
        <p:nvGraphicFramePr>
          <p:cNvPr id="7" name="Rectangle 4">
            <a:extLst>
              <a:ext uri="{FF2B5EF4-FFF2-40B4-BE49-F238E27FC236}">
                <a16:creationId xmlns:a16="http://schemas.microsoft.com/office/drawing/2014/main" id="{3074C021-16CE-24CE-68CA-CAEB82EC77F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76537016"/>
              </p:ext>
            </p:extLst>
          </p:nvPr>
        </p:nvGraphicFramePr>
        <p:xfrm>
          <a:off x="119742" y="2416149"/>
          <a:ext cx="11876315" cy="41261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cxnSp>
        <p:nvCxnSpPr>
          <p:cNvPr id="3" name="Connettore dritto 2">
            <a:extLst>
              <a:ext uri="{FF2B5EF4-FFF2-40B4-BE49-F238E27FC236}">
                <a16:creationId xmlns:a16="http://schemas.microsoft.com/office/drawing/2014/main" id="{1A33E9FB-BDF3-4E25-403F-1C694C0C695A}"/>
              </a:ext>
            </a:extLst>
          </p:cNvPr>
          <p:cNvCxnSpPr/>
          <p:nvPr/>
        </p:nvCxnSpPr>
        <p:spPr>
          <a:xfrm>
            <a:off x="326571" y="3429000"/>
            <a:ext cx="280851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ttore dritto 7">
            <a:extLst>
              <a:ext uri="{FF2B5EF4-FFF2-40B4-BE49-F238E27FC236}">
                <a16:creationId xmlns:a16="http://schemas.microsoft.com/office/drawing/2014/main" id="{0F27F661-7192-5663-5E80-EB2D15C90073}"/>
              </a:ext>
            </a:extLst>
          </p:cNvPr>
          <p:cNvCxnSpPr/>
          <p:nvPr/>
        </p:nvCxnSpPr>
        <p:spPr>
          <a:xfrm>
            <a:off x="326571" y="5268686"/>
            <a:ext cx="280851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ttore dritto 10">
            <a:extLst>
              <a:ext uri="{FF2B5EF4-FFF2-40B4-BE49-F238E27FC236}">
                <a16:creationId xmlns:a16="http://schemas.microsoft.com/office/drawing/2014/main" id="{62DC3796-F4C9-61F1-C623-7008722E9642}"/>
              </a:ext>
            </a:extLst>
          </p:cNvPr>
          <p:cNvCxnSpPr/>
          <p:nvPr/>
        </p:nvCxnSpPr>
        <p:spPr>
          <a:xfrm>
            <a:off x="8904514" y="3080656"/>
            <a:ext cx="285205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ttore dritto 12">
            <a:extLst>
              <a:ext uri="{FF2B5EF4-FFF2-40B4-BE49-F238E27FC236}">
                <a16:creationId xmlns:a16="http://schemas.microsoft.com/office/drawing/2014/main" id="{6237008E-DE2D-16B5-8548-C0A3EC09F5B7}"/>
              </a:ext>
            </a:extLst>
          </p:cNvPr>
          <p:cNvCxnSpPr/>
          <p:nvPr/>
        </p:nvCxnSpPr>
        <p:spPr>
          <a:xfrm>
            <a:off x="8904514" y="5170714"/>
            <a:ext cx="295002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73266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Grafico 3">
            <a:extLst>
              <a:ext uri="{FF2B5EF4-FFF2-40B4-BE49-F238E27FC236}">
                <a16:creationId xmlns:a16="http://schemas.microsoft.com/office/drawing/2014/main" id="{6B681BBC-369F-C24E-BC36-8F81E39262A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69050205"/>
              </p:ext>
            </p:extLst>
          </p:nvPr>
        </p:nvGraphicFramePr>
        <p:xfrm>
          <a:off x="1995799" y="3006246"/>
          <a:ext cx="8190270" cy="35322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Rectangle 2">
            <a:extLst>
              <a:ext uri="{FF2B5EF4-FFF2-40B4-BE49-F238E27FC236}">
                <a16:creationId xmlns:a16="http://schemas.microsoft.com/office/drawing/2014/main" id="{955CEDCA-98AC-9772-8C5D-77A9F975A9E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304344" y="1500124"/>
            <a:ext cx="5303421" cy="600164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it-IT" altLang="it-IT" sz="1100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Picchi di turbolenza:</a:t>
            </a:r>
            <a:r>
              <a:rPr kumimoji="0" lang="it-IT" altLang="it-IT" sz="11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 Il titolo ha reagito violentemente a shock esterni, toccando il massimo della volatilità con la </a:t>
            </a:r>
            <a:r>
              <a:rPr lang="it-IT" altLang="it-IT" sz="1100" b="1">
                <a:solidFill>
                  <a:schemeClr val="bg1"/>
                </a:solidFill>
                <a:latin typeface="Arial" panose="020B0604020202020204" pitchFamily="34" charset="0"/>
              </a:rPr>
              <a:t>p</a:t>
            </a:r>
            <a:r>
              <a:rPr kumimoji="0" lang="it-IT" altLang="it-IT" sz="1100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andemia (2020)</a:t>
            </a:r>
            <a:r>
              <a:rPr kumimoji="0" lang="it-IT" altLang="it-IT" sz="11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 e mostrando un nuovo picco di incertezza con l'inizio del </a:t>
            </a:r>
            <a:r>
              <a:rPr lang="it-IT" altLang="it-IT" sz="1100" b="1">
                <a:solidFill>
                  <a:schemeClr val="bg1"/>
                </a:solidFill>
                <a:latin typeface="Arial" panose="020B0604020202020204" pitchFamily="34" charset="0"/>
              </a:rPr>
              <a:t>c</a:t>
            </a:r>
            <a:r>
              <a:rPr kumimoji="0" lang="it-IT" altLang="it-IT" sz="1100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onflitto in Ucraina (2022)</a:t>
            </a:r>
            <a:r>
              <a:rPr kumimoji="0" lang="it-IT" altLang="it-IT" sz="11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B4360196-6554-9558-544F-E5C0235E3DA9}"/>
              </a:ext>
            </a:extLst>
          </p:cNvPr>
          <p:cNvSpPr txBox="1"/>
          <p:nvPr/>
        </p:nvSpPr>
        <p:spPr>
          <a:xfrm>
            <a:off x="6304344" y="2216401"/>
            <a:ext cx="5298356" cy="600164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just"/>
            <a:r>
              <a:rPr lang="it-IT" altLang="it-IT" sz="1100" b="1">
                <a:solidFill>
                  <a:schemeClr val="bg1"/>
                </a:solidFill>
                <a:latin typeface="Arial" panose="020B0604020202020204" pitchFamily="34" charset="0"/>
              </a:rPr>
              <a:t>Rischio specifico:</a:t>
            </a:r>
            <a:r>
              <a:rPr lang="it-IT" altLang="it-IT" sz="1100">
                <a:solidFill>
                  <a:schemeClr val="bg1"/>
                </a:solidFill>
                <a:latin typeface="Arial" panose="020B0604020202020204" pitchFamily="34" charset="0"/>
              </a:rPr>
              <a:t> La volatilità di Ferrari rimane dinamica e sopra la media del mercato a causa del suo profilo di bene di lusso, reagendo in modo specifico a eventi di settore e trimestrali.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508E50A9-57D2-C2ED-CD74-B7CBF8510573}"/>
              </a:ext>
            </a:extLst>
          </p:cNvPr>
          <p:cNvSpPr txBox="1"/>
          <p:nvPr/>
        </p:nvSpPr>
        <p:spPr>
          <a:xfrm>
            <a:off x="584235" y="2216401"/>
            <a:ext cx="5298357" cy="584775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just">
              <a:spcBef>
                <a:spcPts val="600"/>
              </a:spcBef>
            </a:pPr>
            <a:endParaRPr lang="it-IT" altLang="it-IT" sz="100" b="1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algn="just">
              <a:spcBef>
                <a:spcPts val="600"/>
              </a:spcBef>
            </a:pPr>
            <a:r>
              <a:rPr lang="it-IT" altLang="it-IT" sz="1100" b="1">
                <a:solidFill>
                  <a:schemeClr val="bg1"/>
                </a:solidFill>
                <a:latin typeface="Arial" panose="020B0604020202020204" pitchFamily="34" charset="0"/>
              </a:rPr>
              <a:t>Premio per il rischio: </a:t>
            </a:r>
            <a:r>
              <a:rPr lang="it-IT" altLang="it-IT" sz="1100">
                <a:solidFill>
                  <a:schemeClr val="bg1"/>
                </a:solidFill>
                <a:latin typeface="Arial" panose="020B0604020202020204" pitchFamily="34" charset="0"/>
              </a:rPr>
              <a:t>investitori sono stati ricompensati per aver sopportato una volatilità più elevata.</a:t>
            </a:r>
          </a:p>
          <a:p>
            <a:pPr algn="just"/>
            <a:endParaRPr lang="it-IT" altLang="it-IT" sz="40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70C8EE3C-E424-371E-88AA-0519960521C2}"/>
              </a:ext>
            </a:extLst>
          </p:cNvPr>
          <p:cNvSpPr txBox="1"/>
          <p:nvPr/>
        </p:nvSpPr>
        <p:spPr>
          <a:xfrm>
            <a:off x="584235" y="1485467"/>
            <a:ext cx="5298357" cy="600164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just"/>
            <a:r>
              <a:rPr lang="it-IT" altLang="it-IT" sz="1100" b="1">
                <a:solidFill>
                  <a:schemeClr val="bg1"/>
                </a:solidFill>
                <a:latin typeface="Arial" panose="020B0604020202020204" pitchFamily="34" charset="0"/>
              </a:rPr>
              <a:t>Volatilità superiore al mercato:</a:t>
            </a:r>
            <a:r>
              <a:rPr lang="it-IT" altLang="it-IT" sz="1100">
                <a:solidFill>
                  <a:schemeClr val="bg1"/>
                </a:solidFill>
                <a:latin typeface="Arial" panose="020B0604020202020204" pitchFamily="34" charset="0"/>
              </a:rPr>
              <a:t> La volatilità di Ferrari è costantemente più alta dell'indice STOXX perché, essendo un </a:t>
            </a:r>
            <a:r>
              <a:rPr lang="it-IT" altLang="it-IT" sz="1100" b="1">
                <a:solidFill>
                  <a:schemeClr val="bg1"/>
                </a:solidFill>
                <a:latin typeface="Arial" panose="020B0604020202020204" pitchFamily="34" charset="0"/>
              </a:rPr>
              <a:t>singolo titolo</a:t>
            </a:r>
            <a:r>
              <a:rPr lang="it-IT" altLang="it-IT" sz="1100">
                <a:solidFill>
                  <a:schemeClr val="bg1"/>
                </a:solidFill>
                <a:latin typeface="Arial" panose="020B0604020202020204" pitchFamily="34" charset="0"/>
              </a:rPr>
              <a:t>, non beneficia della diversificazione che invece ammortizza le oscillazioni di un intero indice.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C4D4D350-2CC1-4078-2DA7-DA53838F4CAB}"/>
              </a:ext>
            </a:extLst>
          </p:cNvPr>
          <p:cNvSpPr txBox="1"/>
          <p:nvPr/>
        </p:nvSpPr>
        <p:spPr>
          <a:xfrm>
            <a:off x="579169" y="651000"/>
            <a:ext cx="11023531" cy="59413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>
              <a:lnSpc>
                <a:spcPct val="90000"/>
              </a:lnSpc>
              <a:spcBef>
                <a:spcPct val="0"/>
              </a:spcBef>
              <a:buNone/>
              <a:defRPr sz="3600" b="1" i="0" u="none" strike="noStrike" spc="0" baseline="0">
                <a:solidFill>
                  <a:schemeClr val="bg1">
                    <a:lumMod val="85000"/>
                  </a:schemeClr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it-IT" sz="3200"/>
              <a:t>Volatilità RACE.MI &amp; .STOXX (20 giorni, annualizzata)</a:t>
            </a:r>
          </a:p>
        </p:txBody>
      </p:sp>
    </p:spTree>
    <p:extLst>
      <p:ext uri="{BB962C8B-B14F-4D97-AF65-F5344CB8AC3E}">
        <p14:creationId xmlns:p14="http://schemas.microsoft.com/office/powerpoint/2010/main" val="1217584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1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EDB22D3A-49A0-2A28-20D2-64461AFA4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2822" y="486917"/>
            <a:ext cx="4097212" cy="1576446"/>
          </a:xfrm>
        </p:spPr>
        <p:txBody>
          <a:bodyPr anchor="ctr">
            <a:normAutofit/>
          </a:bodyPr>
          <a:lstStyle/>
          <a:p>
            <a:r>
              <a:rPr lang="it-IT" sz="4800" b="1">
                <a:solidFill>
                  <a:schemeClr val="bg1">
                    <a:lumMod val="85000"/>
                  </a:schemeClr>
                </a:solidFill>
              </a:rPr>
              <a:t>Conclusioni </a:t>
            </a:r>
          </a:p>
        </p:txBody>
      </p:sp>
      <p:graphicFrame>
        <p:nvGraphicFramePr>
          <p:cNvPr id="22" name="Rectangle 1">
            <a:extLst>
              <a:ext uri="{FF2B5EF4-FFF2-40B4-BE49-F238E27FC236}">
                <a16:creationId xmlns:a16="http://schemas.microsoft.com/office/drawing/2014/main" id="{8DB87768-FD56-CB73-F34C-AAA816DE7B0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47688327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739516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CC9FDC01-0797-7BF9-CA8A-7BA6F74437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7057" y="557072"/>
            <a:ext cx="2286001" cy="1033669"/>
          </a:xfrm>
        </p:spPr>
        <p:txBody>
          <a:bodyPr>
            <a:normAutofit/>
          </a:bodyPr>
          <a:lstStyle/>
          <a:p>
            <a:r>
              <a:rPr lang="it-IT" sz="5400" b="1">
                <a:solidFill>
                  <a:schemeClr val="bg1">
                    <a:lumMod val="85000"/>
                  </a:schemeClr>
                </a:solidFill>
              </a:rPr>
              <a:t>Fonti 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DB48D9C-C132-39D7-E3DE-D190A798AF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7057" y="2154504"/>
            <a:ext cx="9724031" cy="1458673"/>
          </a:xfrm>
        </p:spPr>
        <p:txBody>
          <a:bodyPr anchor="ctr">
            <a:normAutofit/>
          </a:bodyPr>
          <a:lstStyle/>
          <a:p>
            <a:r>
              <a:rPr lang="it-IT" sz="2000">
                <a:hlinkClick r:id="rId3"/>
              </a:rPr>
              <a:t>Dati Principali | Ferrari Corporate</a:t>
            </a:r>
            <a:r>
              <a:rPr lang="it-IT" sz="2000"/>
              <a:t> </a:t>
            </a:r>
          </a:p>
          <a:p>
            <a:r>
              <a:rPr lang="it-IT" sz="2000">
                <a:hlinkClick r:id="rId4"/>
              </a:rPr>
              <a:t>LSEG Workspace | Data Analytics</a:t>
            </a:r>
            <a:endParaRPr lang="it-IT" sz="2000"/>
          </a:p>
        </p:txBody>
      </p:sp>
    </p:spTree>
    <p:extLst>
      <p:ext uri="{BB962C8B-B14F-4D97-AF65-F5344CB8AC3E}">
        <p14:creationId xmlns:p14="http://schemas.microsoft.com/office/powerpoint/2010/main" val="76638112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10</Slides>
  <Notes>2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Tema di Office</vt:lpstr>
      <vt:lpstr>FERRARI NV (RACE)</vt:lpstr>
      <vt:lpstr>PowerPoint Presentation</vt:lpstr>
      <vt:lpstr>Competitors e benchmark </vt:lpstr>
      <vt:lpstr>Andamento quotazione RACE.MI</vt:lpstr>
      <vt:lpstr>Analisi comparativa</vt:lpstr>
      <vt:lpstr>Rendimenti giornalieri RACE.MI</vt:lpstr>
      <vt:lpstr>PowerPoint Presentation</vt:lpstr>
      <vt:lpstr>PowerPoint Presentation</vt:lpstr>
      <vt:lpstr>Conclusioni </vt:lpstr>
      <vt:lpstr>Fonti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FERRARI NV (RACE)</dc:title>
  <dc:creator/>
  <cp:revision>1</cp:revision>
  <dcterms:created xsi:type="dcterms:W3CDTF">2026-02-20T10:55:02Z</dcterms:created>
  <dcterms:modified xsi:type="dcterms:W3CDTF">2026-03-11T16:38:36Z</dcterms:modified>
</cp:coreProperties>
</file>